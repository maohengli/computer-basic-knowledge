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2"/>
  </p:handoutMasterIdLst>
  <p:sldIdLst>
    <p:sldId id="304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handoutMaster" Target="handoutMasters/handoutMaster1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57866A-81D8-435D-A157-3367722211F8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F0192AC8-43E3-4FF5-BF2A-87982BAF281B}">
      <dgm:prSet/>
      <dgm:spPr/>
      <dgm:t>
        <a:bodyPr/>
        <a:lstStyle/>
        <a:p>
          <a:pPr rtl="0"/>
          <a:r>
            <a:rPr lang="zh-CN" b="1" baseline="0" dirty="0" smtClean="0"/>
            <a:t>计算机应用基础</a:t>
          </a:r>
          <a:endParaRPr lang="zh-CN" b="1" baseline="0" dirty="0"/>
        </a:p>
      </dgm:t>
    </dgm:pt>
    <dgm:pt modelId="{C4E4E130-DCB0-428A-9FE5-22BBBE910632}" cxnId="{5429AF45-1512-4598-A42E-4AC4E8485839}" type="parTrans">
      <dgm:prSet/>
      <dgm:spPr/>
      <dgm:t>
        <a:bodyPr/>
        <a:lstStyle/>
        <a:p>
          <a:endParaRPr lang="zh-CN" altLang="en-US"/>
        </a:p>
      </dgm:t>
    </dgm:pt>
    <dgm:pt modelId="{1BC3EF03-A09B-4381-B408-FE7B1882FC32}" cxnId="{5429AF45-1512-4598-A42E-4AC4E8485839}" type="sibTrans">
      <dgm:prSet/>
      <dgm:spPr/>
      <dgm:t>
        <a:bodyPr/>
        <a:lstStyle/>
        <a:p>
          <a:endParaRPr lang="zh-CN" altLang="en-US"/>
        </a:p>
      </dgm:t>
    </dgm:pt>
    <dgm:pt modelId="{6F362D5F-0BCD-44B4-A7B1-B3D64175853D}" type="pres">
      <dgm:prSet presAssocID="{1B57866A-81D8-435D-A157-3367722211F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97527EBF-0E0A-4225-BED5-15810BA395FC}" type="pres">
      <dgm:prSet presAssocID="{F0192AC8-43E3-4FF5-BF2A-87982BAF281B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DF225CA3-4BE6-4838-BD2C-E27B259528E6}" type="presOf" srcId="{1B57866A-81D8-435D-A157-3367722211F8}" destId="{6F362D5F-0BCD-44B4-A7B1-B3D64175853D}" srcOrd="0" destOrd="0" presId="urn:microsoft.com/office/officeart/2005/8/layout/vList2"/>
    <dgm:cxn modelId="{5429AF45-1512-4598-A42E-4AC4E8485839}" srcId="{1B57866A-81D8-435D-A157-3367722211F8}" destId="{F0192AC8-43E3-4FF5-BF2A-87982BAF281B}" srcOrd="0" destOrd="0" parTransId="{C4E4E130-DCB0-428A-9FE5-22BBBE910632}" sibTransId="{1BC3EF03-A09B-4381-B408-FE7B1882FC32}"/>
    <dgm:cxn modelId="{F164CD36-7D63-4D81-8FA8-91497452450D}" type="presOf" srcId="{F0192AC8-43E3-4FF5-BF2A-87982BAF281B}" destId="{97527EBF-0E0A-4225-BED5-15810BA395FC}" srcOrd="0" destOrd="0" presId="urn:microsoft.com/office/officeart/2005/8/layout/vList2"/>
    <dgm:cxn modelId="{500DE62B-56FB-4020-BAC1-0C1105E5CE35}" type="presParOf" srcId="{6F362D5F-0BCD-44B4-A7B1-B3D64175853D}" destId="{97527EBF-0E0A-4225-BED5-15810BA395F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BBB5ACA-6CFB-4A5A-B0BB-17C7CE63C13B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zh-CN" altLang="en-US"/>
        </a:p>
      </dgm:t>
    </dgm:pt>
    <dgm:pt modelId="{823D3CFB-58FA-4E2C-9815-D03CD3457BE9}">
      <dgm:prSet custT="1"/>
      <dgm:spPr/>
      <dgm:t>
        <a:bodyPr/>
        <a:lstStyle/>
        <a:p>
          <a:pPr algn="l" rtl="0"/>
          <a:r>
            <a:rPr lang="en-US" sz="1600" b="0" i="0" u="none" smtClean="0">
              <a:solidFill>
                <a:schemeClr val="tx1"/>
              </a:solidFill>
            </a:rPr>
            <a:t>(1)</a:t>
          </a:r>
          <a:r>
            <a:rPr lang="zh-CN" sz="1600" b="0" i="0" u="none" smtClean="0">
              <a:solidFill>
                <a:schemeClr val="tx1"/>
              </a:solidFill>
            </a:rPr>
            <a:t>指向</a:t>
          </a:r>
          <a:endParaRPr lang="zh-CN" sz="1600" b="0" i="0" u="none" dirty="0">
            <a:solidFill>
              <a:schemeClr val="tx1"/>
            </a:solidFill>
          </a:endParaRPr>
        </a:p>
      </dgm:t>
    </dgm:pt>
    <dgm:pt modelId="{EE62173F-926B-4DB6-93F7-9A3E0471F12C}" cxnId="{F548AA45-B255-48BF-A70C-DB48E122FF0B}" type="parTrans">
      <dgm:prSet/>
      <dgm:spPr/>
      <dgm:t>
        <a:bodyPr/>
        <a:lstStyle/>
        <a:p>
          <a:pPr algn="l"/>
          <a:endParaRPr lang="zh-CN" altLang="en-US" sz="1800" b="0" i="0" u="none">
            <a:solidFill>
              <a:schemeClr val="tx1"/>
            </a:solidFill>
          </a:endParaRPr>
        </a:p>
      </dgm:t>
    </dgm:pt>
    <dgm:pt modelId="{C9DA6D23-FC43-4D22-B7D4-ED93F7BA8F58}" cxnId="{F548AA45-B255-48BF-A70C-DB48E122FF0B}" type="sibTrans">
      <dgm:prSet/>
      <dgm:spPr/>
      <dgm:t>
        <a:bodyPr/>
        <a:lstStyle/>
        <a:p>
          <a:pPr algn="l"/>
          <a:endParaRPr lang="zh-CN" altLang="en-US" sz="1800" b="0" i="0" u="none">
            <a:solidFill>
              <a:schemeClr val="tx1"/>
            </a:solidFill>
          </a:endParaRPr>
        </a:p>
      </dgm:t>
    </dgm:pt>
    <dgm:pt modelId="{D488DFC3-F3E7-485D-9691-D59F5C2F359F}">
      <dgm:prSet custT="1"/>
      <dgm:spPr/>
      <dgm:t>
        <a:bodyPr/>
        <a:lstStyle/>
        <a:p>
          <a:pPr algn="l" rtl="0"/>
          <a:r>
            <a:rPr lang="en-US" sz="1600" b="0" i="0" u="none" smtClean="0">
              <a:solidFill>
                <a:schemeClr val="tx1"/>
              </a:solidFill>
            </a:rPr>
            <a:t>(2)</a:t>
          </a:r>
          <a:r>
            <a:rPr lang="zh-CN" sz="1600" b="0" i="0" u="none" smtClean="0">
              <a:solidFill>
                <a:schemeClr val="tx1"/>
              </a:solidFill>
            </a:rPr>
            <a:t>左键单击</a:t>
          </a:r>
          <a:endParaRPr lang="zh-CN" sz="1600" b="0" i="0" u="none" dirty="0">
            <a:solidFill>
              <a:schemeClr val="tx1"/>
            </a:solidFill>
          </a:endParaRPr>
        </a:p>
      </dgm:t>
    </dgm:pt>
    <dgm:pt modelId="{7C694254-E506-4197-B446-AFE63A47A80F}" cxnId="{7A2AE385-669B-4D7F-B9D0-660870027C7A}" type="parTrans">
      <dgm:prSet/>
      <dgm:spPr/>
      <dgm:t>
        <a:bodyPr/>
        <a:lstStyle/>
        <a:p>
          <a:pPr algn="l"/>
          <a:endParaRPr lang="zh-CN" altLang="en-US" sz="1800" b="0" i="0" u="none">
            <a:solidFill>
              <a:schemeClr val="tx1"/>
            </a:solidFill>
          </a:endParaRPr>
        </a:p>
      </dgm:t>
    </dgm:pt>
    <dgm:pt modelId="{0E02217A-7DCF-47C5-98F0-C6A60D0C17CC}" cxnId="{7A2AE385-669B-4D7F-B9D0-660870027C7A}" type="sibTrans">
      <dgm:prSet/>
      <dgm:spPr/>
      <dgm:t>
        <a:bodyPr/>
        <a:lstStyle/>
        <a:p>
          <a:pPr algn="l"/>
          <a:endParaRPr lang="zh-CN" altLang="en-US" sz="1800" b="0" i="0" u="none">
            <a:solidFill>
              <a:schemeClr val="tx1"/>
            </a:solidFill>
          </a:endParaRPr>
        </a:p>
      </dgm:t>
    </dgm:pt>
    <dgm:pt modelId="{86246564-E76C-4595-8E06-780E7215388B}">
      <dgm:prSet custT="1"/>
      <dgm:spPr/>
      <dgm:t>
        <a:bodyPr/>
        <a:lstStyle/>
        <a:p>
          <a:pPr algn="l" rtl="0"/>
          <a:r>
            <a:rPr lang="en-US" sz="1600" b="0" i="0" u="none" dirty="0" smtClean="0">
              <a:solidFill>
                <a:schemeClr val="tx1"/>
              </a:solidFill>
            </a:rPr>
            <a:t>(3)</a:t>
          </a:r>
          <a:r>
            <a:rPr lang="zh-CN" sz="1600" b="0" i="0" u="none" dirty="0" smtClean="0">
              <a:solidFill>
                <a:schemeClr val="tx1"/>
              </a:solidFill>
            </a:rPr>
            <a:t>右键单击</a:t>
          </a:r>
          <a:endParaRPr lang="zh-CN" sz="1600" b="0" i="0" u="none" dirty="0">
            <a:solidFill>
              <a:schemeClr val="tx1"/>
            </a:solidFill>
          </a:endParaRPr>
        </a:p>
      </dgm:t>
    </dgm:pt>
    <dgm:pt modelId="{1A2885B6-F337-4E67-A499-96583F05F33D}" cxnId="{9BF2DE36-4360-4BA6-9DA5-55E0E9538807}" type="parTrans">
      <dgm:prSet/>
      <dgm:spPr/>
      <dgm:t>
        <a:bodyPr/>
        <a:lstStyle/>
        <a:p>
          <a:pPr algn="l"/>
          <a:endParaRPr lang="zh-CN" altLang="en-US" sz="1800" b="0" i="0" u="none">
            <a:solidFill>
              <a:schemeClr val="tx1"/>
            </a:solidFill>
          </a:endParaRPr>
        </a:p>
      </dgm:t>
    </dgm:pt>
    <dgm:pt modelId="{782CC3EB-31CD-4366-AEFD-F38C14C41545}" cxnId="{9BF2DE36-4360-4BA6-9DA5-55E0E9538807}" type="sibTrans">
      <dgm:prSet/>
      <dgm:spPr/>
      <dgm:t>
        <a:bodyPr/>
        <a:lstStyle/>
        <a:p>
          <a:pPr algn="l"/>
          <a:endParaRPr lang="zh-CN" altLang="en-US" sz="1800" b="0" i="0" u="none">
            <a:solidFill>
              <a:schemeClr val="tx1"/>
            </a:solidFill>
          </a:endParaRPr>
        </a:p>
      </dgm:t>
    </dgm:pt>
    <dgm:pt modelId="{D8FD08A2-C605-4573-9680-3902470EF882}">
      <dgm:prSet custT="1"/>
      <dgm:spPr/>
      <dgm:t>
        <a:bodyPr/>
        <a:lstStyle/>
        <a:p>
          <a:pPr algn="l" rtl="0"/>
          <a:r>
            <a:rPr lang="en-US" sz="1600" b="0" i="0" u="none" smtClean="0">
              <a:solidFill>
                <a:schemeClr val="tx1"/>
              </a:solidFill>
            </a:rPr>
            <a:t>(4)</a:t>
          </a:r>
          <a:r>
            <a:rPr lang="zh-CN" sz="1600" b="0" i="0" u="none" smtClean="0">
              <a:solidFill>
                <a:schemeClr val="tx1"/>
              </a:solidFill>
            </a:rPr>
            <a:t>双击</a:t>
          </a:r>
          <a:endParaRPr lang="zh-CN" sz="1600" b="0" i="0" u="none" dirty="0">
            <a:solidFill>
              <a:schemeClr val="tx1"/>
            </a:solidFill>
          </a:endParaRPr>
        </a:p>
      </dgm:t>
    </dgm:pt>
    <dgm:pt modelId="{1685F2F7-A708-4ABE-9E25-45864BA3A719}" cxnId="{BF1B2071-DBD0-46F9-B1E5-73A6032B1EA9}" type="parTrans">
      <dgm:prSet/>
      <dgm:spPr/>
      <dgm:t>
        <a:bodyPr/>
        <a:lstStyle/>
        <a:p>
          <a:pPr algn="l"/>
          <a:endParaRPr lang="zh-CN" altLang="en-US" sz="1800" b="0" i="0" u="none">
            <a:solidFill>
              <a:schemeClr val="tx1"/>
            </a:solidFill>
          </a:endParaRPr>
        </a:p>
      </dgm:t>
    </dgm:pt>
    <dgm:pt modelId="{FDE898BC-F304-4250-990C-1581F67655F6}" cxnId="{BF1B2071-DBD0-46F9-B1E5-73A6032B1EA9}" type="sibTrans">
      <dgm:prSet/>
      <dgm:spPr/>
      <dgm:t>
        <a:bodyPr/>
        <a:lstStyle/>
        <a:p>
          <a:pPr algn="l"/>
          <a:endParaRPr lang="zh-CN" altLang="en-US" sz="1800" b="0" i="0" u="none">
            <a:solidFill>
              <a:schemeClr val="tx1"/>
            </a:solidFill>
          </a:endParaRPr>
        </a:p>
      </dgm:t>
    </dgm:pt>
    <dgm:pt modelId="{CB91C9AE-A9B2-4001-A762-ED6B88C6BCEB}">
      <dgm:prSet custT="1"/>
      <dgm:spPr/>
      <dgm:t>
        <a:bodyPr/>
        <a:lstStyle/>
        <a:p>
          <a:pPr algn="l" rtl="0"/>
          <a:r>
            <a:rPr lang="en-US" sz="1600" b="0" i="0" u="none" smtClean="0">
              <a:solidFill>
                <a:schemeClr val="tx1"/>
              </a:solidFill>
            </a:rPr>
            <a:t>(5)</a:t>
          </a:r>
          <a:r>
            <a:rPr lang="zh-CN" sz="1600" b="0" i="0" u="none" smtClean="0">
              <a:solidFill>
                <a:schemeClr val="tx1"/>
              </a:solidFill>
            </a:rPr>
            <a:t>拖动</a:t>
          </a:r>
          <a:endParaRPr lang="zh-CN" sz="1600" b="0" i="0" u="none" dirty="0">
            <a:solidFill>
              <a:schemeClr val="tx1"/>
            </a:solidFill>
          </a:endParaRPr>
        </a:p>
      </dgm:t>
    </dgm:pt>
    <dgm:pt modelId="{C32DB04F-2858-456A-8030-20A6396375B0}" cxnId="{6FBE6C0D-E109-4105-80DA-BDE3E847140C}" type="parTrans">
      <dgm:prSet/>
      <dgm:spPr/>
      <dgm:t>
        <a:bodyPr/>
        <a:lstStyle/>
        <a:p>
          <a:pPr algn="l"/>
          <a:endParaRPr lang="zh-CN" altLang="en-US" sz="1800" b="0" i="0" u="none">
            <a:solidFill>
              <a:schemeClr val="tx1"/>
            </a:solidFill>
          </a:endParaRPr>
        </a:p>
      </dgm:t>
    </dgm:pt>
    <dgm:pt modelId="{B58BE1FA-BE74-438A-8561-60AC0D9344D4}" cxnId="{6FBE6C0D-E109-4105-80DA-BDE3E847140C}" type="sibTrans">
      <dgm:prSet/>
      <dgm:spPr/>
      <dgm:t>
        <a:bodyPr/>
        <a:lstStyle/>
        <a:p>
          <a:pPr algn="l"/>
          <a:endParaRPr lang="zh-CN" altLang="en-US" sz="1800" b="0" i="0" u="none">
            <a:solidFill>
              <a:schemeClr val="tx1"/>
            </a:solidFill>
          </a:endParaRPr>
        </a:p>
      </dgm:t>
    </dgm:pt>
    <dgm:pt modelId="{99A727F5-99FF-40B5-9AFE-522DA78FAADA}">
      <dgm:prSet custT="1"/>
      <dgm:spPr/>
      <dgm:t>
        <a:bodyPr/>
        <a:lstStyle/>
        <a:p>
          <a:pPr algn="l" rtl="0"/>
          <a:r>
            <a:rPr lang="en-US" sz="1600" b="0" i="0" u="none" smtClean="0">
              <a:solidFill>
                <a:schemeClr val="tx1"/>
              </a:solidFill>
            </a:rPr>
            <a:t>(6)</a:t>
          </a:r>
          <a:r>
            <a:rPr lang="zh-CN" sz="1600" b="0" i="0" u="none" smtClean="0">
              <a:solidFill>
                <a:schemeClr val="tx1"/>
              </a:solidFill>
            </a:rPr>
            <a:t>滚轮的使用</a:t>
          </a:r>
          <a:endParaRPr lang="zh-CN" sz="1600" b="0" i="0" u="none" dirty="0">
            <a:solidFill>
              <a:schemeClr val="tx1"/>
            </a:solidFill>
          </a:endParaRPr>
        </a:p>
      </dgm:t>
    </dgm:pt>
    <dgm:pt modelId="{98AA27CF-86CC-4F38-BE82-4963E5C1A5D8}" cxnId="{4B3B4E83-2CFC-4BE0-B099-61F592465EC1}" type="parTrans">
      <dgm:prSet/>
      <dgm:spPr/>
      <dgm:t>
        <a:bodyPr/>
        <a:lstStyle/>
        <a:p>
          <a:pPr algn="l"/>
          <a:endParaRPr lang="zh-CN" altLang="en-US" sz="1800" b="0" i="0" u="none">
            <a:solidFill>
              <a:schemeClr val="tx1"/>
            </a:solidFill>
          </a:endParaRPr>
        </a:p>
      </dgm:t>
    </dgm:pt>
    <dgm:pt modelId="{090E919D-DDE2-4DA6-BE6A-7A9E8767E907}" cxnId="{4B3B4E83-2CFC-4BE0-B099-61F592465EC1}" type="sibTrans">
      <dgm:prSet/>
      <dgm:spPr/>
      <dgm:t>
        <a:bodyPr/>
        <a:lstStyle/>
        <a:p>
          <a:pPr algn="l"/>
          <a:endParaRPr lang="zh-CN" altLang="en-US" sz="1800" b="0" i="0" u="none">
            <a:solidFill>
              <a:schemeClr val="tx1"/>
            </a:solidFill>
          </a:endParaRPr>
        </a:p>
      </dgm:t>
    </dgm:pt>
    <dgm:pt modelId="{3ACE1106-98A9-4A8B-A055-30D0A2317886}" type="pres">
      <dgm:prSet presAssocID="{1BBB5ACA-6CFB-4A5A-B0BB-17C7CE63C13B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9AFDD827-E17B-4168-ACC3-5A47A680CA33}" type="pres">
      <dgm:prSet presAssocID="{823D3CFB-58FA-4E2C-9815-D03CD3457BE9}" presName="linNode" presStyleCnt="0"/>
      <dgm:spPr/>
    </dgm:pt>
    <dgm:pt modelId="{863E6B68-F4CF-43A7-828C-86E50BD16FED}" type="pres">
      <dgm:prSet presAssocID="{823D3CFB-58FA-4E2C-9815-D03CD3457BE9}" presName="parentText" presStyleLbl="node1" presStyleIdx="0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EB8EAF4-7B92-4FD0-BAFB-8C4EF6F5935E}" type="pres">
      <dgm:prSet presAssocID="{C9DA6D23-FC43-4D22-B7D4-ED93F7BA8F58}" presName="sp" presStyleCnt="0"/>
      <dgm:spPr/>
    </dgm:pt>
    <dgm:pt modelId="{4C2E1AF2-C16A-40B1-BDB8-C049388EE36A}" type="pres">
      <dgm:prSet presAssocID="{D488DFC3-F3E7-485D-9691-D59F5C2F359F}" presName="linNode" presStyleCnt="0"/>
      <dgm:spPr/>
    </dgm:pt>
    <dgm:pt modelId="{8643AA7F-4A14-4815-97F6-D87A4EB0D1A2}" type="pres">
      <dgm:prSet presAssocID="{D488DFC3-F3E7-485D-9691-D59F5C2F359F}" presName="parentText" presStyleLbl="node1" presStyleIdx="1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1052464-46E8-488E-BB3C-5AF4ED9E2EB8}" type="pres">
      <dgm:prSet presAssocID="{0E02217A-7DCF-47C5-98F0-C6A60D0C17CC}" presName="sp" presStyleCnt="0"/>
      <dgm:spPr/>
    </dgm:pt>
    <dgm:pt modelId="{DD2AA789-6F34-4353-8584-F92B57C475D3}" type="pres">
      <dgm:prSet presAssocID="{86246564-E76C-4595-8E06-780E7215388B}" presName="linNode" presStyleCnt="0"/>
      <dgm:spPr/>
    </dgm:pt>
    <dgm:pt modelId="{5BF1FE98-4910-4831-8DE9-B09858B90E04}" type="pres">
      <dgm:prSet presAssocID="{86246564-E76C-4595-8E06-780E7215388B}" presName="parentText" presStyleLbl="node1" presStyleIdx="2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EF00995-4535-4A18-B35C-C50B56FBF970}" type="pres">
      <dgm:prSet presAssocID="{782CC3EB-31CD-4366-AEFD-F38C14C41545}" presName="sp" presStyleCnt="0"/>
      <dgm:spPr/>
    </dgm:pt>
    <dgm:pt modelId="{A95954E7-53A8-42CE-AA0B-E2307A8E9EE6}" type="pres">
      <dgm:prSet presAssocID="{D8FD08A2-C605-4573-9680-3902470EF882}" presName="linNode" presStyleCnt="0"/>
      <dgm:spPr/>
    </dgm:pt>
    <dgm:pt modelId="{767C9ADF-5884-4B87-A5AD-834EBF336EF0}" type="pres">
      <dgm:prSet presAssocID="{D8FD08A2-C605-4573-9680-3902470EF882}" presName="parentText" presStyleLbl="node1" presStyleIdx="3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59A8B2A-AD48-4E05-AFC0-17CBE17B429E}" type="pres">
      <dgm:prSet presAssocID="{FDE898BC-F304-4250-990C-1581F67655F6}" presName="sp" presStyleCnt="0"/>
      <dgm:spPr/>
    </dgm:pt>
    <dgm:pt modelId="{528BD1DF-6348-469F-AFED-6BB4A5B7F3C1}" type="pres">
      <dgm:prSet presAssocID="{CB91C9AE-A9B2-4001-A762-ED6B88C6BCEB}" presName="linNode" presStyleCnt="0"/>
      <dgm:spPr/>
    </dgm:pt>
    <dgm:pt modelId="{357FD1FA-BB41-49D8-BA0E-7C14E3D90026}" type="pres">
      <dgm:prSet presAssocID="{CB91C9AE-A9B2-4001-A762-ED6B88C6BCEB}" presName="parentText" presStyleLbl="node1" presStyleIdx="4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EF5716D-C1DF-42C1-8C0B-734A216DF916}" type="pres">
      <dgm:prSet presAssocID="{B58BE1FA-BE74-438A-8561-60AC0D9344D4}" presName="sp" presStyleCnt="0"/>
      <dgm:spPr/>
    </dgm:pt>
    <dgm:pt modelId="{3BF92BBB-F2AD-4EC0-8EE4-AA4C90871069}" type="pres">
      <dgm:prSet presAssocID="{99A727F5-99FF-40B5-9AFE-522DA78FAADA}" presName="linNode" presStyleCnt="0"/>
      <dgm:spPr/>
    </dgm:pt>
    <dgm:pt modelId="{A37C55F3-6C3B-45DB-8603-25F96D5D3662}" type="pres">
      <dgm:prSet presAssocID="{99A727F5-99FF-40B5-9AFE-522DA78FAADA}" presName="parentText" presStyleLbl="node1" presStyleIdx="5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7A2AE385-669B-4D7F-B9D0-660870027C7A}" srcId="{1BBB5ACA-6CFB-4A5A-B0BB-17C7CE63C13B}" destId="{D488DFC3-F3E7-485D-9691-D59F5C2F359F}" srcOrd="1" destOrd="0" parTransId="{7C694254-E506-4197-B446-AFE63A47A80F}" sibTransId="{0E02217A-7DCF-47C5-98F0-C6A60D0C17CC}"/>
    <dgm:cxn modelId="{9BF2DE36-4360-4BA6-9DA5-55E0E9538807}" srcId="{1BBB5ACA-6CFB-4A5A-B0BB-17C7CE63C13B}" destId="{86246564-E76C-4595-8E06-780E7215388B}" srcOrd="2" destOrd="0" parTransId="{1A2885B6-F337-4E67-A499-96583F05F33D}" sibTransId="{782CC3EB-31CD-4366-AEFD-F38C14C41545}"/>
    <dgm:cxn modelId="{3D7C3B97-0F0B-44E5-82D5-F8559753E291}" type="presOf" srcId="{823D3CFB-58FA-4E2C-9815-D03CD3457BE9}" destId="{863E6B68-F4CF-43A7-828C-86E50BD16FED}" srcOrd="0" destOrd="0" presId="urn:microsoft.com/office/officeart/2005/8/layout/vList5"/>
    <dgm:cxn modelId="{3C9D3703-A59C-41D6-9193-01D98F3D6F21}" type="presOf" srcId="{D488DFC3-F3E7-485D-9691-D59F5C2F359F}" destId="{8643AA7F-4A14-4815-97F6-D87A4EB0D1A2}" srcOrd="0" destOrd="0" presId="urn:microsoft.com/office/officeart/2005/8/layout/vList5"/>
    <dgm:cxn modelId="{1CF3F3E9-4A90-49C1-A7E6-A33A102E2DF3}" type="presOf" srcId="{CB91C9AE-A9B2-4001-A762-ED6B88C6BCEB}" destId="{357FD1FA-BB41-49D8-BA0E-7C14E3D90026}" srcOrd="0" destOrd="0" presId="urn:microsoft.com/office/officeart/2005/8/layout/vList5"/>
    <dgm:cxn modelId="{DC28EE60-EC1E-4B64-85D4-5DF25FCA0535}" type="presOf" srcId="{99A727F5-99FF-40B5-9AFE-522DA78FAADA}" destId="{A37C55F3-6C3B-45DB-8603-25F96D5D3662}" srcOrd="0" destOrd="0" presId="urn:microsoft.com/office/officeart/2005/8/layout/vList5"/>
    <dgm:cxn modelId="{6FBE6C0D-E109-4105-80DA-BDE3E847140C}" srcId="{1BBB5ACA-6CFB-4A5A-B0BB-17C7CE63C13B}" destId="{CB91C9AE-A9B2-4001-A762-ED6B88C6BCEB}" srcOrd="4" destOrd="0" parTransId="{C32DB04F-2858-456A-8030-20A6396375B0}" sibTransId="{B58BE1FA-BE74-438A-8561-60AC0D9344D4}"/>
    <dgm:cxn modelId="{F548AA45-B255-48BF-A70C-DB48E122FF0B}" srcId="{1BBB5ACA-6CFB-4A5A-B0BB-17C7CE63C13B}" destId="{823D3CFB-58FA-4E2C-9815-D03CD3457BE9}" srcOrd="0" destOrd="0" parTransId="{EE62173F-926B-4DB6-93F7-9A3E0471F12C}" sibTransId="{C9DA6D23-FC43-4D22-B7D4-ED93F7BA8F58}"/>
    <dgm:cxn modelId="{E12F67D8-3DFB-4E84-8D3B-27C2B4028FB4}" type="presOf" srcId="{D8FD08A2-C605-4573-9680-3902470EF882}" destId="{767C9ADF-5884-4B87-A5AD-834EBF336EF0}" srcOrd="0" destOrd="0" presId="urn:microsoft.com/office/officeart/2005/8/layout/vList5"/>
    <dgm:cxn modelId="{4B3B4E83-2CFC-4BE0-B099-61F592465EC1}" srcId="{1BBB5ACA-6CFB-4A5A-B0BB-17C7CE63C13B}" destId="{99A727F5-99FF-40B5-9AFE-522DA78FAADA}" srcOrd="5" destOrd="0" parTransId="{98AA27CF-86CC-4F38-BE82-4963E5C1A5D8}" sibTransId="{090E919D-DDE2-4DA6-BE6A-7A9E8767E907}"/>
    <dgm:cxn modelId="{BF1B2071-DBD0-46F9-B1E5-73A6032B1EA9}" srcId="{1BBB5ACA-6CFB-4A5A-B0BB-17C7CE63C13B}" destId="{D8FD08A2-C605-4573-9680-3902470EF882}" srcOrd="3" destOrd="0" parTransId="{1685F2F7-A708-4ABE-9E25-45864BA3A719}" sibTransId="{FDE898BC-F304-4250-990C-1581F67655F6}"/>
    <dgm:cxn modelId="{9634D603-F625-4C34-917C-58A1A751BFBC}" type="presOf" srcId="{86246564-E76C-4595-8E06-780E7215388B}" destId="{5BF1FE98-4910-4831-8DE9-B09858B90E04}" srcOrd="0" destOrd="0" presId="urn:microsoft.com/office/officeart/2005/8/layout/vList5"/>
    <dgm:cxn modelId="{CEAC1572-70B0-4529-A1A9-F237487DE692}" type="presOf" srcId="{1BBB5ACA-6CFB-4A5A-B0BB-17C7CE63C13B}" destId="{3ACE1106-98A9-4A8B-A055-30D0A2317886}" srcOrd="0" destOrd="0" presId="urn:microsoft.com/office/officeart/2005/8/layout/vList5"/>
    <dgm:cxn modelId="{E4A4311B-6EA4-4DAC-8B18-B2559F4732EB}" type="presParOf" srcId="{3ACE1106-98A9-4A8B-A055-30D0A2317886}" destId="{9AFDD827-E17B-4168-ACC3-5A47A680CA33}" srcOrd="0" destOrd="0" presId="urn:microsoft.com/office/officeart/2005/8/layout/vList5"/>
    <dgm:cxn modelId="{CE1A7BD9-71E9-4CDD-8D0A-45A1AEBBC213}" type="presParOf" srcId="{9AFDD827-E17B-4168-ACC3-5A47A680CA33}" destId="{863E6B68-F4CF-43A7-828C-86E50BD16FED}" srcOrd="0" destOrd="0" presId="urn:microsoft.com/office/officeart/2005/8/layout/vList5"/>
    <dgm:cxn modelId="{4221698F-A356-47A3-A132-C45AAA9A4F8E}" type="presParOf" srcId="{3ACE1106-98A9-4A8B-A055-30D0A2317886}" destId="{EEB8EAF4-7B92-4FD0-BAFB-8C4EF6F5935E}" srcOrd="1" destOrd="0" presId="urn:microsoft.com/office/officeart/2005/8/layout/vList5"/>
    <dgm:cxn modelId="{21C9210A-5142-4E4F-8DE6-BCD0D86E8DA7}" type="presParOf" srcId="{3ACE1106-98A9-4A8B-A055-30D0A2317886}" destId="{4C2E1AF2-C16A-40B1-BDB8-C049388EE36A}" srcOrd="2" destOrd="0" presId="urn:microsoft.com/office/officeart/2005/8/layout/vList5"/>
    <dgm:cxn modelId="{12029899-06DF-41A5-AA89-62DDA583B6A6}" type="presParOf" srcId="{4C2E1AF2-C16A-40B1-BDB8-C049388EE36A}" destId="{8643AA7F-4A14-4815-97F6-D87A4EB0D1A2}" srcOrd="0" destOrd="0" presId="urn:microsoft.com/office/officeart/2005/8/layout/vList5"/>
    <dgm:cxn modelId="{4956F870-0345-4120-A9F6-36E9BE273C22}" type="presParOf" srcId="{3ACE1106-98A9-4A8B-A055-30D0A2317886}" destId="{31052464-46E8-488E-BB3C-5AF4ED9E2EB8}" srcOrd="3" destOrd="0" presId="urn:microsoft.com/office/officeart/2005/8/layout/vList5"/>
    <dgm:cxn modelId="{B9209E17-2922-4B2C-8CB2-6210A5A28E16}" type="presParOf" srcId="{3ACE1106-98A9-4A8B-A055-30D0A2317886}" destId="{DD2AA789-6F34-4353-8584-F92B57C475D3}" srcOrd="4" destOrd="0" presId="urn:microsoft.com/office/officeart/2005/8/layout/vList5"/>
    <dgm:cxn modelId="{2E704B46-E178-478A-A3EB-42BF88C6F61A}" type="presParOf" srcId="{DD2AA789-6F34-4353-8584-F92B57C475D3}" destId="{5BF1FE98-4910-4831-8DE9-B09858B90E04}" srcOrd="0" destOrd="0" presId="urn:microsoft.com/office/officeart/2005/8/layout/vList5"/>
    <dgm:cxn modelId="{D4DDF7E7-5947-4E34-B022-765AB7E939E8}" type="presParOf" srcId="{3ACE1106-98A9-4A8B-A055-30D0A2317886}" destId="{7EF00995-4535-4A18-B35C-C50B56FBF970}" srcOrd="5" destOrd="0" presId="urn:microsoft.com/office/officeart/2005/8/layout/vList5"/>
    <dgm:cxn modelId="{F8A64BC1-8FA4-4505-808E-232CB8A8C385}" type="presParOf" srcId="{3ACE1106-98A9-4A8B-A055-30D0A2317886}" destId="{A95954E7-53A8-42CE-AA0B-E2307A8E9EE6}" srcOrd="6" destOrd="0" presId="urn:microsoft.com/office/officeart/2005/8/layout/vList5"/>
    <dgm:cxn modelId="{1F4971D2-7CC8-49C0-9CEF-74854B37900E}" type="presParOf" srcId="{A95954E7-53A8-42CE-AA0B-E2307A8E9EE6}" destId="{767C9ADF-5884-4B87-A5AD-834EBF336EF0}" srcOrd="0" destOrd="0" presId="urn:microsoft.com/office/officeart/2005/8/layout/vList5"/>
    <dgm:cxn modelId="{648ABCE3-9C09-4674-AEBD-BA0E08A2811A}" type="presParOf" srcId="{3ACE1106-98A9-4A8B-A055-30D0A2317886}" destId="{059A8B2A-AD48-4E05-AFC0-17CBE17B429E}" srcOrd="7" destOrd="0" presId="urn:microsoft.com/office/officeart/2005/8/layout/vList5"/>
    <dgm:cxn modelId="{2C1080D4-33B9-44DF-BF35-D2C16B94E0C7}" type="presParOf" srcId="{3ACE1106-98A9-4A8B-A055-30D0A2317886}" destId="{528BD1DF-6348-469F-AFED-6BB4A5B7F3C1}" srcOrd="8" destOrd="0" presId="urn:microsoft.com/office/officeart/2005/8/layout/vList5"/>
    <dgm:cxn modelId="{C2FD04CC-C55D-4069-AD8E-D6B540A64FDA}" type="presParOf" srcId="{528BD1DF-6348-469F-AFED-6BB4A5B7F3C1}" destId="{357FD1FA-BB41-49D8-BA0E-7C14E3D90026}" srcOrd="0" destOrd="0" presId="urn:microsoft.com/office/officeart/2005/8/layout/vList5"/>
    <dgm:cxn modelId="{6EF22A57-A4A0-4770-BDC4-7E28B418B805}" type="presParOf" srcId="{3ACE1106-98A9-4A8B-A055-30D0A2317886}" destId="{FEF5716D-C1DF-42C1-8C0B-734A216DF916}" srcOrd="9" destOrd="0" presId="urn:microsoft.com/office/officeart/2005/8/layout/vList5"/>
    <dgm:cxn modelId="{CC20A808-042A-4BFE-BF8B-9D68E11213AE}" type="presParOf" srcId="{3ACE1106-98A9-4A8B-A055-30D0A2317886}" destId="{3BF92BBB-F2AD-4EC0-8EE4-AA4C90871069}" srcOrd="10" destOrd="0" presId="urn:microsoft.com/office/officeart/2005/8/layout/vList5"/>
    <dgm:cxn modelId="{B7CF62BC-A6A2-4DBB-BBD1-F881D06BA329}" type="presParOf" srcId="{3BF92BBB-F2AD-4EC0-8EE4-AA4C90871069}" destId="{A37C55F3-6C3B-45DB-8603-25F96D5D3662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8C1886E-206A-4007-8EA3-54057E34CE7C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ACB5D51-5644-4866-B536-C24A1330C6DC}">
      <dgm:prSet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pPr algn="l" rtl="0"/>
          <a:r>
            <a:rPr lang="en-US" sz="1400" dirty="0" smtClean="0"/>
            <a:t>(1)</a:t>
          </a:r>
          <a:r>
            <a:rPr lang="zh-CN" sz="1400" dirty="0" smtClean="0"/>
            <a:t>剪切</a:t>
          </a:r>
          <a:r>
            <a:rPr lang="en-US" sz="1400" dirty="0" smtClean="0"/>
            <a:t>(Ctrl+X):</a:t>
          </a:r>
          <a:r>
            <a:rPr lang="zh-CN" sz="1400" dirty="0" smtClean="0"/>
            <a:t>将所选内容移动到剪贴板中。</a:t>
          </a:r>
          <a:endParaRPr lang="zh-CN" sz="1400" dirty="0"/>
        </a:p>
      </dgm:t>
    </dgm:pt>
    <dgm:pt modelId="{099C557F-2933-4F12-BB53-2792C3075DF5}" cxnId="{8C3F1631-F877-48EF-A477-B669F98AD4A5}" type="parTrans">
      <dgm:prSet/>
      <dgm:spPr/>
      <dgm:t>
        <a:bodyPr/>
        <a:lstStyle/>
        <a:p>
          <a:endParaRPr lang="zh-CN" altLang="en-US"/>
        </a:p>
      </dgm:t>
    </dgm:pt>
    <dgm:pt modelId="{DE37B6A6-DDA9-41EA-B0B2-0FE3517E220C}" cxnId="{8C3F1631-F877-48EF-A477-B669F98AD4A5}" type="sibTrans">
      <dgm:prSet/>
      <dgm:spPr/>
      <dgm:t>
        <a:bodyPr/>
        <a:lstStyle/>
        <a:p>
          <a:endParaRPr lang="zh-CN" altLang="en-US"/>
        </a:p>
      </dgm:t>
    </dgm:pt>
    <dgm:pt modelId="{1CDC904D-79D9-4154-B64A-08F002ED4BF2}">
      <dgm:prSet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pPr algn="l" rtl="0"/>
          <a:r>
            <a:rPr lang="en-US" sz="1400" dirty="0" smtClean="0"/>
            <a:t>(2)</a:t>
          </a:r>
          <a:r>
            <a:rPr lang="zh-CN" sz="1400" dirty="0" smtClean="0"/>
            <a:t>复制</a:t>
          </a:r>
          <a:r>
            <a:rPr lang="en-US" sz="1400" dirty="0" smtClean="0"/>
            <a:t>(Ctrl+C):</a:t>
          </a:r>
          <a:r>
            <a:rPr lang="zh-CN" sz="1400" dirty="0" smtClean="0"/>
            <a:t>将所选内容复制到剪贴板中。</a:t>
          </a:r>
          <a:endParaRPr lang="zh-CN" sz="1400" dirty="0"/>
        </a:p>
      </dgm:t>
    </dgm:pt>
    <dgm:pt modelId="{B49B3D14-7C48-4901-813F-CE7956EEBFC4}" cxnId="{F38E8528-7CC6-4664-94A1-148C44DC7234}" type="parTrans">
      <dgm:prSet/>
      <dgm:spPr/>
      <dgm:t>
        <a:bodyPr/>
        <a:lstStyle/>
        <a:p>
          <a:endParaRPr lang="zh-CN" altLang="en-US"/>
        </a:p>
      </dgm:t>
    </dgm:pt>
    <dgm:pt modelId="{2070261C-4617-49F1-BDC6-6B6710EA4720}" cxnId="{F38E8528-7CC6-4664-94A1-148C44DC7234}" type="sibTrans">
      <dgm:prSet/>
      <dgm:spPr/>
      <dgm:t>
        <a:bodyPr/>
        <a:lstStyle/>
        <a:p>
          <a:endParaRPr lang="zh-CN" altLang="en-US"/>
        </a:p>
      </dgm:t>
    </dgm:pt>
    <dgm:pt modelId="{C76E3397-4DF6-4122-9AE1-0BD3CA789A7D}">
      <dgm:prSet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pPr algn="l" rtl="0"/>
          <a:r>
            <a:rPr lang="en-US" sz="1400" dirty="0" smtClean="0"/>
            <a:t>(3)</a:t>
          </a:r>
          <a:r>
            <a:rPr lang="zh-CN" sz="1400" dirty="0" smtClean="0"/>
            <a:t>粘贴</a:t>
          </a:r>
          <a:r>
            <a:rPr lang="en-US" sz="1400" dirty="0" smtClean="0"/>
            <a:t>(Ctrl+V):</a:t>
          </a:r>
          <a:r>
            <a:rPr lang="zh-CN" sz="1400" dirty="0" smtClean="0"/>
            <a:t>将剪贴板的内容插入到指定的位置。</a:t>
          </a:r>
          <a:endParaRPr lang="zh-CN" sz="1400" dirty="0"/>
        </a:p>
      </dgm:t>
    </dgm:pt>
    <dgm:pt modelId="{5254738E-819D-4185-912D-5D0D0A9BAE1E}" cxnId="{ADE0362A-3D69-4CAE-ADCF-04F2F91F72AC}" type="parTrans">
      <dgm:prSet/>
      <dgm:spPr/>
      <dgm:t>
        <a:bodyPr/>
        <a:lstStyle/>
        <a:p>
          <a:endParaRPr lang="zh-CN" altLang="en-US"/>
        </a:p>
      </dgm:t>
    </dgm:pt>
    <dgm:pt modelId="{E8C9DA0C-0937-4045-9584-5CDA7FE91911}" cxnId="{ADE0362A-3D69-4CAE-ADCF-04F2F91F72AC}" type="sibTrans">
      <dgm:prSet/>
      <dgm:spPr/>
      <dgm:t>
        <a:bodyPr/>
        <a:lstStyle/>
        <a:p>
          <a:endParaRPr lang="zh-CN" altLang="en-US"/>
        </a:p>
      </dgm:t>
    </dgm:pt>
    <dgm:pt modelId="{C40A34E3-7AA9-41D2-AF9C-C1BA353B9BEA}">
      <dgm:prSet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pPr algn="l" rtl="0"/>
          <a:r>
            <a:rPr lang="en-US" sz="1400" dirty="0" smtClean="0"/>
            <a:t>(4)</a:t>
          </a:r>
          <a:r>
            <a:rPr lang="zh-CN" sz="1400" dirty="0" smtClean="0"/>
            <a:t>屏幕复制</a:t>
          </a:r>
          <a:endParaRPr lang="zh-CN" sz="1400" dirty="0"/>
        </a:p>
      </dgm:t>
    </dgm:pt>
    <dgm:pt modelId="{7B171F24-CE78-4CA0-92F6-A5334FEDD116}" cxnId="{0860E9D9-2F6B-4FE7-9CE9-2624AE9DFDC0}" type="parTrans">
      <dgm:prSet/>
      <dgm:spPr/>
      <dgm:t>
        <a:bodyPr/>
        <a:lstStyle/>
        <a:p>
          <a:endParaRPr lang="zh-CN" altLang="en-US"/>
        </a:p>
      </dgm:t>
    </dgm:pt>
    <dgm:pt modelId="{E6F2F617-9FBC-4CD6-B8EF-D82582CC013F}" cxnId="{0860E9D9-2F6B-4FE7-9CE9-2624AE9DFDC0}" type="sibTrans">
      <dgm:prSet/>
      <dgm:spPr/>
      <dgm:t>
        <a:bodyPr/>
        <a:lstStyle/>
        <a:p>
          <a:endParaRPr lang="zh-CN" altLang="en-US"/>
        </a:p>
      </dgm:t>
    </dgm:pt>
    <dgm:pt modelId="{8F047B9B-56A8-44A2-8E50-B84BD81F9A5C}" type="pres">
      <dgm:prSet presAssocID="{18C1886E-206A-4007-8EA3-54057E34CE7C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82C03B65-E648-49A3-8193-E6639F585C99}" type="pres">
      <dgm:prSet presAssocID="{2ACB5D51-5644-4866-B536-C24A1330C6DC}" presName="horFlow" presStyleCnt="0"/>
      <dgm:spPr/>
    </dgm:pt>
    <dgm:pt modelId="{F22DB087-C562-4E79-9CA3-AECC8E4A740F}" type="pres">
      <dgm:prSet presAssocID="{2ACB5D51-5644-4866-B536-C24A1330C6DC}" presName="bigChev" presStyleLbl="node1" presStyleIdx="0" presStyleCnt="4" custScaleX="376178" custLinFactNeighborX="3105" custLinFactNeighborY="9402"/>
      <dgm:spPr/>
      <dgm:t>
        <a:bodyPr/>
        <a:lstStyle/>
        <a:p>
          <a:endParaRPr lang="zh-CN" altLang="en-US"/>
        </a:p>
      </dgm:t>
    </dgm:pt>
    <dgm:pt modelId="{857B300E-9A71-4FE2-A2FF-28315BD2DC70}" type="pres">
      <dgm:prSet presAssocID="{2ACB5D51-5644-4866-B536-C24A1330C6DC}" presName="vSp" presStyleCnt="0"/>
      <dgm:spPr/>
    </dgm:pt>
    <dgm:pt modelId="{BD7F8BEB-8575-44F0-89F0-FB6D17765FF4}" type="pres">
      <dgm:prSet presAssocID="{1CDC904D-79D9-4154-B64A-08F002ED4BF2}" presName="horFlow" presStyleCnt="0"/>
      <dgm:spPr/>
    </dgm:pt>
    <dgm:pt modelId="{55362562-D7DA-4836-888F-6F5BD0E3D8D1}" type="pres">
      <dgm:prSet presAssocID="{1CDC904D-79D9-4154-B64A-08F002ED4BF2}" presName="bigChev" presStyleLbl="node1" presStyleIdx="1" presStyleCnt="4" custScaleX="376178" custLinFactNeighborX="656" custLinFactNeighborY="5914"/>
      <dgm:spPr/>
      <dgm:t>
        <a:bodyPr/>
        <a:lstStyle/>
        <a:p>
          <a:endParaRPr lang="zh-CN" altLang="en-US"/>
        </a:p>
      </dgm:t>
    </dgm:pt>
    <dgm:pt modelId="{A7712772-FE84-44D5-A578-8342D10A22F5}" type="pres">
      <dgm:prSet presAssocID="{1CDC904D-79D9-4154-B64A-08F002ED4BF2}" presName="vSp" presStyleCnt="0"/>
      <dgm:spPr/>
    </dgm:pt>
    <dgm:pt modelId="{608D320D-9230-43B5-9737-302319174839}" type="pres">
      <dgm:prSet presAssocID="{C76E3397-4DF6-4122-9AE1-0BD3CA789A7D}" presName="horFlow" presStyleCnt="0"/>
      <dgm:spPr/>
    </dgm:pt>
    <dgm:pt modelId="{47DCBDC5-F009-4D8B-802F-73BA8D53527D}" type="pres">
      <dgm:prSet presAssocID="{C76E3397-4DF6-4122-9AE1-0BD3CA789A7D}" presName="bigChev" presStyleLbl="node1" presStyleIdx="2" presStyleCnt="4" custScaleX="376178" custLinFactNeighborX="656" custLinFactNeighborY="5914"/>
      <dgm:spPr/>
      <dgm:t>
        <a:bodyPr/>
        <a:lstStyle/>
        <a:p>
          <a:endParaRPr lang="zh-CN" altLang="en-US"/>
        </a:p>
      </dgm:t>
    </dgm:pt>
    <dgm:pt modelId="{A9F36F6A-A704-4BBB-9368-C6E578445078}" type="pres">
      <dgm:prSet presAssocID="{C76E3397-4DF6-4122-9AE1-0BD3CA789A7D}" presName="vSp" presStyleCnt="0"/>
      <dgm:spPr/>
    </dgm:pt>
    <dgm:pt modelId="{9D075C0E-169E-4F8B-BAA8-9CC96BE89D56}" type="pres">
      <dgm:prSet presAssocID="{C40A34E3-7AA9-41D2-AF9C-C1BA353B9BEA}" presName="horFlow" presStyleCnt="0"/>
      <dgm:spPr/>
    </dgm:pt>
    <dgm:pt modelId="{A8830DF9-A661-48C4-A9D2-83FD39A3765D}" type="pres">
      <dgm:prSet presAssocID="{C40A34E3-7AA9-41D2-AF9C-C1BA353B9BEA}" presName="bigChev" presStyleLbl="node1" presStyleIdx="3" presStyleCnt="4" custScaleX="376178" custLinFactNeighborX="656" custLinFactNeighborY="5914"/>
      <dgm:spPr/>
      <dgm:t>
        <a:bodyPr/>
        <a:lstStyle/>
        <a:p>
          <a:endParaRPr lang="zh-CN" altLang="en-US"/>
        </a:p>
      </dgm:t>
    </dgm:pt>
  </dgm:ptLst>
  <dgm:cxnLst>
    <dgm:cxn modelId="{29EA2113-7433-43C7-87CA-DC011D1A9B9C}" type="presOf" srcId="{2ACB5D51-5644-4866-B536-C24A1330C6DC}" destId="{F22DB087-C562-4E79-9CA3-AECC8E4A740F}" srcOrd="0" destOrd="0" presId="urn:microsoft.com/office/officeart/2005/8/layout/lProcess3"/>
    <dgm:cxn modelId="{ADE0362A-3D69-4CAE-ADCF-04F2F91F72AC}" srcId="{18C1886E-206A-4007-8EA3-54057E34CE7C}" destId="{C76E3397-4DF6-4122-9AE1-0BD3CA789A7D}" srcOrd="2" destOrd="0" parTransId="{5254738E-819D-4185-912D-5D0D0A9BAE1E}" sibTransId="{E8C9DA0C-0937-4045-9584-5CDA7FE91911}"/>
    <dgm:cxn modelId="{A431D362-7B47-4118-B2A5-B805B9515C43}" type="presOf" srcId="{C76E3397-4DF6-4122-9AE1-0BD3CA789A7D}" destId="{47DCBDC5-F009-4D8B-802F-73BA8D53527D}" srcOrd="0" destOrd="0" presId="urn:microsoft.com/office/officeart/2005/8/layout/lProcess3"/>
    <dgm:cxn modelId="{FEDB2D97-5918-418F-B13B-0E705FDC1C74}" type="presOf" srcId="{18C1886E-206A-4007-8EA3-54057E34CE7C}" destId="{8F047B9B-56A8-44A2-8E50-B84BD81F9A5C}" srcOrd="0" destOrd="0" presId="urn:microsoft.com/office/officeart/2005/8/layout/lProcess3"/>
    <dgm:cxn modelId="{0860E9D9-2F6B-4FE7-9CE9-2624AE9DFDC0}" srcId="{18C1886E-206A-4007-8EA3-54057E34CE7C}" destId="{C40A34E3-7AA9-41D2-AF9C-C1BA353B9BEA}" srcOrd="3" destOrd="0" parTransId="{7B171F24-CE78-4CA0-92F6-A5334FEDD116}" sibTransId="{E6F2F617-9FBC-4CD6-B8EF-D82582CC013F}"/>
    <dgm:cxn modelId="{F38E8528-7CC6-4664-94A1-148C44DC7234}" srcId="{18C1886E-206A-4007-8EA3-54057E34CE7C}" destId="{1CDC904D-79D9-4154-B64A-08F002ED4BF2}" srcOrd="1" destOrd="0" parTransId="{B49B3D14-7C48-4901-813F-CE7956EEBFC4}" sibTransId="{2070261C-4617-49F1-BDC6-6B6710EA4720}"/>
    <dgm:cxn modelId="{971821B3-E951-4B15-8545-D047BFFA0786}" type="presOf" srcId="{C40A34E3-7AA9-41D2-AF9C-C1BA353B9BEA}" destId="{A8830DF9-A661-48C4-A9D2-83FD39A3765D}" srcOrd="0" destOrd="0" presId="urn:microsoft.com/office/officeart/2005/8/layout/lProcess3"/>
    <dgm:cxn modelId="{BA84A87D-FA74-4927-B2CC-F4978A47CC0E}" type="presOf" srcId="{1CDC904D-79D9-4154-B64A-08F002ED4BF2}" destId="{55362562-D7DA-4836-888F-6F5BD0E3D8D1}" srcOrd="0" destOrd="0" presId="urn:microsoft.com/office/officeart/2005/8/layout/lProcess3"/>
    <dgm:cxn modelId="{8C3F1631-F877-48EF-A477-B669F98AD4A5}" srcId="{18C1886E-206A-4007-8EA3-54057E34CE7C}" destId="{2ACB5D51-5644-4866-B536-C24A1330C6DC}" srcOrd="0" destOrd="0" parTransId="{099C557F-2933-4F12-BB53-2792C3075DF5}" sibTransId="{DE37B6A6-DDA9-41EA-B0B2-0FE3517E220C}"/>
    <dgm:cxn modelId="{819BFD5E-83DC-48A7-BDD1-431833517994}" type="presParOf" srcId="{8F047B9B-56A8-44A2-8E50-B84BD81F9A5C}" destId="{82C03B65-E648-49A3-8193-E6639F585C99}" srcOrd="0" destOrd="0" presId="urn:microsoft.com/office/officeart/2005/8/layout/lProcess3"/>
    <dgm:cxn modelId="{81CE8131-EEDD-4359-B8F2-74CDE0493D08}" type="presParOf" srcId="{82C03B65-E648-49A3-8193-E6639F585C99}" destId="{F22DB087-C562-4E79-9CA3-AECC8E4A740F}" srcOrd="0" destOrd="0" presId="urn:microsoft.com/office/officeart/2005/8/layout/lProcess3"/>
    <dgm:cxn modelId="{72FFC7EA-6BD6-4C62-B54D-87D7364EDA7C}" type="presParOf" srcId="{8F047B9B-56A8-44A2-8E50-B84BD81F9A5C}" destId="{857B300E-9A71-4FE2-A2FF-28315BD2DC70}" srcOrd="1" destOrd="0" presId="urn:microsoft.com/office/officeart/2005/8/layout/lProcess3"/>
    <dgm:cxn modelId="{28C67C82-A40A-4C8D-A569-73FA21C61F4B}" type="presParOf" srcId="{8F047B9B-56A8-44A2-8E50-B84BD81F9A5C}" destId="{BD7F8BEB-8575-44F0-89F0-FB6D17765FF4}" srcOrd="2" destOrd="0" presId="urn:microsoft.com/office/officeart/2005/8/layout/lProcess3"/>
    <dgm:cxn modelId="{326E9DE0-94F3-44D6-8216-6B94253F6E2C}" type="presParOf" srcId="{BD7F8BEB-8575-44F0-89F0-FB6D17765FF4}" destId="{55362562-D7DA-4836-888F-6F5BD0E3D8D1}" srcOrd="0" destOrd="0" presId="urn:microsoft.com/office/officeart/2005/8/layout/lProcess3"/>
    <dgm:cxn modelId="{752449EF-7222-45DF-AAF5-47D29F9C45B9}" type="presParOf" srcId="{8F047B9B-56A8-44A2-8E50-B84BD81F9A5C}" destId="{A7712772-FE84-44D5-A578-8342D10A22F5}" srcOrd="3" destOrd="0" presId="urn:microsoft.com/office/officeart/2005/8/layout/lProcess3"/>
    <dgm:cxn modelId="{B3C70F26-F193-48BF-AEC5-BDAB6E4504C2}" type="presParOf" srcId="{8F047B9B-56A8-44A2-8E50-B84BD81F9A5C}" destId="{608D320D-9230-43B5-9737-302319174839}" srcOrd="4" destOrd="0" presId="urn:microsoft.com/office/officeart/2005/8/layout/lProcess3"/>
    <dgm:cxn modelId="{9D713225-2444-44A8-9F55-1FE0291991F2}" type="presParOf" srcId="{608D320D-9230-43B5-9737-302319174839}" destId="{47DCBDC5-F009-4D8B-802F-73BA8D53527D}" srcOrd="0" destOrd="0" presId="urn:microsoft.com/office/officeart/2005/8/layout/lProcess3"/>
    <dgm:cxn modelId="{9DACBF43-A6DA-4C72-A9F9-3092685ACC0B}" type="presParOf" srcId="{8F047B9B-56A8-44A2-8E50-B84BD81F9A5C}" destId="{A9F36F6A-A704-4BBB-9368-C6E578445078}" srcOrd="5" destOrd="0" presId="urn:microsoft.com/office/officeart/2005/8/layout/lProcess3"/>
    <dgm:cxn modelId="{28006D26-DA4D-43B4-8B75-A37368A64F48}" type="presParOf" srcId="{8F047B9B-56A8-44A2-8E50-B84BD81F9A5C}" destId="{9D075C0E-169E-4F8B-BAA8-9CC96BE89D56}" srcOrd="6" destOrd="0" presId="urn:microsoft.com/office/officeart/2005/8/layout/lProcess3"/>
    <dgm:cxn modelId="{E48F65A9-61D1-41F6-984F-974964FA660E}" type="presParOf" srcId="{9D075C0E-169E-4F8B-BAA8-9CC96BE89D56}" destId="{A8830DF9-A661-48C4-A9D2-83FD39A3765D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96DE5B8-F79B-456C-BEE8-2EB3927A1B1A}" type="doc">
      <dgm:prSet loTypeId="urn:microsoft.com/office/officeart/2005/8/layout/hProcess9" loCatId="process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B1A33A27-F47D-42FE-8448-FFD6E002F96B}">
      <dgm:prSet/>
      <dgm:spPr/>
      <dgm:t>
        <a:bodyPr/>
        <a:lstStyle/>
        <a:p>
          <a:pPr rtl="0"/>
          <a:r>
            <a:rPr lang="en-US" dirty="0" smtClean="0"/>
            <a:t>(1)</a:t>
          </a:r>
          <a:r>
            <a:rPr lang="zh-CN" dirty="0" smtClean="0"/>
            <a:t>单击任务栏上的资源管理器快捷图标</a:t>
          </a:r>
          <a:r>
            <a:rPr lang="en-US" dirty="0" smtClean="0"/>
            <a:t>;</a:t>
          </a:r>
          <a:endParaRPr lang="zh-CN" dirty="0"/>
        </a:p>
      </dgm:t>
    </dgm:pt>
    <dgm:pt modelId="{943AA388-EB20-4915-9CE7-9F66EDEF2208}" cxnId="{452175FC-6DCD-4958-9CF7-3601428129D1}" type="parTrans">
      <dgm:prSet/>
      <dgm:spPr/>
      <dgm:t>
        <a:bodyPr/>
        <a:lstStyle/>
        <a:p>
          <a:endParaRPr lang="zh-CN" altLang="en-US"/>
        </a:p>
      </dgm:t>
    </dgm:pt>
    <dgm:pt modelId="{F2C43C78-4F26-4C14-A936-2F5BD71E4067}" cxnId="{452175FC-6DCD-4958-9CF7-3601428129D1}" type="sibTrans">
      <dgm:prSet/>
      <dgm:spPr/>
      <dgm:t>
        <a:bodyPr/>
        <a:lstStyle/>
        <a:p>
          <a:endParaRPr lang="zh-CN" altLang="en-US"/>
        </a:p>
      </dgm:t>
    </dgm:pt>
    <dgm:pt modelId="{85301F14-0723-4902-ABDF-61E264A76584}">
      <dgm:prSet/>
      <dgm:spPr/>
      <dgm:t>
        <a:bodyPr/>
        <a:lstStyle/>
        <a:p>
          <a:pPr rtl="0"/>
          <a:r>
            <a:rPr lang="en-US" dirty="0" smtClean="0"/>
            <a:t>(2)</a:t>
          </a:r>
          <a:r>
            <a:rPr lang="zh-CN" dirty="0" smtClean="0"/>
            <a:t>选择</a:t>
          </a:r>
          <a:r>
            <a:rPr lang="en-US" dirty="0" smtClean="0"/>
            <a:t>“</a:t>
          </a:r>
          <a:r>
            <a:rPr lang="zh-CN" dirty="0" smtClean="0"/>
            <a:t>开始</a:t>
          </a:r>
          <a:r>
            <a:rPr lang="en-US" dirty="0" smtClean="0"/>
            <a:t>—</a:t>
          </a:r>
          <a:r>
            <a:rPr lang="zh-CN" dirty="0" smtClean="0"/>
            <a:t>所有程序</a:t>
          </a:r>
          <a:r>
            <a:rPr lang="en-US" dirty="0" smtClean="0"/>
            <a:t>—</a:t>
          </a:r>
          <a:r>
            <a:rPr lang="zh-CN" dirty="0" smtClean="0"/>
            <a:t>附件</a:t>
          </a:r>
          <a:r>
            <a:rPr lang="en-US" dirty="0" smtClean="0"/>
            <a:t>—Windows</a:t>
          </a:r>
          <a:r>
            <a:rPr lang="zh-CN" dirty="0" smtClean="0"/>
            <a:t>资源管理器</a:t>
          </a:r>
          <a:r>
            <a:rPr lang="en-US" dirty="0" smtClean="0"/>
            <a:t>”;</a:t>
          </a:r>
          <a:endParaRPr lang="zh-CN" dirty="0"/>
        </a:p>
      </dgm:t>
    </dgm:pt>
    <dgm:pt modelId="{6252D303-4C5D-4475-8DB7-2C5B97958380}" cxnId="{4B5EDF3A-80B2-4222-900F-FB38C8E4AE55}" type="parTrans">
      <dgm:prSet/>
      <dgm:spPr/>
      <dgm:t>
        <a:bodyPr/>
        <a:lstStyle/>
        <a:p>
          <a:endParaRPr lang="zh-CN" altLang="en-US"/>
        </a:p>
      </dgm:t>
    </dgm:pt>
    <dgm:pt modelId="{E085E239-EAE1-4A6B-92B0-ED8AA3FA0616}" cxnId="{4B5EDF3A-80B2-4222-900F-FB38C8E4AE55}" type="sibTrans">
      <dgm:prSet/>
      <dgm:spPr/>
      <dgm:t>
        <a:bodyPr/>
        <a:lstStyle/>
        <a:p>
          <a:endParaRPr lang="zh-CN" altLang="en-US"/>
        </a:p>
      </dgm:t>
    </dgm:pt>
    <dgm:pt modelId="{695CC18B-C12C-4B52-946D-8677FFA7B8FE}">
      <dgm:prSet/>
      <dgm:spPr/>
      <dgm:t>
        <a:bodyPr/>
        <a:lstStyle/>
        <a:p>
          <a:pPr rtl="0"/>
          <a:r>
            <a:rPr lang="en-US" dirty="0" smtClean="0"/>
            <a:t>(3)</a:t>
          </a:r>
          <a:r>
            <a:rPr lang="zh-CN" dirty="0" smtClean="0"/>
            <a:t>右键单击</a:t>
          </a:r>
          <a:r>
            <a:rPr lang="en-US" dirty="0" smtClean="0"/>
            <a:t>“</a:t>
          </a:r>
          <a:r>
            <a:rPr lang="zh-CN" dirty="0" smtClean="0"/>
            <a:t>开始</a:t>
          </a:r>
          <a:r>
            <a:rPr lang="en-US" dirty="0" smtClean="0"/>
            <a:t>”</a:t>
          </a:r>
          <a:r>
            <a:rPr lang="zh-CN" dirty="0" smtClean="0"/>
            <a:t>按钮</a:t>
          </a:r>
          <a:r>
            <a:rPr lang="en-US" dirty="0" smtClean="0"/>
            <a:t>,</a:t>
          </a:r>
          <a:r>
            <a:rPr lang="zh-CN" dirty="0" smtClean="0"/>
            <a:t>单击</a:t>
          </a:r>
          <a:r>
            <a:rPr lang="en-US" dirty="0" smtClean="0"/>
            <a:t>“</a:t>
          </a:r>
          <a:r>
            <a:rPr lang="zh-CN" dirty="0" smtClean="0"/>
            <a:t>打开</a:t>
          </a:r>
          <a:r>
            <a:rPr lang="en-US" dirty="0" smtClean="0"/>
            <a:t>Windows</a:t>
          </a:r>
          <a:r>
            <a:rPr lang="zh-CN" dirty="0" smtClean="0"/>
            <a:t>资源管理器</a:t>
          </a:r>
          <a:r>
            <a:rPr lang="en-US" dirty="0" smtClean="0"/>
            <a:t>”</a:t>
          </a:r>
          <a:r>
            <a:rPr lang="zh-CN" dirty="0" smtClean="0"/>
            <a:t>。</a:t>
          </a:r>
          <a:endParaRPr lang="zh-CN" dirty="0"/>
        </a:p>
      </dgm:t>
    </dgm:pt>
    <dgm:pt modelId="{18044E80-DF79-414A-8444-B091CAABDC04}" cxnId="{C5BA3348-F3D5-4F10-8042-4B8FE490279E}" type="parTrans">
      <dgm:prSet/>
      <dgm:spPr/>
      <dgm:t>
        <a:bodyPr/>
        <a:lstStyle/>
        <a:p>
          <a:endParaRPr lang="zh-CN" altLang="en-US"/>
        </a:p>
      </dgm:t>
    </dgm:pt>
    <dgm:pt modelId="{8FD0FA41-521A-40A4-8274-7261216C24C1}" cxnId="{C5BA3348-F3D5-4F10-8042-4B8FE490279E}" type="sibTrans">
      <dgm:prSet/>
      <dgm:spPr/>
      <dgm:t>
        <a:bodyPr/>
        <a:lstStyle/>
        <a:p>
          <a:endParaRPr lang="zh-CN" altLang="en-US"/>
        </a:p>
      </dgm:t>
    </dgm:pt>
    <dgm:pt modelId="{1D355281-52A6-4217-A210-5BE45E0955B0}" type="pres">
      <dgm:prSet presAssocID="{696DE5B8-F79B-456C-BEE8-2EB3927A1B1A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BF3E6EAC-420B-4808-88E1-592D41876628}" type="pres">
      <dgm:prSet presAssocID="{696DE5B8-F79B-456C-BEE8-2EB3927A1B1A}" presName="arrow" presStyleLbl="bgShp" presStyleIdx="0" presStyleCnt="1" custScaleX="117646"/>
      <dgm:spPr/>
      <dgm:t>
        <a:bodyPr/>
        <a:lstStyle/>
        <a:p>
          <a:endParaRPr lang="zh-CN" altLang="en-US"/>
        </a:p>
      </dgm:t>
    </dgm:pt>
    <dgm:pt modelId="{A9E41ECD-4131-4208-94E5-62ABADCB10F8}" type="pres">
      <dgm:prSet presAssocID="{696DE5B8-F79B-456C-BEE8-2EB3927A1B1A}" presName="linearProcess" presStyleCnt="0"/>
      <dgm:spPr/>
    </dgm:pt>
    <dgm:pt modelId="{F33D7520-7430-41CA-A372-6F8ED28B20B0}" type="pres">
      <dgm:prSet presAssocID="{B1A33A27-F47D-42FE-8448-FFD6E002F96B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DF08B5D-7B86-426A-8CA3-3EF8D808528B}" type="pres">
      <dgm:prSet presAssocID="{F2C43C78-4F26-4C14-A936-2F5BD71E4067}" presName="sibTrans" presStyleCnt="0"/>
      <dgm:spPr/>
    </dgm:pt>
    <dgm:pt modelId="{3167B9F9-05EB-4DB9-B53A-3CF617DA62D7}" type="pres">
      <dgm:prSet presAssocID="{85301F14-0723-4902-ABDF-61E264A76584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8ACD227-B0F5-4CCC-AAB3-CCCBFAE270F0}" type="pres">
      <dgm:prSet presAssocID="{E085E239-EAE1-4A6B-92B0-ED8AA3FA0616}" presName="sibTrans" presStyleCnt="0"/>
      <dgm:spPr/>
    </dgm:pt>
    <dgm:pt modelId="{755638B3-4DA1-4E7F-A704-B5E0220883E6}" type="pres">
      <dgm:prSet presAssocID="{695CC18B-C12C-4B52-946D-8677FFA7B8FE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C9F90985-88C3-43C7-B91C-924CE2A818CD}" type="presOf" srcId="{85301F14-0723-4902-ABDF-61E264A76584}" destId="{3167B9F9-05EB-4DB9-B53A-3CF617DA62D7}" srcOrd="0" destOrd="0" presId="urn:microsoft.com/office/officeart/2005/8/layout/hProcess9"/>
    <dgm:cxn modelId="{4B5EDF3A-80B2-4222-900F-FB38C8E4AE55}" srcId="{696DE5B8-F79B-456C-BEE8-2EB3927A1B1A}" destId="{85301F14-0723-4902-ABDF-61E264A76584}" srcOrd="1" destOrd="0" parTransId="{6252D303-4C5D-4475-8DB7-2C5B97958380}" sibTransId="{E085E239-EAE1-4A6B-92B0-ED8AA3FA0616}"/>
    <dgm:cxn modelId="{174863BE-4388-495F-A708-041D56A2F4F6}" type="presOf" srcId="{695CC18B-C12C-4B52-946D-8677FFA7B8FE}" destId="{755638B3-4DA1-4E7F-A704-B5E0220883E6}" srcOrd="0" destOrd="0" presId="urn:microsoft.com/office/officeart/2005/8/layout/hProcess9"/>
    <dgm:cxn modelId="{452175FC-6DCD-4958-9CF7-3601428129D1}" srcId="{696DE5B8-F79B-456C-BEE8-2EB3927A1B1A}" destId="{B1A33A27-F47D-42FE-8448-FFD6E002F96B}" srcOrd="0" destOrd="0" parTransId="{943AA388-EB20-4915-9CE7-9F66EDEF2208}" sibTransId="{F2C43C78-4F26-4C14-A936-2F5BD71E4067}"/>
    <dgm:cxn modelId="{A75252CA-4E9B-49CE-BC63-6D8476DCF355}" type="presOf" srcId="{B1A33A27-F47D-42FE-8448-FFD6E002F96B}" destId="{F33D7520-7430-41CA-A372-6F8ED28B20B0}" srcOrd="0" destOrd="0" presId="urn:microsoft.com/office/officeart/2005/8/layout/hProcess9"/>
    <dgm:cxn modelId="{C5BA3348-F3D5-4F10-8042-4B8FE490279E}" srcId="{696DE5B8-F79B-456C-BEE8-2EB3927A1B1A}" destId="{695CC18B-C12C-4B52-946D-8677FFA7B8FE}" srcOrd="2" destOrd="0" parTransId="{18044E80-DF79-414A-8444-B091CAABDC04}" sibTransId="{8FD0FA41-521A-40A4-8274-7261216C24C1}"/>
    <dgm:cxn modelId="{CF92EF66-A8CF-43BC-8D81-B635A8737FFE}" type="presOf" srcId="{696DE5B8-F79B-456C-BEE8-2EB3927A1B1A}" destId="{1D355281-52A6-4217-A210-5BE45E0955B0}" srcOrd="0" destOrd="0" presId="urn:microsoft.com/office/officeart/2005/8/layout/hProcess9"/>
    <dgm:cxn modelId="{250F2E56-C390-446D-BDCE-16B558BA0F6A}" type="presParOf" srcId="{1D355281-52A6-4217-A210-5BE45E0955B0}" destId="{BF3E6EAC-420B-4808-88E1-592D41876628}" srcOrd="0" destOrd="0" presId="urn:microsoft.com/office/officeart/2005/8/layout/hProcess9"/>
    <dgm:cxn modelId="{14B52A12-7E17-480C-A098-3B4D914EACA7}" type="presParOf" srcId="{1D355281-52A6-4217-A210-5BE45E0955B0}" destId="{A9E41ECD-4131-4208-94E5-62ABADCB10F8}" srcOrd="1" destOrd="0" presId="urn:microsoft.com/office/officeart/2005/8/layout/hProcess9"/>
    <dgm:cxn modelId="{ACB0FD28-E07B-454E-8BFD-08F6C879CF04}" type="presParOf" srcId="{A9E41ECD-4131-4208-94E5-62ABADCB10F8}" destId="{F33D7520-7430-41CA-A372-6F8ED28B20B0}" srcOrd="0" destOrd="0" presId="urn:microsoft.com/office/officeart/2005/8/layout/hProcess9"/>
    <dgm:cxn modelId="{9FC241BC-6D2C-43EB-84BC-9705E6DD8F99}" type="presParOf" srcId="{A9E41ECD-4131-4208-94E5-62ABADCB10F8}" destId="{BDF08B5D-7B86-426A-8CA3-3EF8D808528B}" srcOrd="1" destOrd="0" presId="urn:microsoft.com/office/officeart/2005/8/layout/hProcess9"/>
    <dgm:cxn modelId="{C9CD3DDE-05EE-4AF5-AA29-7603A627A648}" type="presParOf" srcId="{A9E41ECD-4131-4208-94E5-62ABADCB10F8}" destId="{3167B9F9-05EB-4DB9-B53A-3CF617DA62D7}" srcOrd="2" destOrd="0" presId="urn:microsoft.com/office/officeart/2005/8/layout/hProcess9"/>
    <dgm:cxn modelId="{83410A45-C1EE-473C-83F0-21269677FEA6}" type="presParOf" srcId="{A9E41ECD-4131-4208-94E5-62ABADCB10F8}" destId="{88ACD227-B0F5-4CCC-AAB3-CCCBFAE270F0}" srcOrd="3" destOrd="0" presId="urn:microsoft.com/office/officeart/2005/8/layout/hProcess9"/>
    <dgm:cxn modelId="{F58506CB-4EFC-47F6-B7D4-402810096927}" type="presParOf" srcId="{A9E41ECD-4131-4208-94E5-62ABADCB10F8}" destId="{755638B3-4DA1-4E7F-A704-B5E0220883E6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172200" cy="1944216"/>
        <a:chOff x="0" y="0"/>
        <a:chExt cx="6172200" cy="1944216"/>
      </a:xfrm>
    </dsp:grpSpPr>
    <dsp:sp modelId="{97527EBF-0E0A-4225-BED5-15810BA395FC}">
      <dsp:nvSpPr>
        <dsp:cNvPr id="3" name="圆角矩形 2"/>
        <dsp:cNvSpPr/>
      </dsp:nvSpPr>
      <dsp:spPr bwMode="white">
        <a:xfrm>
          <a:off x="0" y="162800"/>
          <a:ext cx="6172200" cy="1618615"/>
        </a:xfrm>
        <a:prstGeom prst="roundRect">
          <a:avLst/>
        </a:prstGeom>
      </dsp:spPr>
      <dsp:style>
        <a:lnRef idx="0">
          <a:schemeClr val="lt1"/>
        </a:lnRef>
        <a:fillRef idx="3">
          <a:schemeClr val="accent1"/>
        </a:fillRef>
        <a:effectRef idx="3">
          <a:scrgbClr r="0" g="0" b="0"/>
        </a:effectRef>
        <a:fontRef idx="minor">
          <a:schemeClr val="lt1"/>
        </a:fontRef>
      </dsp:style>
      <dsp:txBody>
        <a:bodyPr lIns="232410" tIns="232410" rIns="232410" bIns="232410" anchor="ctr"/>
        <a:lstStyle>
          <a:lvl1pPr algn="l">
            <a:defRPr sz="6100"/>
          </a:lvl1pPr>
          <a:lvl2pPr marL="285750" indent="-285750" algn="l">
            <a:defRPr sz="4700"/>
          </a:lvl2pPr>
          <a:lvl3pPr marL="571500" indent="-285750" algn="l">
            <a:defRPr sz="4700"/>
          </a:lvl3pPr>
          <a:lvl4pPr marL="857250" indent="-285750" algn="l">
            <a:defRPr sz="4700"/>
          </a:lvl4pPr>
          <a:lvl5pPr marL="1143000" indent="-285750" algn="l">
            <a:defRPr sz="4700"/>
          </a:lvl5pPr>
          <a:lvl6pPr marL="1428750" indent="-285750" algn="l">
            <a:defRPr sz="4700"/>
          </a:lvl6pPr>
          <a:lvl7pPr marL="1714500" indent="-285750" algn="l">
            <a:defRPr sz="4700"/>
          </a:lvl7pPr>
          <a:lvl8pPr marL="2000250" indent="-285750" algn="l">
            <a:defRPr sz="4700"/>
          </a:lvl8pPr>
          <a:lvl9pPr marL="2286000" indent="-285750" algn="l">
            <a:defRPr sz="47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b="1" baseline="0" dirty="0" smtClean="0"/>
            <a:t>计算机应用基础</a:t>
          </a:r>
          <a:endParaRPr lang="zh-CN" b="1" baseline="0" dirty="0"/>
        </a:p>
      </dsp:txBody>
      <dsp:txXfrm>
        <a:off x="0" y="162800"/>
        <a:ext cx="6172200" cy="16186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572000" cy="2857496"/>
        <a:chOff x="0" y="0"/>
        <a:chExt cx="4572000" cy="2857496"/>
      </a:xfrm>
    </dsp:grpSpPr>
    <dsp:sp modelId="{863E6B68-F4CF-43A7-828C-86E50BD16FED}">
      <dsp:nvSpPr>
        <dsp:cNvPr id="3" name="圆角矩形 2"/>
        <dsp:cNvSpPr/>
      </dsp:nvSpPr>
      <dsp:spPr bwMode="white">
        <a:xfrm>
          <a:off x="1463040" y="0"/>
          <a:ext cx="1645920" cy="457199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60960" tIns="30480" rIns="60960" bIns="304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i="0" u="none" smtClean="0">
              <a:solidFill>
                <a:schemeClr val="tx1"/>
              </a:solidFill>
            </a:rPr>
            <a:t>(1)</a:t>
          </a:r>
          <a:r>
            <a:rPr lang="zh-CN" sz="1600" b="0" i="0" u="none" smtClean="0">
              <a:solidFill>
                <a:schemeClr val="tx1"/>
              </a:solidFill>
            </a:rPr>
            <a:t>指向</a:t>
          </a:r>
          <a:endParaRPr lang="zh-CN" sz="1600" b="0" i="0" u="none" dirty="0">
            <a:solidFill>
              <a:schemeClr val="tx1"/>
            </a:solidFill>
          </a:endParaRPr>
        </a:p>
      </dsp:txBody>
      <dsp:txXfrm>
        <a:off x="1463040" y="0"/>
        <a:ext cx="1645920" cy="457199"/>
      </dsp:txXfrm>
    </dsp:sp>
    <dsp:sp modelId="{8643AA7F-4A14-4815-97F6-D87A4EB0D1A2}">
      <dsp:nvSpPr>
        <dsp:cNvPr id="4" name="圆角矩形 3"/>
        <dsp:cNvSpPr/>
      </dsp:nvSpPr>
      <dsp:spPr bwMode="white">
        <a:xfrm>
          <a:off x="1463040" y="480059"/>
          <a:ext cx="1645920" cy="457199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240000"/>
            <a:satOff val="2667"/>
            <a:lumOff val="-1646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60960" tIns="30480" rIns="60960" bIns="304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i="0" u="none" smtClean="0">
              <a:solidFill>
                <a:schemeClr val="tx1"/>
              </a:solidFill>
            </a:rPr>
            <a:t>(2)</a:t>
          </a:r>
          <a:r>
            <a:rPr lang="zh-CN" sz="1600" b="0" i="0" u="none" smtClean="0">
              <a:solidFill>
                <a:schemeClr val="tx1"/>
              </a:solidFill>
            </a:rPr>
            <a:t>左键单击</a:t>
          </a:r>
          <a:endParaRPr lang="zh-CN" sz="1600" b="0" i="0" u="none" dirty="0">
            <a:solidFill>
              <a:schemeClr val="tx1"/>
            </a:solidFill>
          </a:endParaRPr>
        </a:p>
      </dsp:txBody>
      <dsp:txXfrm>
        <a:off x="1463040" y="480059"/>
        <a:ext cx="1645920" cy="457199"/>
      </dsp:txXfrm>
    </dsp:sp>
    <dsp:sp modelId="{5BF1FE98-4910-4831-8DE9-B09858B90E04}">
      <dsp:nvSpPr>
        <dsp:cNvPr id="5" name="圆角矩形 4"/>
        <dsp:cNvSpPr/>
      </dsp:nvSpPr>
      <dsp:spPr bwMode="white">
        <a:xfrm>
          <a:off x="1463040" y="960119"/>
          <a:ext cx="1645920" cy="457199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480000"/>
            <a:satOff val="5333"/>
            <a:lumOff val="-3293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60960" tIns="30480" rIns="60960" bIns="304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i="0" u="none" dirty="0" smtClean="0">
              <a:solidFill>
                <a:schemeClr val="tx1"/>
              </a:solidFill>
            </a:rPr>
            <a:t>(3)</a:t>
          </a:r>
          <a:r>
            <a:rPr lang="zh-CN" sz="1600" b="0" i="0" u="none" dirty="0" smtClean="0">
              <a:solidFill>
                <a:schemeClr val="tx1"/>
              </a:solidFill>
            </a:rPr>
            <a:t>右键单击</a:t>
          </a:r>
          <a:endParaRPr lang="zh-CN" sz="1600" b="0" i="0" u="none" dirty="0">
            <a:solidFill>
              <a:schemeClr val="tx1"/>
            </a:solidFill>
          </a:endParaRPr>
        </a:p>
      </dsp:txBody>
      <dsp:txXfrm>
        <a:off x="1463040" y="960119"/>
        <a:ext cx="1645920" cy="457199"/>
      </dsp:txXfrm>
    </dsp:sp>
    <dsp:sp modelId="{767C9ADF-5884-4B87-A5AD-834EBF336EF0}">
      <dsp:nvSpPr>
        <dsp:cNvPr id="6" name="圆角矩形 5"/>
        <dsp:cNvSpPr/>
      </dsp:nvSpPr>
      <dsp:spPr bwMode="white">
        <a:xfrm>
          <a:off x="1463040" y="1440178"/>
          <a:ext cx="1645920" cy="457199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720000"/>
            <a:satOff val="8000"/>
            <a:lumOff val="-494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60960" tIns="30480" rIns="60960" bIns="304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i="0" u="none" smtClean="0">
              <a:solidFill>
                <a:schemeClr val="tx1"/>
              </a:solidFill>
            </a:rPr>
            <a:t>(4)</a:t>
          </a:r>
          <a:r>
            <a:rPr lang="zh-CN" sz="1600" b="0" i="0" u="none" smtClean="0">
              <a:solidFill>
                <a:schemeClr val="tx1"/>
              </a:solidFill>
            </a:rPr>
            <a:t>双击</a:t>
          </a:r>
          <a:endParaRPr lang="zh-CN" sz="1600" b="0" i="0" u="none" dirty="0">
            <a:solidFill>
              <a:schemeClr val="tx1"/>
            </a:solidFill>
          </a:endParaRPr>
        </a:p>
      </dsp:txBody>
      <dsp:txXfrm>
        <a:off x="1463040" y="1440178"/>
        <a:ext cx="1645920" cy="457199"/>
      </dsp:txXfrm>
    </dsp:sp>
    <dsp:sp modelId="{357FD1FA-BB41-49D8-BA0E-7C14E3D90026}">
      <dsp:nvSpPr>
        <dsp:cNvPr id="7" name="圆角矩形 6"/>
        <dsp:cNvSpPr/>
      </dsp:nvSpPr>
      <dsp:spPr bwMode="white">
        <a:xfrm>
          <a:off x="1463040" y="1920237"/>
          <a:ext cx="1645920" cy="457199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960000"/>
            <a:satOff val="10667"/>
            <a:lumOff val="-6587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60960" tIns="30480" rIns="60960" bIns="304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i="0" u="none" smtClean="0">
              <a:solidFill>
                <a:schemeClr val="tx1"/>
              </a:solidFill>
            </a:rPr>
            <a:t>(5)</a:t>
          </a:r>
          <a:r>
            <a:rPr lang="zh-CN" sz="1600" b="0" i="0" u="none" smtClean="0">
              <a:solidFill>
                <a:schemeClr val="tx1"/>
              </a:solidFill>
            </a:rPr>
            <a:t>拖动</a:t>
          </a:r>
          <a:endParaRPr lang="zh-CN" sz="1600" b="0" i="0" u="none" dirty="0">
            <a:solidFill>
              <a:schemeClr val="tx1"/>
            </a:solidFill>
          </a:endParaRPr>
        </a:p>
      </dsp:txBody>
      <dsp:txXfrm>
        <a:off x="1463040" y="1920237"/>
        <a:ext cx="1645920" cy="457199"/>
      </dsp:txXfrm>
    </dsp:sp>
    <dsp:sp modelId="{A37C55F3-6C3B-45DB-8603-25F96D5D3662}">
      <dsp:nvSpPr>
        <dsp:cNvPr id="8" name="圆角矩形 7"/>
        <dsp:cNvSpPr/>
      </dsp:nvSpPr>
      <dsp:spPr bwMode="white">
        <a:xfrm>
          <a:off x="1463040" y="2400297"/>
          <a:ext cx="1645920" cy="457199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1200000"/>
            <a:satOff val="13333"/>
            <a:lumOff val="-8234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60960" tIns="30480" rIns="60960" bIns="304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i="0" u="none" smtClean="0">
              <a:solidFill>
                <a:schemeClr val="tx1"/>
              </a:solidFill>
            </a:rPr>
            <a:t>(6)</a:t>
          </a:r>
          <a:r>
            <a:rPr lang="zh-CN" sz="1600" b="0" i="0" u="none" smtClean="0">
              <a:solidFill>
                <a:schemeClr val="tx1"/>
              </a:solidFill>
            </a:rPr>
            <a:t>滚轮的使用</a:t>
          </a:r>
          <a:endParaRPr lang="zh-CN" sz="1600" b="0" i="0" u="none" dirty="0">
            <a:solidFill>
              <a:schemeClr val="tx1"/>
            </a:solidFill>
          </a:endParaRPr>
        </a:p>
      </dsp:txBody>
      <dsp:txXfrm>
        <a:off x="1463040" y="2400297"/>
        <a:ext cx="1645920" cy="4571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072230" cy="2714644"/>
        <a:chOff x="0" y="0"/>
        <a:chExt cx="6072230" cy="2714644"/>
      </a:xfrm>
    </dsp:grpSpPr>
    <dsp:sp modelId="{F22DB087-C562-4E79-9CA3-AECC8E4A740F}">
      <dsp:nvSpPr>
        <dsp:cNvPr id="3" name="燕尾形 2"/>
        <dsp:cNvSpPr/>
      </dsp:nvSpPr>
      <dsp:spPr bwMode="white">
        <a:xfrm>
          <a:off x="2281073" y="57745"/>
          <a:ext cx="1535432" cy="614173"/>
        </a:xfrm>
        <a:prstGeom prst="chevron">
          <a:avLst/>
        </a:prstGeom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lIns="17780" tIns="8890" rIns="0" bIns="889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dirty="0" smtClean="0"/>
            <a:t>(1)</a:t>
          </a:r>
          <a:r>
            <a:rPr lang="zh-CN" sz="1400" dirty="0" smtClean="0"/>
            <a:t>剪切</a:t>
          </a:r>
          <a:r>
            <a:rPr lang="en-US" sz="1400" dirty="0" smtClean="0"/>
            <a:t>(Ctrl+X):</a:t>
          </a:r>
          <a:r>
            <a:rPr lang="zh-CN" sz="1400" dirty="0" smtClean="0"/>
            <a:t>将所选内容移动到剪贴板中。</a:t>
          </a:r>
          <a:endParaRPr lang="zh-CN" sz="1400" dirty="0"/>
        </a:p>
      </dsp:txBody>
      <dsp:txXfrm>
        <a:off x="2281073" y="57745"/>
        <a:ext cx="1535432" cy="614173"/>
      </dsp:txXfrm>
    </dsp:sp>
    <dsp:sp modelId="{55362562-D7DA-4836-888F-6F5BD0E3D8D1}">
      <dsp:nvSpPr>
        <dsp:cNvPr id="4" name="燕尾形 3"/>
        <dsp:cNvSpPr/>
      </dsp:nvSpPr>
      <dsp:spPr bwMode="white">
        <a:xfrm>
          <a:off x="2271077" y="736479"/>
          <a:ext cx="1535432" cy="614173"/>
        </a:xfrm>
        <a:prstGeom prst="chevron">
          <a:avLst/>
        </a:prstGeom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lIns="17780" tIns="8890" rIns="0" bIns="889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dirty="0" smtClean="0"/>
            <a:t>(2)</a:t>
          </a:r>
          <a:r>
            <a:rPr lang="zh-CN" sz="1400" dirty="0" smtClean="0"/>
            <a:t>复制</a:t>
          </a:r>
          <a:r>
            <a:rPr lang="en-US" sz="1400" dirty="0" smtClean="0"/>
            <a:t>(Ctrl+C):</a:t>
          </a:r>
          <a:r>
            <a:rPr lang="zh-CN" sz="1400" dirty="0" smtClean="0"/>
            <a:t>将所选内容复制到剪贴板中。</a:t>
          </a:r>
          <a:endParaRPr lang="zh-CN" sz="1400" dirty="0"/>
        </a:p>
      </dsp:txBody>
      <dsp:txXfrm>
        <a:off x="2271077" y="736479"/>
        <a:ext cx="1535432" cy="614173"/>
      </dsp:txXfrm>
    </dsp:sp>
    <dsp:sp modelId="{47DCBDC5-F009-4D8B-802F-73BA8D53527D}">
      <dsp:nvSpPr>
        <dsp:cNvPr id="5" name="燕尾形 4"/>
        <dsp:cNvSpPr/>
      </dsp:nvSpPr>
      <dsp:spPr bwMode="white">
        <a:xfrm>
          <a:off x="2271077" y="1436636"/>
          <a:ext cx="1535432" cy="614173"/>
        </a:xfrm>
        <a:prstGeom prst="chevron">
          <a:avLst/>
        </a:prstGeom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lIns="17780" tIns="8890" rIns="0" bIns="889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dirty="0" smtClean="0"/>
            <a:t>(3)</a:t>
          </a:r>
          <a:r>
            <a:rPr lang="zh-CN" sz="1400" dirty="0" smtClean="0"/>
            <a:t>粘贴</a:t>
          </a:r>
          <a:r>
            <a:rPr lang="en-US" sz="1400" dirty="0" smtClean="0"/>
            <a:t>(Ctrl+V):</a:t>
          </a:r>
          <a:r>
            <a:rPr lang="zh-CN" sz="1400" dirty="0" smtClean="0"/>
            <a:t>将剪贴板的内容插入到指定的位置。</a:t>
          </a:r>
          <a:endParaRPr lang="zh-CN" sz="1400" dirty="0"/>
        </a:p>
      </dsp:txBody>
      <dsp:txXfrm>
        <a:off x="2271077" y="1436636"/>
        <a:ext cx="1535432" cy="614173"/>
      </dsp:txXfrm>
    </dsp:sp>
    <dsp:sp modelId="{A8830DF9-A661-48C4-A9D2-83FD39A3765D}">
      <dsp:nvSpPr>
        <dsp:cNvPr id="6" name="燕尾形 5"/>
        <dsp:cNvSpPr/>
      </dsp:nvSpPr>
      <dsp:spPr bwMode="white">
        <a:xfrm>
          <a:off x="2271077" y="2100471"/>
          <a:ext cx="1535432" cy="614173"/>
        </a:xfrm>
        <a:prstGeom prst="chevron">
          <a:avLst/>
        </a:prstGeom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lIns="17780" tIns="8890" rIns="0" bIns="889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dirty="0" smtClean="0"/>
            <a:t>(4)</a:t>
          </a:r>
          <a:r>
            <a:rPr lang="zh-CN" sz="1400" dirty="0" smtClean="0"/>
            <a:t>屏幕复制</a:t>
          </a:r>
          <a:endParaRPr lang="zh-CN" sz="1400" dirty="0"/>
        </a:p>
      </dsp:txBody>
      <dsp:txXfrm>
        <a:off x="2271077" y="2100471"/>
        <a:ext cx="1535432" cy="61417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501122" cy="2169825"/>
        <a:chOff x="0" y="0"/>
        <a:chExt cx="8501122" cy="2169825"/>
      </a:xfrm>
    </dsp:grpSpPr>
    <dsp:sp modelId="{BF3E6EAC-420B-4808-88E1-592D41876628}">
      <dsp:nvSpPr>
        <dsp:cNvPr id="3" name="右箭头 2"/>
        <dsp:cNvSpPr/>
      </dsp:nvSpPr>
      <dsp:spPr bwMode="white">
        <a:xfrm>
          <a:off x="637584" y="0"/>
          <a:ext cx="7225954" cy="2169825"/>
        </a:xfrm>
        <a:prstGeom prst="rightArrow">
          <a:avLst/>
        </a:prstGeom>
      </dsp:spPr>
      <dsp:style>
        <a:lnRef idx="0">
          <a:schemeClr val="dk1"/>
        </a:lnRef>
        <a:fillRef idx="1">
          <a:schemeClr val="accent2">
            <a:tint val="40000"/>
          </a:schemeClr>
        </a:fillRef>
        <a:effectRef idx="1">
          <a:scrgbClr r="0" g="0" b="0"/>
        </a:effectRef>
        <a:fontRef idx="minor"/>
      </dsp:style>
      <dsp:txXfrm>
        <a:off x="637584" y="0"/>
        <a:ext cx="7225954" cy="2169825"/>
      </dsp:txXfrm>
    </dsp:sp>
    <dsp:sp modelId="{F33D7520-7430-41CA-A372-6F8ED28B20B0}">
      <dsp:nvSpPr>
        <dsp:cNvPr id="4" name="圆角矩形 3"/>
        <dsp:cNvSpPr/>
      </dsp:nvSpPr>
      <dsp:spPr bwMode="white">
        <a:xfrm>
          <a:off x="0" y="650947"/>
          <a:ext cx="2550337" cy="867930"/>
        </a:xfrm>
        <a:prstGeom prst="round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2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/>
            <a:t>(1)</a:t>
          </a:r>
          <a:r>
            <a:rPr lang="zh-CN" dirty="0" smtClean="0"/>
            <a:t>单击任务栏上的资源管理器快捷图标</a:t>
          </a:r>
          <a:r>
            <a:rPr lang="en-US" dirty="0" smtClean="0"/>
            <a:t>;</a:t>
          </a:r>
          <a:endParaRPr lang="zh-CN" dirty="0"/>
        </a:p>
      </dsp:txBody>
      <dsp:txXfrm>
        <a:off x="0" y="650947"/>
        <a:ext cx="2550337" cy="867930"/>
      </dsp:txXfrm>
    </dsp:sp>
    <dsp:sp modelId="{3167B9F9-05EB-4DB9-B53A-3CF617DA62D7}">
      <dsp:nvSpPr>
        <dsp:cNvPr id="5" name="圆角矩形 4"/>
        <dsp:cNvSpPr/>
      </dsp:nvSpPr>
      <dsp:spPr bwMode="white">
        <a:xfrm>
          <a:off x="2975393" y="650947"/>
          <a:ext cx="2550337" cy="867930"/>
        </a:xfrm>
        <a:prstGeom prst="round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2">
            <a:hueOff val="600000"/>
            <a:satOff val="6667"/>
            <a:lumOff val="-4117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/>
            <a:t>(2)</a:t>
          </a:r>
          <a:r>
            <a:rPr lang="zh-CN" dirty="0" smtClean="0"/>
            <a:t>选择</a:t>
          </a:r>
          <a:r>
            <a:rPr lang="en-US" dirty="0" smtClean="0"/>
            <a:t>“</a:t>
          </a:r>
          <a:r>
            <a:rPr lang="zh-CN" dirty="0" smtClean="0"/>
            <a:t>开始</a:t>
          </a:r>
          <a:r>
            <a:rPr lang="en-US" dirty="0" smtClean="0"/>
            <a:t>—</a:t>
          </a:r>
          <a:r>
            <a:rPr lang="zh-CN" dirty="0" smtClean="0"/>
            <a:t>所有程序</a:t>
          </a:r>
          <a:r>
            <a:rPr lang="en-US" dirty="0" smtClean="0"/>
            <a:t>—</a:t>
          </a:r>
          <a:r>
            <a:rPr lang="zh-CN" dirty="0" smtClean="0"/>
            <a:t>附件</a:t>
          </a:r>
          <a:r>
            <a:rPr lang="en-US" dirty="0" smtClean="0"/>
            <a:t>—Windows</a:t>
          </a:r>
          <a:r>
            <a:rPr lang="zh-CN" dirty="0" smtClean="0"/>
            <a:t>资源管理器</a:t>
          </a:r>
          <a:r>
            <a:rPr lang="en-US" dirty="0" smtClean="0"/>
            <a:t>”;</a:t>
          </a:r>
          <a:endParaRPr lang="zh-CN" dirty="0"/>
        </a:p>
      </dsp:txBody>
      <dsp:txXfrm>
        <a:off x="2975393" y="650947"/>
        <a:ext cx="2550337" cy="867930"/>
      </dsp:txXfrm>
    </dsp:sp>
    <dsp:sp modelId="{755638B3-4DA1-4E7F-A704-B5E0220883E6}">
      <dsp:nvSpPr>
        <dsp:cNvPr id="6" name="圆角矩形 5"/>
        <dsp:cNvSpPr/>
      </dsp:nvSpPr>
      <dsp:spPr bwMode="white">
        <a:xfrm>
          <a:off x="5950785" y="650947"/>
          <a:ext cx="2550337" cy="867930"/>
        </a:xfrm>
        <a:prstGeom prst="round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2">
            <a:hueOff val="1200000"/>
            <a:satOff val="13333"/>
            <a:lumOff val="-8234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/>
            <a:t>(3)</a:t>
          </a:r>
          <a:r>
            <a:rPr lang="zh-CN" dirty="0" smtClean="0"/>
            <a:t>右键单击</a:t>
          </a:r>
          <a:r>
            <a:rPr lang="en-US" dirty="0" smtClean="0"/>
            <a:t>“</a:t>
          </a:r>
          <a:r>
            <a:rPr lang="zh-CN" dirty="0" smtClean="0"/>
            <a:t>开始</a:t>
          </a:r>
          <a:r>
            <a:rPr lang="en-US" dirty="0" smtClean="0"/>
            <a:t>”</a:t>
          </a:r>
          <a:r>
            <a:rPr lang="zh-CN" dirty="0" smtClean="0"/>
            <a:t>按钮</a:t>
          </a:r>
          <a:r>
            <a:rPr lang="en-US" dirty="0" smtClean="0"/>
            <a:t>,</a:t>
          </a:r>
          <a:r>
            <a:rPr lang="zh-CN" dirty="0" smtClean="0"/>
            <a:t>单击</a:t>
          </a:r>
          <a:r>
            <a:rPr lang="en-US" dirty="0" smtClean="0"/>
            <a:t>“</a:t>
          </a:r>
          <a:r>
            <a:rPr lang="zh-CN" dirty="0" smtClean="0"/>
            <a:t>打开</a:t>
          </a:r>
          <a:r>
            <a:rPr lang="en-US" dirty="0" smtClean="0"/>
            <a:t>Windows</a:t>
          </a:r>
          <a:r>
            <a:rPr lang="zh-CN" dirty="0" smtClean="0"/>
            <a:t>资源管理器</a:t>
          </a:r>
          <a:r>
            <a:rPr lang="en-US" dirty="0" smtClean="0"/>
            <a:t>”</a:t>
          </a:r>
          <a:r>
            <a:rPr lang="zh-CN" dirty="0" smtClean="0"/>
            <a:t>。</a:t>
          </a:r>
          <a:endParaRPr lang="zh-CN" dirty="0"/>
        </a:p>
      </dsp:txBody>
      <dsp:txXfrm>
        <a:off x="5950785" y="650947"/>
        <a:ext cx="2550337" cy="867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nodeVertAlign" val="t"/>
          <dgm:param type="vertAlign" val="mid"/>
          <dgm:param type="nodeHorzAlign" val="l"/>
          <dgm:param type="fallback" val="2D"/>
        </dgm:alg>
      </dgm:if>
      <dgm:else name="Name3">
        <dgm:alg type="lin">
          <dgm:param type="linDir" val="fromT"/>
          <dgm:param type="nodeVertAlign" val="t"/>
          <dgm:param type="vertAlign" val="mid"/>
          <dgm:param type="nodeHorzAlign" val="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VertAlign" val="mid"/>
              <dgm:param type="nodeHorzAlign" val="l"/>
              <dgm:param type="fallback" val="2D"/>
            </dgm:alg>
          </dgm:if>
          <dgm:else name="Name7">
            <dgm:alg type="lin">
              <dgm:param type="linDir" val="fromR"/>
              <dgm:param type="nodeVertAlign" val="mid"/>
              <dgm:param type="nodeHorzAlign" val="r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type="chevron" r:blip="" rot="180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type="chevron" r:blip="" rot="180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BC719-7C55-4B95-8FD5-639CCFF772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jpeg"/><Relationship Id="rId8" Type="http://schemas.openxmlformats.org/officeDocument/2006/relationships/image" Target="../media/image9.jpeg"/><Relationship Id="rId7" Type="http://schemas.microsoft.com/office/2007/relationships/diagramDrawing" Target="../diagrams/drawing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3" Type="http://schemas.openxmlformats.org/officeDocument/2006/relationships/diagramData" Target="../diagrams/data2.xml"/><Relationship Id="rId2" Type="http://schemas.openxmlformats.org/officeDocument/2006/relationships/image" Target="../media/image2.jpe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jpeg"/><Relationship Id="rId3" Type="http://schemas.openxmlformats.org/officeDocument/2006/relationships/image" Target="../media/image12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jpeg"/><Relationship Id="rId3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jpeg"/><Relationship Id="rId3" Type="http://schemas.openxmlformats.org/officeDocument/2006/relationships/image" Target="../media/image16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Relationship Id="rId3" Type="http://schemas.openxmlformats.org/officeDocument/2006/relationships/image" Target="../media/image2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8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0.jpeg"/><Relationship Id="rId3" Type="http://schemas.openxmlformats.org/officeDocument/2006/relationships/image" Target="../media/image29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1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5.jpeg"/><Relationship Id="rId3" Type="http://schemas.openxmlformats.org/officeDocument/2006/relationships/image" Target="../media/image34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6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microsoft.com/office/2007/relationships/diagramDrawing" Target="../diagrams/drawing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3" Type="http://schemas.openxmlformats.org/officeDocument/2006/relationships/diagramData" Target="../diagrams/data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microsoft.com/office/2007/relationships/diagramDrawing" Target="../diagrams/drawing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Relationship Id="rId3" Type="http://schemas.openxmlformats.org/officeDocument/2006/relationships/diagramData" Target="../diagrams/data4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7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8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3.jpeg"/><Relationship Id="rId3" Type="http://schemas.openxmlformats.org/officeDocument/2006/relationships/image" Target="../media/image42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4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7.jpe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2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4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7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8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示 4"/>
          <p:cNvGraphicFramePr/>
          <p:nvPr/>
        </p:nvGraphicFramePr>
        <p:xfrm>
          <a:off x="3791744" y="2276872"/>
          <a:ext cx="6172200" cy="1944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912" y="188640"/>
            <a:ext cx="518457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zh-CN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9556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8" name="2A0.EPS" descr="id:2147492244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52794" y="1357298"/>
            <a:ext cx="5357850" cy="51435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pic>
      <p:pic>
        <p:nvPicPr>
          <p:cNvPr id="7" name="知识导论.EPS" descr="id:2147492237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81158" y="1785926"/>
            <a:ext cx="1857388" cy="57150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/>
              <a:t>2.1</a:t>
            </a:r>
            <a:r>
              <a:rPr lang="zh-CN" altLang="en-US" dirty="0" smtClean="0"/>
              <a:t>　</a:t>
            </a:r>
            <a:r>
              <a:rPr lang="en-US" dirty="0" smtClean="0"/>
              <a:t>Windows</a:t>
            </a:r>
            <a:r>
              <a:rPr lang="zh-CN" altLang="en-US" dirty="0" smtClean="0"/>
              <a:t>基本知识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endParaRPr lang="en-US" altLang="zh-CN" dirty="0" smtClean="0"/>
          </a:p>
          <a:p>
            <a:pPr>
              <a:lnSpc>
                <a:spcPct val="150000"/>
              </a:lnSpc>
            </a:pP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※ </a:t>
            </a:r>
            <a:r>
              <a:rPr lang="zh-CN" altLang="en-US" sz="2000" dirty="0" smtClean="0"/>
              <a:t>了解</a:t>
            </a:r>
            <a:r>
              <a:rPr lang="en-US" sz="2000" dirty="0" smtClean="0"/>
              <a:t>win10</a:t>
            </a:r>
            <a:r>
              <a:rPr lang="zh-CN" altLang="en-US" sz="2000" dirty="0" smtClean="0"/>
              <a:t>的运行环境</a:t>
            </a:r>
            <a:r>
              <a:rPr lang="en-US" sz="2000" dirty="0" smtClean="0"/>
              <a:t>;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※ </a:t>
            </a:r>
            <a:r>
              <a:rPr lang="zh-CN" altLang="en-US" sz="2000" dirty="0" smtClean="0"/>
              <a:t>了解</a:t>
            </a:r>
            <a:r>
              <a:rPr lang="en-US" sz="2000" dirty="0" smtClean="0"/>
              <a:t>win10</a:t>
            </a:r>
            <a:r>
              <a:rPr lang="zh-CN" altLang="en-US" sz="2000" dirty="0" smtClean="0"/>
              <a:t>桌面的组成</a:t>
            </a:r>
            <a:r>
              <a:rPr lang="en-US" sz="2000" dirty="0" smtClean="0"/>
              <a:t>;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※ </a:t>
            </a:r>
            <a:r>
              <a:rPr lang="zh-CN" altLang="en-US" sz="2000" dirty="0" smtClean="0"/>
              <a:t>熟练掌握</a:t>
            </a:r>
            <a:r>
              <a:rPr lang="en-US" sz="2000" dirty="0" smtClean="0"/>
              <a:t>win10</a:t>
            </a:r>
            <a:r>
              <a:rPr lang="zh-CN" altLang="en-US" sz="2000" dirty="0" smtClean="0"/>
              <a:t>的基本操作。</a:t>
            </a:r>
            <a:endParaRPr lang="zh-CN" altLang="en-US" sz="2000" dirty="0" smtClean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1985" y="92393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0" name="学习目标.EPS" descr="id:2147492259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8148" y="2801295"/>
            <a:ext cx="2143140" cy="500066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4"/>
          <a:stretch>
            <a:fillRect/>
          </a:stretch>
        </p:blipFill>
        <p:spPr>
          <a:xfrm>
            <a:off x="5747385" y="3028315"/>
            <a:ext cx="5402580" cy="1543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Tx/>
              <a:buChar char="○"/>
            </a:pPr>
            <a:r>
              <a:rPr lang="en-US" sz="2000" dirty="0" smtClean="0"/>
              <a:t>2.1.1</a:t>
            </a:r>
            <a:r>
              <a:rPr lang="zh-CN" altLang="en-US" sz="2000" dirty="0" smtClean="0"/>
              <a:t>　</a:t>
            </a:r>
            <a:r>
              <a:rPr lang="en-US" sz="2000" dirty="0" smtClean="0"/>
              <a:t>Windows</a:t>
            </a:r>
            <a:r>
              <a:rPr lang="zh-CN" altLang="en-US" sz="2000" dirty="0" smtClean="0"/>
              <a:t>运行环境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这里所说的运行环境是指操作系统运行所需要的硬件支持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硬件环境直接关系到操作系统的运行效率。</a:t>
            </a:r>
            <a:r>
              <a:rPr lang="en-US" sz="2000" dirty="0" smtClean="0"/>
              <a:t>win10</a:t>
            </a:r>
            <a:r>
              <a:rPr lang="zh-CN" altLang="en-US" sz="2000" dirty="0" smtClean="0"/>
              <a:t>操作系统对计算机硬件设备的最低配置要求为</a:t>
            </a:r>
            <a:r>
              <a:rPr lang="en-US" sz="2000" dirty="0" smtClean="0"/>
              <a:t>: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CPU:1.6GHz</a:t>
            </a:r>
            <a:r>
              <a:rPr lang="zh-CN" altLang="en-US" sz="2000" dirty="0" smtClean="0"/>
              <a:t>及以上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推荐</a:t>
            </a:r>
            <a:r>
              <a:rPr lang="en-US" sz="2000" dirty="0" smtClean="0"/>
              <a:t>2.0GHz</a:t>
            </a:r>
            <a:r>
              <a:rPr lang="zh-CN" altLang="en-US" sz="2000" dirty="0" smtClean="0"/>
              <a:t>及以上。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内存</a:t>
            </a:r>
            <a:r>
              <a:rPr lang="en-US" sz="2000" dirty="0" smtClean="0"/>
              <a:t>:256MB</a:t>
            </a:r>
            <a:r>
              <a:rPr lang="zh-CN" altLang="en-US" sz="2000" dirty="0" smtClean="0"/>
              <a:t>及以上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推荐</a:t>
            </a:r>
            <a:r>
              <a:rPr lang="en-US" sz="2000" dirty="0" smtClean="0"/>
              <a:t>1G</a:t>
            </a:r>
            <a:r>
              <a:rPr lang="zh-CN" altLang="en-US" sz="2000" dirty="0" smtClean="0"/>
              <a:t>以上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旗舰版的内存消耗很大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建议在</a:t>
            </a:r>
            <a:r>
              <a:rPr lang="en-US" sz="2000" dirty="0" smtClean="0"/>
              <a:t>2GB</a:t>
            </a:r>
            <a:r>
              <a:rPr lang="zh-CN" altLang="en-US" sz="2000" dirty="0" smtClean="0"/>
              <a:t>以上。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硬盘</a:t>
            </a:r>
            <a:r>
              <a:rPr lang="en-US" sz="2000" dirty="0" smtClean="0"/>
              <a:t>:12GB</a:t>
            </a:r>
            <a:r>
              <a:rPr lang="zh-CN" altLang="en-US" sz="2000" dirty="0" smtClean="0"/>
              <a:t>以上可用空间。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显卡</a:t>
            </a:r>
            <a:r>
              <a:rPr lang="en-US" sz="2000" dirty="0" smtClean="0"/>
              <a:t>:</a:t>
            </a:r>
            <a:r>
              <a:rPr lang="zh-CN" altLang="en-US" sz="2000" dirty="0" smtClean="0"/>
              <a:t>集成显卡</a:t>
            </a:r>
            <a:r>
              <a:rPr lang="en-US" sz="2000" dirty="0" smtClean="0"/>
              <a:t>1GB</a:t>
            </a:r>
            <a:r>
              <a:rPr lang="zh-CN" altLang="en-US" sz="2000" dirty="0" smtClean="0"/>
              <a:t>以上。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26683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2.1.2</a:t>
            </a:r>
            <a:r>
              <a:rPr lang="zh-CN" altLang="en-US" sz="2000" dirty="0" smtClean="0"/>
              <a:t>　</a:t>
            </a:r>
            <a:r>
              <a:rPr lang="en-US" sz="2000" dirty="0" smtClean="0"/>
              <a:t>Windows</a:t>
            </a:r>
            <a:r>
              <a:rPr lang="zh-CN" altLang="en-US" sz="2000" dirty="0" smtClean="0"/>
              <a:t>的启动和退出</a:t>
            </a:r>
            <a:endParaRPr lang="zh-CN" altLang="en-US" sz="2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1.</a:t>
            </a:r>
            <a:r>
              <a:rPr lang="zh-CN" altLang="en-US" sz="2000" dirty="0" smtClean="0"/>
              <a:t>启动</a:t>
            </a:r>
            <a:r>
              <a:rPr lang="en-US" sz="2000" dirty="0" smtClean="0"/>
              <a:t>win10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启动成功后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选择用户账户登录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屏幕上会出现</a:t>
            </a:r>
            <a:r>
              <a:rPr lang="en-US" sz="2000" dirty="0" smtClean="0"/>
              <a:t>win10</a:t>
            </a:r>
            <a:r>
              <a:rPr lang="zh-CN" altLang="en-US" sz="2000" dirty="0" smtClean="0"/>
              <a:t>的桌面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2—1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4965" y="18827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564873" y="6202940"/>
            <a:ext cx="209296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2—1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win10</a:t>
            </a:r>
            <a:r>
              <a:rPr lang="zh-CN" altLang="en-US" sz="1600" dirty="0" smtClean="0"/>
              <a:t>的桌面</a:t>
            </a:r>
            <a:endParaRPr lang="zh-CN" altLang="en-US" sz="1600" dirty="0"/>
          </a:p>
        </p:txBody>
      </p:sp>
      <p:pic>
        <p:nvPicPr>
          <p:cNvPr id="3" name="图片 2"/>
          <p:cNvPicPr/>
          <p:nvPr/>
        </p:nvPicPr>
        <p:blipFill>
          <a:blip r:embed="rId3"/>
          <a:stretch>
            <a:fillRect/>
          </a:stretch>
        </p:blipFill>
        <p:spPr>
          <a:xfrm>
            <a:off x="1183640" y="3601720"/>
            <a:ext cx="4460240" cy="2474595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4"/>
          <a:stretch>
            <a:fillRect/>
          </a:stretch>
        </p:blipFill>
        <p:spPr>
          <a:xfrm>
            <a:off x="6456045" y="3601720"/>
            <a:ext cx="5010785" cy="25698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2.</a:t>
            </a:r>
            <a:r>
              <a:rPr lang="zh-CN" altLang="en-US" sz="2000" dirty="0" smtClean="0"/>
              <a:t>退出</a:t>
            </a:r>
            <a:r>
              <a:rPr lang="en-US" sz="2000" dirty="0" smtClean="0"/>
              <a:t>win10</a:t>
            </a:r>
            <a:endParaRPr lang="zh-CN" altLang="en-US" sz="2000" dirty="0" smtClean="0"/>
          </a:p>
          <a:p>
            <a:pPr>
              <a:lnSpc>
                <a:spcPct val="130000"/>
              </a:lnSpc>
              <a:buNone/>
            </a:pPr>
            <a:r>
              <a:rPr lang="en-US" sz="2000" dirty="0" smtClean="0"/>
              <a:t>(1)</a:t>
            </a:r>
            <a:r>
              <a:rPr lang="zh-CN" altLang="en-US" sz="2000" dirty="0" smtClean="0"/>
              <a:t>切换用户</a:t>
            </a:r>
            <a:r>
              <a:rPr lang="en-US" sz="2000" dirty="0" smtClean="0"/>
              <a:t>:</a:t>
            </a:r>
            <a:r>
              <a:rPr lang="zh-CN" altLang="en-US" sz="2000" dirty="0" smtClean="0"/>
              <a:t>可以在当前用户程序和文件都不关闭的情况下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使用其他账户登录。</a:t>
            </a:r>
            <a:endParaRPr lang="zh-CN" altLang="en-US" sz="2000" dirty="0" smtClean="0"/>
          </a:p>
          <a:p>
            <a:pPr>
              <a:lnSpc>
                <a:spcPct val="130000"/>
              </a:lnSpc>
              <a:buNone/>
            </a:pPr>
            <a:r>
              <a:rPr lang="en-US" sz="2000" dirty="0" smtClean="0"/>
              <a:t>(2)</a:t>
            </a:r>
            <a:r>
              <a:rPr lang="zh-CN" altLang="en-US" sz="2000" dirty="0" smtClean="0"/>
              <a:t>注销</a:t>
            </a:r>
            <a:r>
              <a:rPr lang="en-US" sz="2000" dirty="0" smtClean="0"/>
              <a:t>:</a:t>
            </a:r>
            <a:r>
              <a:rPr lang="zh-CN" altLang="en-US" sz="2000" dirty="0" smtClean="0"/>
              <a:t>关闭当前用户程序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结束当前用户的</a:t>
            </a:r>
            <a:r>
              <a:rPr lang="en-US" sz="2000" dirty="0" smtClean="0"/>
              <a:t>win10</a:t>
            </a:r>
            <a:r>
              <a:rPr lang="zh-CN" altLang="en-US" sz="2000" dirty="0" smtClean="0"/>
              <a:t>对话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重新用其他账户登录。</a:t>
            </a:r>
            <a:endParaRPr lang="zh-CN" altLang="en-US" sz="2000" dirty="0" smtClean="0"/>
          </a:p>
          <a:p>
            <a:pPr>
              <a:lnSpc>
                <a:spcPct val="130000"/>
              </a:lnSpc>
              <a:buNone/>
            </a:pPr>
            <a:r>
              <a:rPr lang="en-US" sz="2000" dirty="0" smtClean="0"/>
              <a:t>(3)</a:t>
            </a:r>
            <a:r>
              <a:rPr lang="zh-CN" altLang="en-US" sz="2000" dirty="0" smtClean="0"/>
              <a:t>锁定</a:t>
            </a:r>
            <a:r>
              <a:rPr lang="en-US" sz="2000" dirty="0" smtClean="0"/>
              <a:t>:“</a:t>
            </a:r>
            <a:r>
              <a:rPr lang="zh-CN" altLang="en-US" sz="2000" dirty="0" smtClean="0"/>
              <a:t>锁定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与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注销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不同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注销后可以用其他账户登录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而锁定后只能用原用户名登录。</a:t>
            </a:r>
            <a:endParaRPr lang="zh-CN" altLang="en-US" sz="2000" dirty="0" smtClean="0"/>
          </a:p>
          <a:p>
            <a:pPr>
              <a:lnSpc>
                <a:spcPct val="130000"/>
              </a:lnSpc>
              <a:buNone/>
            </a:pPr>
            <a:r>
              <a:rPr lang="en-US" sz="2000" dirty="0" smtClean="0"/>
              <a:t>(4)</a:t>
            </a:r>
            <a:r>
              <a:rPr lang="zh-CN" altLang="en-US" sz="2000" dirty="0" smtClean="0"/>
              <a:t>睡眠</a:t>
            </a:r>
            <a:r>
              <a:rPr lang="en-US" sz="2000" dirty="0" smtClean="0"/>
              <a:t>:</a:t>
            </a:r>
            <a:r>
              <a:rPr lang="zh-CN" altLang="en-US" sz="2000" dirty="0" smtClean="0"/>
              <a:t>计算机处于低耗能状态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显示器关闭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计算机的风扇也停止转动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计算机只维持内存中的工作程序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操作系统会自动保存已打开的文件和程序。</a:t>
            </a:r>
            <a:endParaRPr lang="zh-CN" altLang="en-US" sz="2000" dirty="0" smtClean="0"/>
          </a:p>
          <a:p>
            <a:pPr>
              <a:lnSpc>
                <a:spcPct val="130000"/>
              </a:lnSpc>
              <a:buNone/>
            </a:pPr>
            <a:r>
              <a:rPr lang="en-US" sz="2000" dirty="0" smtClean="0"/>
              <a:t>(5)</a:t>
            </a:r>
            <a:r>
              <a:rPr lang="zh-CN" altLang="en-US" sz="2000" dirty="0" smtClean="0"/>
              <a:t>休眠</a:t>
            </a:r>
            <a:r>
              <a:rPr lang="en-US" sz="2000" dirty="0" smtClean="0"/>
              <a:t>:“</a:t>
            </a:r>
            <a:r>
              <a:rPr lang="zh-CN" altLang="en-US" sz="2000" dirty="0" smtClean="0"/>
              <a:t>休眠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是一种为便携式计算机设计的电源节能状态。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7845" y="65723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en-US" sz="2000" dirty="0" smtClean="0"/>
              <a:t>2.1.3</a:t>
            </a:r>
            <a:r>
              <a:rPr lang="zh-CN" altLang="en-US" sz="2000" dirty="0" smtClean="0"/>
              <a:t>　鼠标的使用</a:t>
            </a:r>
            <a:endParaRPr lang="zh-CN" altLang="en-US" sz="2000" dirty="0" smtClean="0"/>
          </a:p>
          <a:p>
            <a:pPr>
              <a:lnSpc>
                <a:spcPct val="130000"/>
              </a:lnSpc>
              <a:buNone/>
            </a:pPr>
            <a:r>
              <a:rPr lang="zh-CN" altLang="en-US" sz="2000" dirty="0" smtClean="0"/>
              <a:t>      使用鼠标可与计算机屏幕上的对象进行交互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拖动或点击鼠标可以进行对象的移动、打开、更改、丢弃或其他操作。</a:t>
            </a:r>
            <a:r>
              <a:rPr lang="en-US" sz="2000" dirty="0" smtClean="0"/>
              <a:t>win10</a:t>
            </a:r>
            <a:r>
              <a:rPr lang="zh-CN" altLang="en-US" sz="2000" dirty="0" smtClean="0"/>
              <a:t>系统中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使用鼠标几乎可以完成所有的基本操作。</a:t>
            </a:r>
            <a:endParaRPr lang="zh-CN" altLang="en-US" sz="2000" dirty="0" smtClean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1.</a:t>
            </a:r>
            <a:r>
              <a:rPr lang="zh-CN" altLang="en-US" sz="2000" dirty="0" smtClean="0"/>
              <a:t>鼠标操作</a:t>
            </a:r>
            <a:endParaRPr lang="zh-CN" altLang="en-US" sz="2000" dirty="0" smtClean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8955" y="9175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098189" y="4100177"/>
            <a:ext cx="459740" cy="2358390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zh-CN" altLang="en-US" dirty="0" smtClean="0"/>
              <a:t>图</a:t>
            </a:r>
            <a:r>
              <a:rPr lang="en-US" dirty="0" smtClean="0"/>
              <a:t>2—2</a:t>
            </a:r>
            <a:r>
              <a:rPr lang="zh-CN" altLang="en-US" dirty="0" smtClean="0"/>
              <a:t>　鼠标属性设置</a:t>
            </a:r>
            <a:endParaRPr lang="zh-CN" altLang="en-US" dirty="0"/>
          </a:p>
        </p:txBody>
      </p:sp>
      <p:graphicFrame>
        <p:nvGraphicFramePr>
          <p:cNvPr id="10" name="图示 9"/>
          <p:cNvGraphicFramePr/>
          <p:nvPr/>
        </p:nvGraphicFramePr>
        <p:xfrm>
          <a:off x="1023902" y="3857652"/>
          <a:ext cx="4572000" cy="28574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图片 2"/>
          <p:cNvPicPr/>
          <p:nvPr/>
        </p:nvPicPr>
        <p:blipFill>
          <a:blip r:embed="rId8"/>
          <a:stretch>
            <a:fillRect/>
          </a:stretch>
        </p:blipFill>
        <p:spPr>
          <a:xfrm>
            <a:off x="4233545" y="3926205"/>
            <a:ext cx="3994150" cy="2359025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9"/>
          <a:stretch>
            <a:fillRect/>
          </a:stretch>
        </p:blipFill>
        <p:spPr>
          <a:xfrm>
            <a:off x="8820150" y="3289935"/>
            <a:ext cx="2600960" cy="3286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2.</a:t>
            </a:r>
            <a:r>
              <a:rPr lang="zh-CN" altLang="en-US" sz="2000" dirty="0" smtClean="0"/>
              <a:t>鼠标指针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 鼠标指针的形状取决于它所在的位置以及它与屏幕元素的相互关系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图</a:t>
            </a:r>
            <a:r>
              <a:rPr lang="en-US" sz="2000" dirty="0" smtClean="0"/>
              <a:t>2—3</a:t>
            </a:r>
            <a:r>
              <a:rPr lang="zh-CN" altLang="en-US" sz="2000" dirty="0" smtClean="0"/>
              <a:t>所示是常见鼠标指针的形状和含义。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827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367" y="80690"/>
            <a:ext cx="1079640" cy="1250640"/>
          </a:xfrm>
          <a:prstGeom prst="rect">
            <a:avLst/>
          </a:prstGeom>
        </p:spPr>
      </p:pic>
      <p:pic>
        <p:nvPicPr>
          <p:cNvPr id="6" name="2a3.jpg" descr="id:2147492336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52794" y="3214686"/>
            <a:ext cx="4857784" cy="242889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pic>
      <p:sp>
        <p:nvSpPr>
          <p:cNvPr id="7" name="矩形 6"/>
          <p:cNvSpPr/>
          <p:nvPr/>
        </p:nvSpPr>
        <p:spPr>
          <a:xfrm>
            <a:off x="4387840" y="6060064"/>
            <a:ext cx="301117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2—3</a:t>
            </a:r>
            <a:r>
              <a:rPr lang="zh-CN" altLang="en-US" sz="1600" dirty="0" smtClean="0"/>
              <a:t>　鼠标指针的形状及含义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2.1.4</a:t>
            </a:r>
            <a:r>
              <a:rPr lang="zh-CN" altLang="en-US" sz="2000" dirty="0" smtClean="0"/>
              <a:t>　汉字输入方法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在安装</a:t>
            </a:r>
            <a:r>
              <a:rPr lang="en-US" sz="2000" dirty="0" smtClean="0"/>
              <a:t>win10</a:t>
            </a:r>
            <a:r>
              <a:rPr lang="zh-CN" altLang="en-US" sz="2000" dirty="0" smtClean="0"/>
              <a:t>时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系统已经将常用的输入法安装好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并在任务栏右侧显示语言栏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2—4</a:t>
            </a:r>
            <a:r>
              <a:rPr lang="zh-CN" altLang="en-US" sz="2000" dirty="0" smtClean="0"/>
              <a:t>所示。在全角和半角字符之间切换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2—5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827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716482" y="6060064"/>
            <a:ext cx="219837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2—4</a:t>
            </a:r>
            <a:r>
              <a:rPr lang="zh-CN" altLang="en-US" sz="1600" dirty="0" smtClean="0"/>
              <a:t>　输入法语言栏</a:t>
            </a:r>
            <a:endParaRPr lang="zh-CN" altLang="en-US" sz="1600" dirty="0"/>
          </a:p>
        </p:txBody>
      </p:sp>
      <p:pic>
        <p:nvPicPr>
          <p:cNvPr id="8" name="2a4.jpg" descr="id:2147492351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66910" y="3643314"/>
            <a:ext cx="3143272" cy="2143140"/>
          </a:xfrm>
          <a:prstGeom prst="rect">
            <a:avLst/>
          </a:prstGeom>
          <a:solidFill>
            <a:srgbClr val="A60E0A"/>
          </a:solidFill>
          <a:ln>
            <a:solidFill>
              <a:schemeClr val="accent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10" name="2A5.EPS" descr="id:2147492358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24628" y="3786190"/>
            <a:ext cx="3000396" cy="1500198"/>
          </a:xfrm>
          <a:prstGeom prst="rect">
            <a:avLst/>
          </a:prstGeom>
          <a:solidFill>
            <a:srgbClr val="A60E0A"/>
          </a:solidFill>
          <a:ln>
            <a:solidFill>
              <a:schemeClr val="accent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11" name="矩形 10"/>
          <p:cNvSpPr/>
          <p:nvPr/>
        </p:nvSpPr>
        <p:spPr>
          <a:xfrm>
            <a:off x="6916618" y="6060064"/>
            <a:ext cx="227711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2—5</a:t>
            </a:r>
            <a:r>
              <a:rPr lang="zh-CN" altLang="en-US" sz="1600" dirty="0" smtClean="0"/>
              <a:t>　全角</a:t>
            </a:r>
            <a:r>
              <a:rPr lang="en-US" sz="1600" dirty="0" smtClean="0"/>
              <a:t>/</a:t>
            </a:r>
            <a:r>
              <a:rPr lang="zh-CN" altLang="en-US" sz="1600" dirty="0" smtClean="0"/>
              <a:t>半角切换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2.1.5</a:t>
            </a:r>
            <a:r>
              <a:rPr lang="zh-CN" altLang="en-US" sz="2000" dirty="0" smtClean="0"/>
              <a:t>　</a:t>
            </a:r>
            <a:r>
              <a:rPr lang="en-US" sz="2000" dirty="0" smtClean="0"/>
              <a:t>Windows</a:t>
            </a:r>
            <a:r>
              <a:rPr lang="zh-CN" altLang="en-US" sz="2000" dirty="0" smtClean="0"/>
              <a:t>桌面的组成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桌面是打开计算机并登录到 </a:t>
            </a:r>
            <a:r>
              <a:rPr lang="en-US" sz="2000" dirty="0" smtClean="0"/>
              <a:t>win10</a:t>
            </a:r>
            <a:r>
              <a:rPr lang="zh-CN" altLang="en-US" sz="2000" dirty="0" smtClean="0"/>
              <a:t>之后看到的主屏幕区域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2—6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1075" y="18827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166743" y="6090842"/>
            <a:ext cx="188976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dirty="0" smtClean="0"/>
              <a:t>图</a:t>
            </a:r>
            <a:r>
              <a:rPr lang="en-US" sz="1600" dirty="0" smtClean="0"/>
              <a:t>2—6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win10</a:t>
            </a:r>
            <a:r>
              <a:rPr lang="zh-CN" altLang="en-US" sz="1600" dirty="0" smtClean="0"/>
              <a:t>桌面</a:t>
            </a:r>
            <a:endParaRPr lang="zh-CN" altLang="en-US" sz="1600" dirty="0"/>
          </a:p>
        </p:txBody>
      </p:sp>
      <p:pic>
        <p:nvPicPr>
          <p:cNvPr id="3" name="图片 2"/>
          <p:cNvPicPr/>
          <p:nvPr/>
        </p:nvPicPr>
        <p:blipFill>
          <a:blip r:embed="rId3"/>
          <a:stretch>
            <a:fillRect/>
          </a:stretch>
        </p:blipFill>
        <p:spPr>
          <a:xfrm>
            <a:off x="539750" y="3265805"/>
            <a:ext cx="5243830" cy="2570480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4"/>
          <a:stretch>
            <a:fillRect/>
          </a:stretch>
        </p:blipFill>
        <p:spPr>
          <a:xfrm>
            <a:off x="6503670" y="3265805"/>
            <a:ext cx="4915535" cy="25711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1.</a:t>
            </a:r>
            <a:r>
              <a:rPr lang="zh-CN" altLang="en-US" sz="2000" dirty="0" smtClean="0"/>
              <a:t>桌面图标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452926" y="6143644"/>
            <a:ext cx="386518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2—7</a:t>
            </a:r>
            <a:r>
              <a:rPr lang="zh-CN" altLang="en-US" sz="1600" dirty="0" smtClean="0"/>
              <a:t>　显示或隐藏</a:t>
            </a:r>
            <a:r>
              <a:rPr lang="en-US" sz="1600" dirty="0" smtClean="0"/>
              <a:t>win10</a:t>
            </a:r>
            <a:r>
              <a:rPr lang="zh-CN" altLang="en-US" sz="1600" dirty="0" smtClean="0"/>
              <a:t>常用图标</a:t>
            </a:r>
            <a:endParaRPr lang="zh-CN" altLang="en-US" sz="1600" dirty="0"/>
          </a:p>
        </p:txBody>
      </p:sp>
      <p:pic>
        <p:nvPicPr>
          <p:cNvPr id="10" name="2a7.jpg" descr="id:2147492395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4168" y="2435535"/>
            <a:ext cx="5072098" cy="34290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3" name="图片 2"/>
          <p:cNvPicPr/>
          <p:nvPr/>
        </p:nvPicPr>
        <p:blipFill>
          <a:blip r:embed="rId4"/>
          <a:stretch>
            <a:fillRect/>
          </a:stretch>
        </p:blipFill>
        <p:spPr>
          <a:xfrm>
            <a:off x="6148705" y="2467610"/>
            <a:ext cx="4773930" cy="3068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(1)“</a:t>
            </a:r>
            <a:r>
              <a:rPr lang="zh-CN" altLang="en-US" sz="2000" dirty="0" smtClean="0"/>
              <a:t>计算机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图标。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      “</a:t>
            </a:r>
            <a:r>
              <a:rPr lang="zh-CN" altLang="en-US" sz="2000" dirty="0" smtClean="0"/>
              <a:t>计算机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是系统文件夹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双击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计算机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图标后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屏幕上会显示如图</a:t>
            </a:r>
            <a:r>
              <a:rPr lang="en-US" sz="2000" dirty="0" smtClean="0"/>
              <a:t>2—8</a:t>
            </a:r>
            <a:r>
              <a:rPr lang="zh-CN" altLang="en-US" sz="2000" dirty="0" smtClean="0"/>
              <a:t>所示的窗口。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7845" y="135573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452926" y="6143644"/>
            <a:ext cx="386518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 smtClean="0"/>
              <a:t>图</a:t>
            </a:r>
            <a:r>
              <a:rPr lang="en-US" sz="1600" dirty="0" smtClean="0"/>
              <a:t>2—8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计算机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图标运行窗口</a:t>
            </a:r>
            <a:endParaRPr lang="zh-CN" altLang="en-US" sz="16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6910" y="3204210"/>
            <a:ext cx="4748530" cy="27133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(2)“</a:t>
            </a:r>
            <a:r>
              <a:rPr lang="zh-CN" altLang="en-US" sz="2000" dirty="0" smtClean="0"/>
              <a:t>用户的文件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图标。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如当前登录的用户名为</a:t>
            </a:r>
            <a:r>
              <a:rPr lang="en-US" sz="2000" dirty="0" smtClean="0"/>
              <a:t>cmr,</a:t>
            </a:r>
            <a:r>
              <a:rPr lang="zh-CN" altLang="en-US" sz="2000" dirty="0" smtClean="0"/>
              <a:t>则该文件夹的名称为</a:t>
            </a:r>
            <a:r>
              <a:rPr lang="en-US" sz="2000" dirty="0" smtClean="0"/>
              <a:t>cmr </a:t>
            </a:r>
            <a:r>
              <a:rPr lang="zh-CN" altLang="en-US" sz="2000" dirty="0" smtClean="0"/>
              <a:t>。双击此图标后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就显示图</a:t>
            </a:r>
            <a:r>
              <a:rPr lang="en-US" sz="2000" dirty="0" smtClean="0"/>
              <a:t>2—9</a:t>
            </a:r>
            <a:r>
              <a:rPr lang="zh-CN" altLang="en-US" sz="2000" dirty="0" smtClean="0"/>
              <a:t>所示的窗口。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-317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016767" y="6143644"/>
            <a:ext cx="386518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 smtClean="0"/>
              <a:t>图</a:t>
            </a:r>
            <a:r>
              <a:rPr lang="en-US" sz="1600" dirty="0" smtClean="0"/>
              <a:t>2—9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用户的文件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图标运行窗口</a:t>
            </a:r>
            <a:endParaRPr lang="zh-CN" altLang="en-US" sz="1600" dirty="0"/>
          </a:p>
        </p:txBody>
      </p:sp>
      <p:pic>
        <p:nvPicPr>
          <p:cNvPr id="10" name="2a9.jpg" descr="id:2147492416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1422" y="3143248"/>
            <a:ext cx="4036048" cy="272481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sz="2000" dirty="0" smtClean="0"/>
              <a:t>(3)“</a:t>
            </a:r>
            <a:r>
              <a:rPr lang="zh-CN" altLang="en-US" sz="2000" dirty="0" smtClean="0"/>
              <a:t>控制面板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图标。</a:t>
            </a:r>
            <a:endParaRPr lang="zh-CN" altLang="en-US" sz="2000" dirty="0" smtClean="0"/>
          </a:p>
          <a:p>
            <a:pPr>
              <a:lnSpc>
                <a:spcPct val="130000"/>
              </a:lnSpc>
              <a:buNone/>
            </a:pPr>
            <a:r>
              <a:rPr lang="zh-CN" altLang="en-US" sz="2000" dirty="0" smtClean="0"/>
              <a:t>       通过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控制面板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可以进行系统设置和设备管理。双击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控制面板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图标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显示如图</a:t>
            </a:r>
            <a:r>
              <a:rPr lang="en-US" sz="2000" dirty="0" smtClean="0"/>
              <a:t>2—10</a:t>
            </a:r>
            <a:r>
              <a:rPr lang="zh-CN" altLang="en-US" sz="2000" dirty="0" smtClean="0"/>
              <a:t>所示窗口。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3855" y="1095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452926" y="6143644"/>
            <a:ext cx="386518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 smtClean="0"/>
              <a:t>图</a:t>
            </a:r>
            <a:r>
              <a:rPr lang="en-US" sz="1600" dirty="0" smtClean="0"/>
              <a:t>2—10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控制面板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图标运行窗口</a:t>
            </a:r>
            <a:endParaRPr lang="zh-CN" altLang="en-US" sz="1600" dirty="0"/>
          </a:p>
        </p:txBody>
      </p:sp>
      <p:pic>
        <p:nvPicPr>
          <p:cNvPr id="8" name="2a10.jpg" descr="id:2147492423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52926" y="3214686"/>
            <a:ext cx="4000528" cy="271509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(4)“</a:t>
            </a:r>
            <a:r>
              <a:rPr lang="zh-CN" altLang="en-US" sz="2000" dirty="0" smtClean="0"/>
              <a:t>回收站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图标。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(5)</a:t>
            </a:r>
            <a:r>
              <a:rPr lang="zh-CN" altLang="en-US" sz="2000" dirty="0" smtClean="0"/>
              <a:t>快捷方式。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452926" y="6143644"/>
            <a:ext cx="386518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 smtClean="0"/>
              <a:t>图</a:t>
            </a:r>
            <a:r>
              <a:rPr lang="en-US" sz="1600" dirty="0" smtClean="0"/>
              <a:t>2—11</a:t>
            </a:r>
            <a:r>
              <a:rPr lang="zh-CN" altLang="en-US" sz="1600" dirty="0" smtClean="0"/>
              <a:t>　创建快捷方式</a:t>
            </a:r>
            <a:endParaRPr lang="zh-CN" altLang="en-US" sz="1600" dirty="0"/>
          </a:p>
        </p:txBody>
      </p:sp>
      <p:pic>
        <p:nvPicPr>
          <p:cNvPr id="10" name="2a11.jpg" descr="id:2147492437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2130" y="2610480"/>
            <a:ext cx="7072362" cy="32147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2.“</a:t>
            </a:r>
            <a:r>
              <a:rPr lang="zh-CN" altLang="en-US" sz="2000" dirty="0" smtClean="0"/>
              <a:t>开始</a:t>
            </a:r>
            <a:r>
              <a:rPr lang="en-US" sz="2000" dirty="0" smtClean="0"/>
              <a:t>” </a:t>
            </a:r>
            <a:r>
              <a:rPr lang="zh-CN" altLang="en-US" sz="2000" dirty="0" smtClean="0"/>
              <a:t>菜单</a:t>
            </a:r>
            <a:endParaRPr lang="en-US" altLang="zh-CN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点击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开始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按钮或按键盘上的</a:t>
            </a:r>
            <a:r>
              <a:rPr lang="en-US" sz="2000" dirty="0" smtClean="0"/>
              <a:t>win10</a:t>
            </a:r>
            <a:r>
              <a:rPr lang="zh-CN" altLang="en-US" sz="2000" dirty="0" smtClean="0"/>
              <a:t>徽标键</a:t>
            </a:r>
            <a:r>
              <a:rPr lang="en-US" sz="2000" dirty="0" smtClean="0"/>
              <a:t> ,</a:t>
            </a:r>
            <a:r>
              <a:rPr lang="zh-CN" altLang="en-US" sz="2000" dirty="0" smtClean="0"/>
              <a:t>可以开启</a:t>
            </a:r>
            <a:r>
              <a:rPr lang="en-US" sz="2000" dirty="0" smtClean="0"/>
              <a:t>win10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开始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菜单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2—12</a:t>
            </a:r>
            <a:r>
              <a:rPr lang="zh-CN" altLang="en-US" sz="2000" dirty="0" smtClean="0"/>
              <a:t>所示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这个菜单是计算机程序、文件夹和设置的主门户。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452926" y="6143644"/>
            <a:ext cx="386518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 smtClean="0"/>
              <a:t>图</a:t>
            </a:r>
            <a:r>
              <a:rPr lang="en-US" sz="1600" dirty="0" smtClean="0"/>
              <a:t>2—12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开始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菜单</a:t>
            </a:r>
            <a:endParaRPr lang="zh-CN" altLang="en-US" sz="1600" dirty="0"/>
          </a:p>
        </p:txBody>
      </p:sp>
      <p:pic>
        <p:nvPicPr>
          <p:cNvPr id="3" name="图片 2"/>
          <p:cNvPicPr/>
          <p:nvPr/>
        </p:nvPicPr>
        <p:blipFill>
          <a:blip r:embed="rId3"/>
          <a:stretch>
            <a:fillRect/>
          </a:stretch>
        </p:blipFill>
        <p:spPr>
          <a:xfrm>
            <a:off x="4077970" y="3370580"/>
            <a:ext cx="4035425" cy="26009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2.“</a:t>
            </a:r>
            <a:r>
              <a:rPr lang="zh-CN" altLang="en-US" sz="2000" dirty="0" smtClean="0"/>
              <a:t>开始</a:t>
            </a:r>
            <a:r>
              <a:rPr lang="en-US" sz="2000" dirty="0" smtClean="0"/>
              <a:t>” </a:t>
            </a:r>
            <a:r>
              <a:rPr lang="zh-CN" altLang="en-US" sz="2000" dirty="0" smtClean="0"/>
              <a:t>菜单</a:t>
            </a:r>
            <a:endParaRPr lang="en-US" altLang="zh-CN" sz="2000" dirty="0" smtClean="0"/>
          </a:p>
          <a:p>
            <a:pPr>
              <a:lnSpc>
                <a:spcPct val="130000"/>
              </a:lnSpc>
              <a:buNone/>
            </a:pPr>
            <a:r>
              <a:rPr lang="zh-CN" altLang="en-US" sz="2000" dirty="0" smtClean="0"/>
              <a:t>        点击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开始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按钮或按键盘上的</a:t>
            </a:r>
            <a:r>
              <a:rPr lang="en-US" sz="2000" dirty="0" smtClean="0"/>
              <a:t>win10</a:t>
            </a:r>
            <a:r>
              <a:rPr lang="zh-CN" altLang="en-US" sz="2000" dirty="0" smtClean="0"/>
              <a:t>徽标键</a:t>
            </a:r>
            <a:r>
              <a:rPr lang="en-US" sz="2000" dirty="0" smtClean="0"/>
              <a:t> ,</a:t>
            </a:r>
            <a:r>
              <a:rPr lang="zh-CN" altLang="en-US" sz="2000" dirty="0" smtClean="0"/>
              <a:t>可以开启</a:t>
            </a:r>
            <a:r>
              <a:rPr lang="en-US" sz="2000" dirty="0" smtClean="0"/>
              <a:t>win10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开始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菜单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2—12</a:t>
            </a:r>
            <a:r>
              <a:rPr lang="zh-CN" altLang="en-US" sz="2000" dirty="0" smtClean="0"/>
              <a:t>所示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这个菜单是计算机程序、文件夹和设置的主门户。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809720" y="6143644"/>
            <a:ext cx="243642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 smtClean="0"/>
              <a:t>图</a:t>
            </a:r>
            <a:r>
              <a:rPr lang="en-US" sz="1600" dirty="0" smtClean="0"/>
              <a:t>2—12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开始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菜单</a:t>
            </a:r>
            <a:endParaRPr lang="zh-CN" altLang="en-US" sz="1600" dirty="0"/>
          </a:p>
        </p:txBody>
      </p:sp>
      <p:pic>
        <p:nvPicPr>
          <p:cNvPr id="8" name="2a12.jpg" descr="id:2147492459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81158" y="3357562"/>
            <a:ext cx="2161440" cy="271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pic>
      <p:pic>
        <p:nvPicPr>
          <p:cNvPr id="10" name="2a13.jpg" descr="id:2147492466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816" y="3558414"/>
            <a:ext cx="2161440" cy="222804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pic>
      <p:sp>
        <p:nvSpPr>
          <p:cNvPr id="11" name="矩形 10"/>
          <p:cNvSpPr/>
          <p:nvPr/>
        </p:nvSpPr>
        <p:spPr>
          <a:xfrm>
            <a:off x="4238612" y="6143644"/>
            <a:ext cx="30810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2—13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开始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菜单属性对话框</a:t>
            </a:r>
            <a:endParaRPr lang="zh-CN" altLang="en-US" sz="1600" dirty="0"/>
          </a:p>
        </p:txBody>
      </p:sp>
      <p:pic>
        <p:nvPicPr>
          <p:cNvPr id="12" name="2a14.jpg" descr="id:2147492473;FounderCES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81950" y="3500438"/>
            <a:ext cx="1994040" cy="226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pic>
      <p:sp>
        <p:nvSpPr>
          <p:cNvPr id="13" name="矩形 12"/>
          <p:cNvSpPr/>
          <p:nvPr/>
        </p:nvSpPr>
        <p:spPr>
          <a:xfrm>
            <a:off x="7499063" y="6162280"/>
            <a:ext cx="26746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2—14</a:t>
            </a:r>
            <a:r>
              <a:rPr lang="zh-CN" altLang="en-US" sz="1600" dirty="0" smtClean="0"/>
              <a:t>　自定义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开始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菜单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3.</a:t>
            </a:r>
            <a:r>
              <a:rPr lang="zh-CN" altLang="en-US" sz="2000" dirty="0" smtClean="0"/>
              <a:t>桌面背景</a:t>
            </a:r>
            <a:endParaRPr lang="en-US" altLang="zh-CN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在桌面空白处点击鼠标右键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选择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个性化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在弹出的窗口中选择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桌面背景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即可以在弹出的窗口中设置背景图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2—15</a:t>
            </a:r>
            <a:r>
              <a:rPr lang="zh-CN" altLang="en-US" sz="2000" dirty="0" smtClean="0"/>
              <a:t>所示。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015" y="1095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731147" y="6143644"/>
            <a:ext cx="386518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 smtClean="0"/>
              <a:t>图</a:t>
            </a:r>
            <a:r>
              <a:rPr lang="en-US" sz="1600" dirty="0" smtClean="0"/>
              <a:t>2—15</a:t>
            </a:r>
            <a:r>
              <a:rPr lang="zh-CN" altLang="en-US" sz="1600" dirty="0" smtClean="0"/>
              <a:t>　设置桌面背景</a:t>
            </a:r>
            <a:endParaRPr lang="zh-CN" altLang="en-US" sz="1600" dirty="0"/>
          </a:p>
        </p:txBody>
      </p:sp>
      <p:pic>
        <p:nvPicPr>
          <p:cNvPr id="3" name="图片 2"/>
          <p:cNvPicPr/>
          <p:nvPr/>
        </p:nvPicPr>
        <p:blipFill>
          <a:blip r:embed="rId3"/>
          <a:stretch>
            <a:fillRect/>
          </a:stretch>
        </p:blipFill>
        <p:spPr>
          <a:xfrm>
            <a:off x="488950" y="3429000"/>
            <a:ext cx="4890135" cy="2657475"/>
          </a:xfrm>
          <a:prstGeom prst="rect">
            <a:avLst/>
          </a:prstGeom>
        </p:spPr>
      </p:pic>
      <p:pic>
        <p:nvPicPr>
          <p:cNvPr id="8" name="图片 7" descr="win10个性化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50" y="3387725"/>
            <a:ext cx="5389880" cy="27559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 smtClean="0"/>
              <a:t>4.</a:t>
            </a:r>
            <a:r>
              <a:rPr lang="zh-CN" altLang="en-US" sz="2000" dirty="0" smtClean="0"/>
              <a:t>任务栏</a:t>
            </a:r>
            <a:endParaRPr lang="zh-CN" altLang="en-US" sz="2000" dirty="0" smtClean="0"/>
          </a:p>
          <a:p>
            <a:pPr>
              <a:buNone/>
            </a:pPr>
            <a:r>
              <a:rPr lang="zh-CN" altLang="en-US" sz="2000" dirty="0" smtClean="0"/>
              <a:t>     任务栏是位于屏幕底部的水平长条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2—16</a:t>
            </a:r>
            <a:r>
              <a:rPr lang="zh-CN" altLang="en-US" sz="2000" dirty="0" smtClean="0"/>
              <a:t>所示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731147" y="6143644"/>
            <a:ext cx="386518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 smtClean="0"/>
              <a:t>图</a:t>
            </a:r>
            <a:r>
              <a:rPr lang="en-US" sz="1600" dirty="0" smtClean="0"/>
              <a:t>2—16</a:t>
            </a:r>
            <a:r>
              <a:rPr lang="zh-CN" altLang="en-US" sz="1600" dirty="0" smtClean="0"/>
              <a:t>　任务栏</a:t>
            </a:r>
            <a:endParaRPr lang="zh-CN" altLang="en-US" sz="1600" dirty="0"/>
          </a:p>
        </p:txBody>
      </p:sp>
      <p:pic>
        <p:nvPicPr>
          <p:cNvPr id="8" name="2a16.jpg" descr="id:2147492503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6505" y="3357245"/>
            <a:ext cx="9420860" cy="17195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730883" y="5715016"/>
            <a:ext cx="236498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 smtClean="0"/>
              <a:t>图</a:t>
            </a:r>
            <a:r>
              <a:rPr lang="en-US" sz="1600" dirty="0" smtClean="0"/>
              <a:t>2—17</a:t>
            </a:r>
            <a:r>
              <a:rPr lang="zh-CN" altLang="en-US" sz="1600" dirty="0" smtClean="0"/>
              <a:t>　任务栏设置</a:t>
            </a:r>
            <a:endParaRPr lang="zh-CN" altLang="en-US" sz="1600" dirty="0"/>
          </a:p>
        </p:txBody>
      </p:sp>
      <p:pic>
        <p:nvPicPr>
          <p:cNvPr id="10" name="2a17.jpg" descr="id:2147492510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66910" y="1785926"/>
            <a:ext cx="3348519" cy="3538058"/>
          </a:xfrm>
          <a:prstGeom prst="rect">
            <a:avLst/>
          </a:prstGeom>
        </p:spPr>
      </p:pic>
      <p:pic>
        <p:nvPicPr>
          <p:cNvPr id="11" name="2a18.jpg" descr="id:2147492517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81752" y="1857364"/>
            <a:ext cx="2653543" cy="3474878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6356055" y="5805090"/>
            <a:ext cx="29108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2—18</a:t>
            </a:r>
            <a:r>
              <a:rPr lang="zh-CN" altLang="en-US" sz="1600" dirty="0" smtClean="0"/>
              <a:t>　将程序锁定到任务栏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5.</a:t>
            </a:r>
            <a:r>
              <a:rPr lang="zh-CN" altLang="en-US" sz="2000" dirty="0" smtClean="0"/>
              <a:t>桌面小工具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      win10</a:t>
            </a:r>
            <a:r>
              <a:rPr lang="zh-CN" altLang="en-US" sz="2000" dirty="0" smtClean="0"/>
              <a:t>桌面还包含了很多小工具。鼠标右键单击桌面空白处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选择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小工具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项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在弹出的如图</a:t>
            </a:r>
            <a:r>
              <a:rPr lang="en-US" sz="2000" dirty="0" smtClean="0"/>
              <a:t>2—19</a:t>
            </a:r>
            <a:r>
              <a:rPr lang="zh-CN" altLang="en-US" sz="2000" dirty="0" smtClean="0"/>
              <a:t>所示的窗口中可以选择系统提供的小工具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选中后该工具就显示在桌面上。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8020" y="10064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548426" y="4716069"/>
            <a:ext cx="386518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 smtClean="0"/>
              <a:t>图</a:t>
            </a:r>
            <a:r>
              <a:rPr lang="en-US" sz="1600" dirty="0" smtClean="0"/>
              <a:t>2—19</a:t>
            </a:r>
            <a:r>
              <a:rPr lang="zh-CN" altLang="en-US" sz="1600" dirty="0" smtClean="0"/>
              <a:t>　小工具</a:t>
            </a:r>
            <a:endParaRPr lang="zh-CN" altLang="en-US" sz="1600" dirty="0"/>
          </a:p>
        </p:txBody>
      </p:sp>
      <p:pic>
        <p:nvPicPr>
          <p:cNvPr id="4" name="图片 3" descr="f660ad2e41c5d2e89f0fcb7cafd50a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640" y="3499485"/>
            <a:ext cx="3196590" cy="32035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2.1.6</a:t>
            </a:r>
            <a:r>
              <a:rPr lang="zh-CN" altLang="en-US" sz="2000" dirty="0" smtClean="0"/>
              <a:t>　文件、文件夹、路径</a:t>
            </a:r>
            <a:endParaRPr lang="zh-CN" altLang="en-US" sz="2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1.</a:t>
            </a:r>
            <a:r>
              <a:rPr lang="zh-CN" altLang="en-US" sz="2000" dirty="0" smtClean="0"/>
              <a:t>文件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文件是包含信息</a:t>
            </a:r>
            <a:r>
              <a:rPr lang="en-US" sz="2000" dirty="0" smtClean="0"/>
              <a:t>(</a:t>
            </a:r>
            <a:r>
              <a:rPr lang="zh-CN" altLang="en-US" sz="2000" dirty="0" smtClean="0"/>
              <a:t>例如文本、图像或音乐</a:t>
            </a:r>
            <a:r>
              <a:rPr lang="en-US" sz="2000" dirty="0" smtClean="0"/>
              <a:t>)</a:t>
            </a:r>
            <a:r>
              <a:rPr lang="zh-CN" altLang="en-US" sz="2000" dirty="0" smtClean="0"/>
              <a:t>的项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它是操作系统用来存储和管理外存上信息的基本单位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可以是程序、文档、图片、音视频等。</a:t>
            </a:r>
            <a:endParaRPr lang="zh-CN" altLang="en-US" sz="2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2.</a:t>
            </a:r>
            <a:r>
              <a:rPr lang="zh-CN" altLang="en-US" sz="2000" dirty="0" smtClean="0"/>
              <a:t>文件夹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 文件夹也叫做目录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就像可以存储文件的文件柜。</a:t>
            </a:r>
            <a:endParaRPr lang="zh-CN" altLang="en-US" sz="2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3.</a:t>
            </a:r>
            <a:r>
              <a:rPr lang="zh-CN" altLang="en-US" sz="2000" dirty="0" smtClean="0"/>
              <a:t>路径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 路径是描述文件存储位置的标识。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2.1.7</a:t>
            </a:r>
            <a:r>
              <a:rPr lang="zh-CN" altLang="en-US" sz="2000" dirty="0" smtClean="0"/>
              <a:t>　窗口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     win10</a:t>
            </a:r>
            <a:r>
              <a:rPr lang="zh-CN" altLang="en-US" sz="2000" dirty="0" smtClean="0"/>
              <a:t>采用了多窗口技术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即可以同时打开多个应用程序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2—20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6" name="2a20.jpg" descr="id:2147492579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38612" y="3143248"/>
            <a:ext cx="3929090" cy="28575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矩形 6"/>
          <p:cNvSpPr/>
          <p:nvPr/>
        </p:nvSpPr>
        <p:spPr>
          <a:xfrm>
            <a:off x="5022629" y="6274378"/>
            <a:ext cx="199263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2—20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win10</a:t>
            </a:r>
            <a:r>
              <a:rPr lang="zh-CN" altLang="en-US" sz="1600" dirty="0" smtClean="0"/>
              <a:t>窗口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对话框窗口是一种具有交互功能的特殊类型窗口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一般在执行菜单命令或单击命令按钮后出现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它要求用户选择不同的选项来执行任务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2—21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022629" y="6072206"/>
            <a:ext cx="20980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2—21</a:t>
            </a:r>
            <a:r>
              <a:rPr lang="zh-CN" altLang="en-US" sz="1600" dirty="0" smtClean="0"/>
              <a:t>　对话框窗口</a:t>
            </a:r>
            <a:endParaRPr lang="zh-CN" altLang="en-US" sz="1600" dirty="0"/>
          </a:p>
        </p:txBody>
      </p:sp>
      <p:pic>
        <p:nvPicPr>
          <p:cNvPr id="8" name="2a21.jpg" descr="id:2147492586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09918" y="3571876"/>
            <a:ext cx="5572164" cy="192882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000" dirty="0" smtClean="0"/>
              <a:t>2.1.8</a:t>
            </a:r>
            <a:r>
              <a:rPr lang="zh-CN" altLang="en-US" sz="2000" dirty="0" smtClean="0"/>
              <a:t>　</a:t>
            </a:r>
            <a:r>
              <a:rPr lang="en-US" sz="2000" dirty="0" smtClean="0"/>
              <a:t>Windows</a:t>
            </a:r>
            <a:r>
              <a:rPr lang="zh-CN" altLang="en-US" sz="2000" dirty="0" smtClean="0"/>
              <a:t>菜单 </a:t>
            </a:r>
            <a:endParaRPr lang="zh-CN" altLang="en-US" sz="2000" dirty="0" smtClean="0"/>
          </a:p>
          <a:p>
            <a:pPr>
              <a:lnSpc>
                <a:spcPct val="120000"/>
              </a:lnSpc>
              <a:buNone/>
            </a:pPr>
            <a:r>
              <a:rPr lang="zh-CN" altLang="en-US" sz="2000" dirty="0" smtClean="0"/>
              <a:t>     大多数程序包含几十个甚至几百个使程序运行的命令</a:t>
            </a:r>
            <a:r>
              <a:rPr lang="en-US" sz="2000" dirty="0" smtClean="0"/>
              <a:t>(</a:t>
            </a:r>
            <a:r>
              <a:rPr lang="zh-CN" altLang="en-US" sz="2000" dirty="0" smtClean="0"/>
              <a:t>操作</a:t>
            </a:r>
            <a:r>
              <a:rPr lang="en-US" sz="2000" dirty="0" smtClean="0"/>
              <a:t>)</a:t>
            </a:r>
            <a:r>
              <a:rPr lang="zh-CN" altLang="en-US" sz="2000" dirty="0" smtClean="0"/>
              <a:t>。</a:t>
            </a:r>
            <a:endParaRPr lang="zh-CN" altLang="en-US" sz="2000" dirty="0" smtClean="0"/>
          </a:p>
          <a:p>
            <a:pPr>
              <a:lnSpc>
                <a:spcPct val="120000"/>
              </a:lnSpc>
              <a:buNone/>
            </a:pPr>
            <a:r>
              <a:rPr lang="zh-CN" altLang="en-US" sz="2000" dirty="0" smtClean="0"/>
              <a:t>     下拉式菜单</a:t>
            </a:r>
            <a:r>
              <a:rPr lang="en-US" sz="2000" dirty="0" smtClean="0"/>
              <a:t>:</a:t>
            </a:r>
            <a:r>
              <a:rPr lang="zh-CN" altLang="en-US" sz="2000" dirty="0" smtClean="0"/>
              <a:t>菜单名称和个数是固定的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单击某个菜单标题后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在菜单下方拉出一组菜单项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2—22</a:t>
            </a:r>
            <a:r>
              <a:rPr lang="zh-CN" altLang="en-US" sz="2000" dirty="0" smtClean="0"/>
              <a:t>所示。弹出式菜单</a:t>
            </a:r>
            <a:r>
              <a:rPr lang="en-US" sz="2000" dirty="0" smtClean="0"/>
              <a:t>:</a:t>
            </a:r>
            <a:r>
              <a:rPr lang="zh-CN" altLang="en-US" sz="2000" dirty="0" smtClean="0"/>
              <a:t>单击鼠标后在窗口中弹出的菜单列表为弹出式菜单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2—23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033388" y="6429396"/>
            <a:ext cx="20980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2—22</a:t>
            </a:r>
            <a:r>
              <a:rPr lang="zh-CN" altLang="en-US" sz="1600" dirty="0" smtClean="0"/>
              <a:t>　下拉式菜单</a:t>
            </a:r>
            <a:endParaRPr lang="zh-CN" altLang="en-US" sz="1600" dirty="0" smtClean="0"/>
          </a:p>
        </p:txBody>
      </p:sp>
      <p:pic>
        <p:nvPicPr>
          <p:cNvPr id="8" name="2a22.jpg" descr="id:2147492601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24166" y="3786190"/>
            <a:ext cx="2428892" cy="2500330"/>
          </a:xfrm>
          <a:prstGeom prst="rect">
            <a:avLst/>
          </a:prstGeom>
        </p:spPr>
      </p:pic>
      <p:pic>
        <p:nvPicPr>
          <p:cNvPr id="10" name="2a23.jpg" descr="id:2147492608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67504" y="3786190"/>
            <a:ext cx="1712880" cy="243252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6533850" y="6376594"/>
            <a:ext cx="20980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2—23</a:t>
            </a:r>
            <a:r>
              <a:rPr lang="zh-CN" altLang="en-US" sz="1600" dirty="0" smtClean="0"/>
              <a:t>　弹出式菜单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2000" dirty="0" smtClean="0"/>
              <a:t>2.1.9</a:t>
            </a:r>
            <a:r>
              <a:rPr lang="zh-CN" altLang="en-US" sz="2000" dirty="0" smtClean="0"/>
              <a:t>　命令行方式</a:t>
            </a:r>
            <a:endParaRPr lang="zh-CN" altLang="en-US" sz="2000" dirty="0" smtClean="0"/>
          </a:p>
          <a:p>
            <a:pPr>
              <a:lnSpc>
                <a:spcPct val="130000"/>
              </a:lnSpc>
              <a:buNone/>
            </a:pPr>
            <a:r>
              <a:rPr lang="en-US" sz="2000" dirty="0" smtClean="0"/>
              <a:t>      win10</a:t>
            </a:r>
            <a:r>
              <a:rPr lang="zh-CN" altLang="en-US" sz="2000" dirty="0" smtClean="0"/>
              <a:t>中提供了</a:t>
            </a:r>
            <a:r>
              <a:rPr lang="en-US" sz="2000" dirty="0" smtClean="0"/>
              <a:t>MS-DOS</a:t>
            </a:r>
            <a:r>
              <a:rPr lang="zh-CN" altLang="en-US" sz="2000" dirty="0" smtClean="0"/>
              <a:t>模式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在该模式下可执行</a:t>
            </a:r>
            <a:r>
              <a:rPr lang="en-US" sz="2000" dirty="0" smtClean="0"/>
              <a:t>MS-DOS</a:t>
            </a:r>
            <a:r>
              <a:rPr lang="zh-CN" altLang="en-US" sz="2000" dirty="0" smtClean="0"/>
              <a:t>命令。</a:t>
            </a:r>
            <a:endParaRPr lang="zh-CN" altLang="en-US" sz="2000" dirty="0" smtClean="0"/>
          </a:p>
          <a:p>
            <a:pPr>
              <a:lnSpc>
                <a:spcPct val="130000"/>
              </a:lnSpc>
              <a:buNone/>
            </a:pPr>
            <a:r>
              <a:rPr lang="zh-CN" altLang="en-US" sz="2000" dirty="0" smtClean="0"/>
              <a:t>      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开始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选择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所有程序</a:t>
            </a:r>
            <a:r>
              <a:rPr lang="en-US" sz="2000" dirty="0" smtClean="0"/>
              <a:t>—</a:t>
            </a:r>
            <a:r>
              <a:rPr lang="zh-CN" altLang="en-US" sz="2000" dirty="0" smtClean="0"/>
              <a:t>附件</a:t>
            </a:r>
            <a:r>
              <a:rPr lang="en-US" sz="2000" dirty="0" smtClean="0"/>
              <a:t>—</a:t>
            </a:r>
            <a:r>
              <a:rPr lang="zh-CN" altLang="en-US" sz="2000" dirty="0" smtClean="0"/>
              <a:t>命令提示符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即可切换到</a:t>
            </a:r>
            <a:r>
              <a:rPr lang="en-US" sz="2000" dirty="0" smtClean="0"/>
              <a:t>MS-DOS</a:t>
            </a:r>
            <a:r>
              <a:rPr lang="zh-CN" altLang="en-US" sz="2000" dirty="0" smtClean="0"/>
              <a:t>窗口下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2—24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073936" y="6357958"/>
            <a:ext cx="2216785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2—24</a:t>
            </a:r>
            <a:r>
              <a:rPr lang="zh-CN" altLang="en-US" sz="1600" dirty="0" smtClean="0"/>
              <a:t>　 </a:t>
            </a:r>
            <a:r>
              <a:rPr lang="en-US" sz="1600" dirty="0" smtClean="0"/>
              <a:t>MS-DOS</a:t>
            </a:r>
            <a:r>
              <a:rPr lang="zh-CN" altLang="en-US" sz="1600" dirty="0" smtClean="0"/>
              <a:t>模式</a:t>
            </a:r>
            <a:endParaRPr lang="zh-CN" altLang="en-US" sz="1600" dirty="0" smtClean="0"/>
          </a:p>
        </p:txBody>
      </p:sp>
      <p:pic>
        <p:nvPicPr>
          <p:cNvPr id="12" name="2a24.jpg" descr="id:2147492623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38546" y="3429000"/>
            <a:ext cx="4929222" cy="28575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2.1.10</a:t>
            </a:r>
            <a:r>
              <a:rPr lang="zh-CN" altLang="en-US" sz="2000" dirty="0" smtClean="0"/>
              <a:t>　剪贴板 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剪贴板是将文件或项目复制或移动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并打算在其他地方使用的临时存储区域。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[</a:t>
            </a:r>
            <a:r>
              <a:rPr lang="zh-CN" altLang="en-US" sz="2000" dirty="0" smtClean="0"/>
              <a:t>操作</a:t>
            </a:r>
            <a:r>
              <a:rPr lang="en-US" sz="2000" dirty="0" smtClean="0"/>
              <a:t>—</a:t>
            </a:r>
            <a:r>
              <a:rPr lang="zh-CN" altLang="en-US" sz="2000" dirty="0" smtClean="0"/>
              <a:t>剪贴板</a:t>
            </a:r>
            <a:r>
              <a:rPr lang="en-US" sz="2000" dirty="0" smtClean="0"/>
              <a:t>]</a:t>
            </a:r>
            <a:endParaRPr lang="zh-CN" altLang="en-US" sz="2000" dirty="0" smtClean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graphicFrame>
        <p:nvGraphicFramePr>
          <p:cNvPr id="7" name="图示 6"/>
          <p:cNvGraphicFramePr/>
          <p:nvPr/>
        </p:nvGraphicFramePr>
        <p:xfrm>
          <a:off x="2024034" y="3714752"/>
          <a:ext cx="6072230" cy="27146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2.2</a:t>
            </a:r>
            <a:r>
              <a:rPr lang="zh-CN" altLang="en-US" dirty="0" smtClean="0"/>
              <a:t>　</a:t>
            </a:r>
            <a:r>
              <a:rPr lang="en-US" dirty="0" smtClean="0"/>
              <a:t>Windows</a:t>
            </a:r>
            <a:r>
              <a:rPr lang="zh-CN" altLang="en-US" dirty="0" smtClean="0"/>
              <a:t>资源管理器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endParaRPr lang="en-US" altLang="zh-CN" dirty="0" smtClean="0"/>
          </a:p>
          <a:p>
            <a:pPr>
              <a:lnSpc>
                <a:spcPct val="150000"/>
              </a:lnSpc>
            </a:pPr>
            <a:endParaRPr lang="en-US" altLang="zh-CN" dirty="0" smtClean="0"/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※ </a:t>
            </a:r>
            <a:r>
              <a:rPr lang="zh-CN" altLang="en-US" dirty="0" smtClean="0"/>
              <a:t>了解</a:t>
            </a:r>
            <a:r>
              <a:rPr lang="en-US" dirty="0" smtClean="0"/>
              <a:t>win10</a:t>
            </a:r>
            <a:r>
              <a:rPr lang="zh-CN" altLang="en-US" dirty="0" smtClean="0"/>
              <a:t>资源管理器窗口的组成</a:t>
            </a:r>
            <a:r>
              <a:rPr lang="en-US" dirty="0" smtClean="0"/>
              <a:t>;</a:t>
            </a:r>
            <a:endParaRPr lang="zh-CN" altLang="en-US" dirty="0" smtClean="0"/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※ </a:t>
            </a:r>
            <a:r>
              <a:rPr lang="zh-CN" altLang="en-US" dirty="0" smtClean="0"/>
              <a:t>熟练使用</a:t>
            </a:r>
            <a:r>
              <a:rPr lang="en-US" dirty="0" smtClean="0"/>
              <a:t>win10</a:t>
            </a:r>
            <a:r>
              <a:rPr lang="zh-CN" altLang="en-US" dirty="0" smtClean="0"/>
              <a:t>资源管理器对文件进行管理</a:t>
            </a:r>
            <a:r>
              <a:rPr lang="en-US" dirty="0" smtClean="0"/>
              <a:t>;</a:t>
            </a:r>
            <a:endParaRPr lang="zh-CN" altLang="en-US" dirty="0" smtClean="0"/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※ </a:t>
            </a:r>
            <a:r>
              <a:rPr lang="zh-CN" altLang="en-US" dirty="0" smtClean="0"/>
              <a:t>了解库与文件夹的区别。</a:t>
            </a:r>
            <a:endParaRPr lang="zh-CN" altLang="en-US" dirty="0" smtClean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6" name="学习目标.EPS" descr="id:2147492646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66910" y="2500306"/>
            <a:ext cx="1785950" cy="42862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2.2.1</a:t>
            </a:r>
            <a:r>
              <a:rPr lang="zh-CN" altLang="en-US" sz="2000" dirty="0" smtClean="0"/>
              <a:t>　资源管理器的启动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资源管理器是</a:t>
            </a:r>
            <a:r>
              <a:rPr lang="en-US" sz="2000" dirty="0" smtClean="0"/>
              <a:t>win10</a:t>
            </a:r>
            <a:r>
              <a:rPr lang="zh-CN" altLang="en-US" sz="2000" dirty="0" smtClean="0"/>
              <a:t>系统对计算机中文件、文件夹等资源进行管理的工具。资源管理器的启动有三种方式</a:t>
            </a:r>
            <a:r>
              <a:rPr lang="en-US" sz="2000" dirty="0" smtClean="0"/>
              <a:t>:</a:t>
            </a:r>
            <a:endParaRPr lang="zh-CN" altLang="en-US" sz="2000" dirty="0" smtClean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graphicFrame>
        <p:nvGraphicFramePr>
          <p:cNvPr id="7" name="图示 6"/>
          <p:cNvGraphicFramePr/>
          <p:nvPr/>
        </p:nvGraphicFramePr>
        <p:xfrm>
          <a:off x="1809720" y="3402315"/>
          <a:ext cx="8501122" cy="2169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2.2.2</a:t>
            </a:r>
            <a:r>
              <a:rPr lang="zh-CN" altLang="en-US" sz="2000" dirty="0" smtClean="0"/>
              <a:t>　资源管理器窗口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 如图</a:t>
            </a:r>
            <a:r>
              <a:rPr lang="en-US" sz="2000" dirty="0" smtClean="0"/>
              <a:t>2—25</a:t>
            </a:r>
            <a:r>
              <a:rPr lang="zh-CN" altLang="en-US" sz="2000" dirty="0" smtClean="0"/>
              <a:t>所示为默认情况下打开的资源管理器窗口。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6910" y="-317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6" name="2a25.jpg" descr="id:2147492669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6563" y="3034025"/>
            <a:ext cx="4572032" cy="314327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381488" y="6305156"/>
            <a:ext cx="25044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2—25</a:t>
            </a:r>
            <a:r>
              <a:rPr lang="zh-CN" altLang="en-US" sz="1600" dirty="0" smtClean="0"/>
              <a:t>　资源管理器窗口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2.2.3</a:t>
            </a:r>
            <a:r>
              <a:rPr lang="zh-CN" altLang="en-US" sz="2000" dirty="0" smtClean="0"/>
              <a:t>　资源管理器的基本操作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资源管理器最重要的功能是对文件和文件夹进行管理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它可以进行文件及文件夹的选择、新建、移动、复制、删除等操作。</a:t>
            </a:r>
            <a:endParaRPr lang="zh-CN" altLang="en-US" sz="2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1.</a:t>
            </a:r>
            <a:r>
              <a:rPr lang="zh-CN" altLang="en-US" sz="2000" dirty="0" smtClean="0"/>
              <a:t>选择文件或文件夹</a:t>
            </a:r>
            <a:endParaRPr lang="zh-CN" altLang="en-US" sz="2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2.</a:t>
            </a:r>
            <a:r>
              <a:rPr lang="zh-CN" altLang="en-US" sz="2000" dirty="0" smtClean="0"/>
              <a:t>移动、复制文件或文件夹</a:t>
            </a:r>
            <a:endParaRPr lang="zh-CN" altLang="en-US" sz="2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3.</a:t>
            </a:r>
            <a:r>
              <a:rPr lang="zh-CN" altLang="en-US" sz="2000" dirty="0" smtClean="0"/>
              <a:t>删除文件或文件夹</a:t>
            </a:r>
            <a:endParaRPr lang="zh-CN" altLang="en-US" sz="2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4.</a:t>
            </a:r>
            <a:r>
              <a:rPr lang="zh-CN" altLang="en-US" sz="2000" dirty="0" smtClean="0"/>
              <a:t>文件或文件夹的重命名</a:t>
            </a:r>
            <a:endParaRPr lang="zh-CN" altLang="en-US" sz="2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5.</a:t>
            </a:r>
            <a:r>
              <a:rPr lang="zh-CN" altLang="en-US" sz="2000" dirty="0" smtClean="0"/>
              <a:t>调整显示环境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9965" y="74613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6" name="2a26.jpg" descr="id:2147492724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95934" y="3286124"/>
            <a:ext cx="3893172" cy="287021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762456" y="6417254"/>
            <a:ext cx="33172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2—26</a:t>
            </a:r>
            <a:r>
              <a:rPr lang="zh-CN" altLang="en-US" sz="1600" dirty="0" smtClean="0"/>
              <a:t>　资源管理器显示方式设置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6.</a:t>
            </a:r>
            <a:r>
              <a:rPr lang="zh-CN" altLang="en-US" sz="2000" dirty="0" smtClean="0"/>
              <a:t>查看文件或文件夹属性</a:t>
            </a:r>
            <a:endParaRPr lang="zh-CN" altLang="en-US" sz="2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7.</a:t>
            </a:r>
            <a:r>
              <a:rPr lang="zh-CN" altLang="en-US" sz="2000" dirty="0" smtClean="0"/>
              <a:t>查找和查看</a:t>
            </a:r>
            <a:endParaRPr lang="zh-CN" altLang="en-US" sz="2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8.</a:t>
            </a:r>
            <a:r>
              <a:rPr lang="zh-CN" altLang="en-US" sz="2000" dirty="0" smtClean="0"/>
              <a:t>库的操作和管理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095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837202" y="6305156"/>
            <a:ext cx="25044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2—27</a:t>
            </a:r>
            <a:r>
              <a:rPr lang="zh-CN" altLang="en-US" sz="1600" dirty="0" smtClean="0"/>
              <a:t>　查看文件夹属性</a:t>
            </a:r>
            <a:endParaRPr lang="zh-CN" altLang="en-US" sz="1600" dirty="0"/>
          </a:p>
        </p:txBody>
      </p:sp>
      <p:sp>
        <p:nvSpPr>
          <p:cNvPr id="12" name="矩形 11"/>
          <p:cNvSpPr/>
          <p:nvPr/>
        </p:nvSpPr>
        <p:spPr>
          <a:xfrm>
            <a:off x="4837598" y="6286520"/>
            <a:ext cx="25044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2—28</a:t>
            </a:r>
            <a:r>
              <a:rPr lang="zh-CN" altLang="en-US" sz="1600" dirty="0" smtClean="0"/>
              <a:t>　添加搜索筛选器</a:t>
            </a:r>
            <a:endParaRPr lang="zh-CN" altLang="en-US" sz="1600" dirty="0"/>
          </a:p>
        </p:txBody>
      </p:sp>
      <p:sp>
        <p:nvSpPr>
          <p:cNvPr id="14" name="矩形 13"/>
          <p:cNvSpPr/>
          <p:nvPr/>
        </p:nvSpPr>
        <p:spPr>
          <a:xfrm>
            <a:off x="7962610" y="6215082"/>
            <a:ext cx="20980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2—29</a:t>
            </a:r>
            <a:r>
              <a:rPr lang="zh-CN" altLang="en-US" sz="1600" dirty="0" smtClean="0"/>
              <a:t>　文件夹选项</a:t>
            </a:r>
            <a:endParaRPr lang="zh-CN" altLang="en-US" sz="16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380" y="3583940"/>
            <a:ext cx="1875790" cy="26314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940" y="3812540"/>
            <a:ext cx="3090545" cy="15805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3255" y="2846070"/>
            <a:ext cx="2508250" cy="323024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dirty="0" smtClean="0"/>
              <a:t>2.3</a:t>
            </a:r>
            <a:r>
              <a:rPr lang="zh-CN" altLang="en-US" dirty="0" smtClean="0"/>
              <a:t>　</a:t>
            </a:r>
            <a:r>
              <a:rPr lang="en-US" dirty="0" smtClean="0"/>
              <a:t>Windows</a:t>
            </a:r>
            <a:r>
              <a:rPr lang="zh-CN" altLang="en-US" dirty="0" smtClean="0"/>
              <a:t>系统环境设置</a:t>
            </a:r>
            <a:endParaRPr lang="en-US" altLang="zh-CN" dirty="0" smtClean="0"/>
          </a:p>
          <a:p>
            <a:pPr>
              <a:lnSpc>
                <a:spcPct val="200000"/>
              </a:lnSpc>
            </a:pPr>
            <a:endParaRPr lang="en-US" altLang="zh-CN" dirty="0" smtClean="0"/>
          </a:p>
          <a:p>
            <a:pPr>
              <a:lnSpc>
                <a:spcPct val="200000"/>
              </a:lnSpc>
            </a:pPr>
            <a:endParaRPr lang="zh-CN" altLang="en-US" dirty="0" smtClean="0"/>
          </a:p>
          <a:p>
            <a:pPr>
              <a:lnSpc>
                <a:spcPct val="200000"/>
              </a:lnSpc>
              <a:buNone/>
            </a:pPr>
            <a:r>
              <a:rPr lang="en-US" sz="2000" dirty="0" smtClean="0"/>
              <a:t>※ </a:t>
            </a:r>
            <a:r>
              <a:rPr lang="zh-CN" altLang="en-US" sz="2000" dirty="0" smtClean="0"/>
              <a:t>了解控制面板的主要功能</a:t>
            </a:r>
            <a:r>
              <a:rPr lang="en-US" sz="2000" dirty="0" smtClean="0"/>
              <a:t>;</a:t>
            </a:r>
            <a:endParaRPr lang="zh-CN" altLang="en-US" sz="2000" dirty="0" smtClean="0"/>
          </a:p>
          <a:p>
            <a:pPr>
              <a:lnSpc>
                <a:spcPct val="200000"/>
              </a:lnSpc>
              <a:buNone/>
            </a:pPr>
            <a:r>
              <a:rPr lang="en-US" sz="2000" dirty="0" smtClean="0"/>
              <a:t>※ </a:t>
            </a:r>
            <a:r>
              <a:rPr lang="zh-CN" altLang="en-US" sz="2000" dirty="0" smtClean="0"/>
              <a:t>学会使用控制面板进行系统环境的设置。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3095" y="10064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6" name="学习目标.EPS" descr="id:2147492784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38348" y="2928934"/>
            <a:ext cx="1928826" cy="57150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2.3.1</a:t>
            </a:r>
            <a:r>
              <a:rPr lang="zh-CN" altLang="en-US" sz="2000" dirty="0" smtClean="0"/>
              <a:t>　控制面板的启动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 从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开始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菜单或桌面图标均可以打开控制面板窗口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2—30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1685" y="58103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791797" y="6215082"/>
            <a:ext cx="23012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2—30</a:t>
            </a:r>
            <a:r>
              <a:rPr lang="zh-CN" altLang="en-US" sz="1600" dirty="0" smtClean="0"/>
              <a:t>　控制面板窗口</a:t>
            </a:r>
            <a:endParaRPr lang="zh-CN" altLang="en-US" sz="1600" dirty="0"/>
          </a:p>
        </p:txBody>
      </p:sp>
      <p:pic>
        <p:nvPicPr>
          <p:cNvPr id="3" name="图片 2"/>
          <p:cNvPicPr/>
          <p:nvPr/>
        </p:nvPicPr>
        <p:blipFill>
          <a:blip r:embed="rId3"/>
          <a:stretch>
            <a:fillRect/>
          </a:stretch>
        </p:blipFill>
        <p:spPr>
          <a:xfrm>
            <a:off x="6802755" y="3281045"/>
            <a:ext cx="4460240" cy="2404745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4"/>
          <a:stretch>
            <a:fillRect/>
          </a:stretch>
        </p:blipFill>
        <p:spPr>
          <a:xfrm>
            <a:off x="1864995" y="3281045"/>
            <a:ext cx="3160395" cy="268414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2.3.2</a:t>
            </a:r>
            <a:r>
              <a:rPr lang="zh-CN" altLang="en-US" sz="2000" dirty="0" smtClean="0"/>
              <a:t>　时钟、语言和区域设置 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在控制面板中打开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时钟、语言和区域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窗口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可以进行这些选项的设置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2—31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827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791797" y="6215082"/>
            <a:ext cx="35204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2—31</a:t>
            </a:r>
            <a:r>
              <a:rPr lang="zh-CN" altLang="en-US" sz="1600" dirty="0" smtClean="0"/>
              <a:t>　时钟、语言和区域设置窗口</a:t>
            </a:r>
            <a:endParaRPr lang="zh-CN" altLang="en-US" sz="16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530" y="3086100"/>
            <a:ext cx="6196330" cy="29870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1.</a:t>
            </a:r>
            <a:r>
              <a:rPr lang="zh-CN" altLang="en-US" sz="2000" dirty="0" smtClean="0"/>
              <a:t>设置日期和时间</a:t>
            </a:r>
            <a:endParaRPr lang="zh-CN" altLang="en-US" sz="2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2.</a:t>
            </a:r>
            <a:r>
              <a:rPr lang="zh-CN" altLang="en-US" sz="2000" dirty="0" smtClean="0"/>
              <a:t>设置区域和语言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665" y="74613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309786" y="6215082"/>
            <a:ext cx="25044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2—32</a:t>
            </a:r>
            <a:r>
              <a:rPr lang="zh-CN" altLang="en-US" sz="1600" dirty="0" smtClean="0"/>
              <a:t>　日期和时间设置</a:t>
            </a:r>
            <a:endParaRPr lang="zh-CN" altLang="en-US" sz="1600" dirty="0"/>
          </a:p>
        </p:txBody>
      </p:sp>
      <p:sp>
        <p:nvSpPr>
          <p:cNvPr id="12" name="矩形 11"/>
          <p:cNvSpPr/>
          <p:nvPr/>
        </p:nvSpPr>
        <p:spPr>
          <a:xfrm>
            <a:off x="6916618" y="6215082"/>
            <a:ext cx="23012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2—33</a:t>
            </a:r>
            <a:r>
              <a:rPr lang="zh-CN" altLang="en-US" sz="1600" dirty="0" smtClean="0"/>
              <a:t>　属于语言设置</a:t>
            </a:r>
            <a:endParaRPr lang="zh-CN" altLang="en-US" sz="16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15" y="3159125"/>
            <a:ext cx="4581525" cy="2354580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4"/>
          <a:stretch>
            <a:fillRect/>
          </a:stretch>
        </p:blipFill>
        <p:spPr>
          <a:xfrm>
            <a:off x="5622925" y="3552190"/>
            <a:ext cx="2322830" cy="1961515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5"/>
          <a:stretch>
            <a:fillRect/>
          </a:stretch>
        </p:blipFill>
        <p:spPr>
          <a:xfrm>
            <a:off x="8211820" y="2894965"/>
            <a:ext cx="3063875" cy="298894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2.3.3</a:t>
            </a:r>
            <a:r>
              <a:rPr lang="zh-CN" altLang="en-US" sz="2000" dirty="0" smtClean="0"/>
              <a:t>　程序的添加和删除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在控制面板窗口中选择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程序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图标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2—34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0725" y="10064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284353" y="6215082"/>
            <a:ext cx="289179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2—34</a:t>
            </a:r>
            <a:r>
              <a:rPr lang="zh-CN" altLang="en-US" sz="1600" dirty="0" smtClean="0"/>
              <a:t>　控制面板</a:t>
            </a:r>
            <a:r>
              <a:rPr lang="en-US" sz="1600" dirty="0" smtClean="0"/>
              <a:t>—</a:t>
            </a:r>
            <a:r>
              <a:rPr lang="zh-CN" altLang="en-US" sz="1600" dirty="0" smtClean="0"/>
              <a:t>程序窗口</a:t>
            </a:r>
            <a:endParaRPr lang="zh-CN" altLang="en-US" sz="16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455" y="3161665"/>
            <a:ext cx="5359400" cy="30156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87700"/>
            <a:ext cx="5313680" cy="29895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2.3.4</a:t>
            </a:r>
            <a:r>
              <a:rPr lang="zh-CN" altLang="en-US" sz="2000" dirty="0" smtClean="0"/>
              <a:t>　显示属性的设置 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在桌面右键鼠标，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选择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显示设置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可进行屏幕分辨率、桌面背景等设置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2—35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7035" y="18827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724767" y="6215082"/>
            <a:ext cx="27076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dirty="0" smtClean="0"/>
              <a:t>图</a:t>
            </a:r>
            <a:r>
              <a:rPr lang="en-US" sz="1600" dirty="0" smtClean="0"/>
              <a:t>2—35</a:t>
            </a:r>
            <a:r>
              <a:rPr lang="zh-CN" altLang="en-US" sz="1600" dirty="0" smtClean="0"/>
              <a:t>　显示属性设置窗口</a:t>
            </a:r>
            <a:endParaRPr lang="zh-CN" altLang="en-US" sz="16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7565" y="3065780"/>
            <a:ext cx="1733550" cy="31115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7705" y="3267710"/>
            <a:ext cx="4391025" cy="281686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2.4</a:t>
            </a:r>
            <a:r>
              <a:rPr lang="zh-CN" altLang="en-US" dirty="0" smtClean="0"/>
              <a:t>　</a:t>
            </a:r>
            <a:r>
              <a:rPr lang="en-US" dirty="0" smtClean="0"/>
              <a:t>Windows</a:t>
            </a:r>
            <a:r>
              <a:rPr lang="zh-CN" altLang="en-US" dirty="0" smtClean="0"/>
              <a:t>附件常用工具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endParaRPr lang="en-US" altLang="zh-CN" dirty="0" smtClean="0"/>
          </a:p>
          <a:p>
            <a:pPr>
              <a:lnSpc>
                <a:spcPct val="150000"/>
              </a:lnSpc>
            </a:pPr>
            <a:endParaRPr lang="zh-CN" altLang="en-US" dirty="0" smtClean="0"/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※ </a:t>
            </a:r>
            <a:r>
              <a:rPr lang="zh-CN" altLang="en-US" dirty="0" smtClean="0"/>
              <a:t>了解</a:t>
            </a:r>
            <a:r>
              <a:rPr lang="en-US" dirty="0" smtClean="0"/>
              <a:t>win10</a:t>
            </a:r>
            <a:r>
              <a:rPr lang="zh-CN" altLang="en-US" dirty="0" smtClean="0"/>
              <a:t>附件常用工具</a:t>
            </a:r>
            <a:r>
              <a:rPr lang="en-US" dirty="0" smtClean="0"/>
              <a:t>;</a:t>
            </a:r>
            <a:endParaRPr lang="zh-CN" altLang="en-US" dirty="0" smtClean="0"/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※ </a:t>
            </a:r>
            <a:r>
              <a:rPr lang="zh-CN" altLang="en-US" dirty="0" smtClean="0"/>
              <a:t>学会使用几种常用工具。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165" y="130493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0" name="学习目标.EPS" descr="id:2147492889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158" y="2928930"/>
            <a:ext cx="1857388" cy="57150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2.4.1</a:t>
            </a:r>
            <a:r>
              <a:rPr lang="zh-CN" altLang="en-US" sz="2000" dirty="0" smtClean="0"/>
              <a:t>　磁盘清理、磁盘碎片整理程序</a:t>
            </a:r>
            <a:endParaRPr lang="zh-CN" altLang="en-US" sz="2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1.</a:t>
            </a:r>
            <a:r>
              <a:rPr lang="zh-CN" altLang="en-US" sz="2000" dirty="0" smtClean="0"/>
              <a:t>磁盘清理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055" y="5746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703851" y="5733652"/>
            <a:ext cx="18948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2—36</a:t>
            </a:r>
            <a:r>
              <a:rPr lang="zh-CN" altLang="en-US" sz="1600" dirty="0" smtClean="0"/>
              <a:t>　磁盘清理</a:t>
            </a:r>
            <a:endParaRPr lang="zh-CN" altLang="en-US" sz="1600" dirty="0"/>
          </a:p>
        </p:txBody>
      </p:sp>
      <p:pic>
        <p:nvPicPr>
          <p:cNvPr id="10" name="2a36.jpg" descr="id:2147492912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6976" y="3214686"/>
            <a:ext cx="6572296" cy="207170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2.</a:t>
            </a:r>
            <a:r>
              <a:rPr lang="zh-CN" altLang="en-US" sz="2000" dirty="0" smtClean="0"/>
              <a:t>磁盘碎片整理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738678" y="5733652"/>
            <a:ext cx="23012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2—37</a:t>
            </a:r>
            <a:r>
              <a:rPr lang="zh-CN" altLang="en-US" sz="1600" dirty="0" smtClean="0"/>
              <a:t>　磁盘碎片整理</a:t>
            </a:r>
            <a:endParaRPr lang="zh-CN" altLang="en-US" sz="1600" dirty="0"/>
          </a:p>
        </p:txBody>
      </p:sp>
      <p:pic>
        <p:nvPicPr>
          <p:cNvPr id="8" name="2a37.jpg" descr="id:2147492927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09984" y="2357430"/>
            <a:ext cx="4321800" cy="297252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2.4.2</a:t>
            </a:r>
            <a:r>
              <a:rPr lang="zh-CN" altLang="en-US" sz="2000" dirty="0" smtClean="0"/>
              <a:t>　常用工具的使用</a:t>
            </a:r>
            <a:endParaRPr lang="zh-CN" altLang="en-US" sz="2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1.</a:t>
            </a:r>
            <a:r>
              <a:rPr lang="zh-CN" altLang="en-US" sz="2000" dirty="0" smtClean="0"/>
              <a:t>写字板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 写字板界面如图</a:t>
            </a:r>
            <a:r>
              <a:rPr lang="en-US" sz="2000" dirty="0" smtClean="0"/>
              <a:t>2—38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801079" y="6143644"/>
            <a:ext cx="16916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2—38</a:t>
            </a:r>
            <a:r>
              <a:rPr lang="zh-CN" altLang="en-US" sz="1600" dirty="0" smtClean="0"/>
              <a:t>　写字板</a:t>
            </a:r>
            <a:endParaRPr lang="zh-CN" altLang="en-US" sz="16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4455" y="2545080"/>
            <a:ext cx="4911725" cy="30683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2.</a:t>
            </a:r>
            <a:r>
              <a:rPr lang="zh-CN" altLang="en-US" sz="2000" dirty="0" smtClean="0"/>
              <a:t>记事本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   记事本界面如图</a:t>
            </a:r>
            <a:r>
              <a:rPr lang="en-US" sz="2000" dirty="0" smtClean="0"/>
              <a:t>2—39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65723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801079" y="6143644"/>
            <a:ext cx="16916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2—39</a:t>
            </a:r>
            <a:r>
              <a:rPr lang="zh-CN" altLang="en-US" sz="1600" dirty="0" smtClean="0"/>
              <a:t>　记事本</a:t>
            </a:r>
            <a:endParaRPr lang="zh-CN" altLang="en-US" sz="16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0" y="3204210"/>
            <a:ext cx="1760855" cy="28530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635" y="3204210"/>
            <a:ext cx="1814195" cy="293941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3.</a:t>
            </a:r>
            <a:r>
              <a:rPr lang="zh-CN" altLang="en-US" sz="2000" dirty="0" smtClean="0"/>
              <a:t>计算器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   如图</a:t>
            </a:r>
            <a:r>
              <a:rPr lang="en-US" sz="2000" dirty="0" smtClean="0"/>
              <a:t>2—40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310051" y="6143644"/>
            <a:ext cx="2214578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 smtClean="0"/>
              <a:t>图</a:t>
            </a:r>
            <a:r>
              <a:rPr lang="en-US" sz="1600" dirty="0" smtClean="0"/>
              <a:t>2—40</a:t>
            </a:r>
            <a:r>
              <a:rPr lang="zh-CN" altLang="en-US" sz="1600" dirty="0" smtClean="0"/>
              <a:t>　计算器</a:t>
            </a:r>
            <a:endParaRPr lang="zh-CN" altLang="en-US" sz="1600" dirty="0"/>
          </a:p>
        </p:txBody>
      </p:sp>
      <p:pic>
        <p:nvPicPr>
          <p:cNvPr id="11" name="2a40.jpg" descr="id:2147492972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24298" y="2643182"/>
            <a:ext cx="3000396" cy="321471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4.</a:t>
            </a:r>
            <a:r>
              <a:rPr lang="zh-CN" altLang="en-US" sz="2000" dirty="0" smtClean="0"/>
              <a:t>画图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 画图软件可以建立、简单编辑、打印图片文件。如图</a:t>
            </a:r>
            <a:r>
              <a:rPr lang="en-US" sz="2000" dirty="0" smtClean="0"/>
              <a:t>2—41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310050" y="6215082"/>
            <a:ext cx="2928957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 smtClean="0"/>
              <a:t>图</a:t>
            </a:r>
            <a:r>
              <a:rPr lang="en-US" sz="1600" dirty="0" smtClean="0"/>
              <a:t>2—41</a:t>
            </a:r>
            <a:r>
              <a:rPr lang="zh-CN" altLang="en-US" sz="1600" dirty="0" smtClean="0"/>
              <a:t>　画图</a:t>
            </a:r>
            <a:endParaRPr lang="zh-CN" altLang="en-US" sz="1600" dirty="0"/>
          </a:p>
        </p:txBody>
      </p:sp>
      <p:pic>
        <p:nvPicPr>
          <p:cNvPr id="8" name="2a41.jpg" descr="id:2147492995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67108" y="3071810"/>
            <a:ext cx="4321800" cy="277416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习　题</a:t>
            </a:r>
            <a:endParaRPr lang="zh-CN" altLang="en-US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一、简答题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1.win10</a:t>
            </a:r>
            <a:r>
              <a:rPr lang="zh-CN" altLang="en-US" sz="2000" dirty="0" smtClean="0"/>
              <a:t>操作系统有什么样的硬件要求</a:t>
            </a:r>
            <a:r>
              <a:rPr lang="en-US" sz="2000" dirty="0" smtClean="0"/>
              <a:t>?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2.</a:t>
            </a:r>
            <a:r>
              <a:rPr lang="zh-CN" altLang="en-US" sz="2000" dirty="0" smtClean="0"/>
              <a:t>开始菜单由哪几部分组成</a:t>
            </a:r>
            <a:r>
              <a:rPr lang="en-US" sz="2000" dirty="0" smtClean="0"/>
              <a:t>?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3.</a:t>
            </a:r>
            <a:r>
              <a:rPr lang="zh-CN" altLang="en-US" sz="2000" dirty="0" smtClean="0"/>
              <a:t>什么是剪贴板</a:t>
            </a:r>
            <a:r>
              <a:rPr lang="en-US" sz="2000" dirty="0" smtClean="0"/>
              <a:t>?</a:t>
            </a:r>
            <a:r>
              <a:rPr lang="zh-CN" altLang="en-US" sz="2000" dirty="0" smtClean="0"/>
              <a:t>常用的剪贴板快捷键有哪些</a:t>
            </a:r>
            <a:r>
              <a:rPr lang="en-US" sz="2000" dirty="0" smtClean="0"/>
              <a:t>?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4.</a:t>
            </a:r>
            <a:r>
              <a:rPr lang="zh-CN" altLang="en-US" sz="2000" dirty="0" smtClean="0"/>
              <a:t>简述回收站的作用。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二、操作题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1.</a:t>
            </a:r>
            <a:r>
              <a:rPr lang="zh-CN" altLang="en-US" sz="2000" dirty="0" smtClean="0"/>
              <a:t>在计算机</a:t>
            </a:r>
            <a:r>
              <a:rPr lang="en-US" sz="2000" dirty="0" smtClean="0"/>
              <a:t>D</a:t>
            </a:r>
            <a:r>
              <a:rPr lang="zh-CN" altLang="en-US" sz="2000" dirty="0" smtClean="0"/>
              <a:t>盘上创建一个名称为</a:t>
            </a:r>
            <a:r>
              <a:rPr lang="en-US" sz="2000" dirty="0" smtClean="0"/>
              <a:t>new</a:t>
            </a:r>
            <a:r>
              <a:rPr lang="zh-CN" altLang="en-US" sz="2000" dirty="0" smtClean="0"/>
              <a:t>的文件夹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在该文件夹下新建文件</a:t>
            </a:r>
            <a:r>
              <a:rPr lang="en-US" sz="2000" dirty="0" smtClean="0"/>
              <a:t>list.txt</a:t>
            </a:r>
            <a:r>
              <a:rPr lang="zh-CN" altLang="en-US" sz="2000" dirty="0" smtClean="0"/>
              <a:t>。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2.</a:t>
            </a:r>
            <a:r>
              <a:rPr lang="zh-CN" altLang="en-US" sz="2000" dirty="0" smtClean="0"/>
              <a:t>在桌面建立一个指向</a:t>
            </a:r>
            <a:r>
              <a:rPr lang="en-US" sz="2000" dirty="0" smtClean="0"/>
              <a:t>list.txt</a:t>
            </a:r>
            <a:r>
              <a:rPr lang="zh-CN" altLang="en-US" sz="2000" dirty="0" smtClean="0"/>
              <a:t>的快捷方式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快捷方式名为</a:t>
            </a:r>
            <a:r>
              <a:rPr lang="en-US" sz="2000" dirty="0" smtClean="0"/>
              <a:t>“list”</a:t>
            </a:r>
            <a:r>
              <a:rPr lang="zh-CN" altLang="en-US" sz="2000" dirty="0" smtClean="0"/>
              <a:t>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2795" y="5746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三、单选题</a:t>
            </a:r>
            <a:endParaRPr lang="zh-CN" altLang="en-US" sz="2000" dirty="0" smtClean="0"/>
          </a:p>
          <a:p>
            <a:pPr>
              <a:lnSpc>
                <a:spcPct val="130000"/>
              </a:lnSpc>
              <a:buNone/>
            </a:pPr>
            <a:r>
              <a:rPr lang="en-US" sz="2000" dirty="0" smtClean="0"/>
              <a:t>1.</a:t>
            </a:r>
            <a:r>
              <a:rPr lang="zh-CN" altLang="en-US" sz="2000" dirty="0" smtClean="0"/>
              <a:t>启动</a:t>
            </a:r>
            <a:r>
              <a:rPr lang="en-US" sz="2000" dirty="0" smtClean="0"/>
              <a:t>win10</a:t>
            </a:r>
            <a:r>
              <a:rPr lang="zh-CN" altLang="en-US" sz="2000" dirty="0" smtClean="0"/>
              <a:t>操作系统后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桌面默认显示的图标是</a:t>
            </a:r>
            <a:r>
              <a:rPr lang="zh-CN" altLang="en-US" sz="2000" u="sng" dirty="0" smtClean="0"/>
              <a:t>　　</a:t>
            </a:r>
            <a:r>
              <a:rPr lang="zh-CN" altLang="en-US" sz="2000" dirty="0" smtClean="0"/>
              <a:t>。</a:t>
            </a:r>
            <a:r>
              <a:rPr lang="en-US" sz="2000" dirty="0" smtClean="0"/>
              <a:t> </a:t>
            </a:r>
            <a:endParaRPr lang="zh-CN" altLang="en-US" sz="2000" dirty="0" smtClean="0"/>
          </a:p>
          <a:p>
            <a:pPr>
              <a:lnSpc>
                <a:spcPct val="130000"/>
              </a:lnSpc>
              <a:buNone/>
            </a:pPr>
            <a:r>
              <a:rPr lang="en-US" sz="2000" dirty="0" smtClean="0"/>
              <a:t>A.“</a:t>
            </a:r>
            <a:r>
              <a:rPr lang="zh-CN" altLang="en-US" sz="2000" dirty="0" smtClean="0"/>
              <a:t>计算机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、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回收站</a:t>
            </a:r>
            <a:r>
              <a:rPr lang="en-US" sz="2000" dirty="0" smtClean="0"/>
              <a:t>”	B.“</a:t>
            </a:r>
            <a:r>
              <a:rPr lang="zh-CN" altLang="en-US" sz="2000" dirty="0" smtClean="0"/>
              <a:t>回收站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和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开始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按钮</a:t>
            </a:r>
            <a:endParaRPr lang="zh-CN" altLang="en-US" sz="2000" dirty="0" smtClean="0"/>
          </a:p>
          <a:p>
            <a:pPr>
              <a:lnSpc>
                <a:spcPct val="130000"/>
              </a:lnSpc>
              <a:buNone/>
            </a:pPr>
            <a:r>
              <a:rPr lang="en-US" sz="2000" dirty="0" smtClean="0"/>
              <a:t>C.“</a:t>
            </a:r>
            <a:r>
              <a:rPr lang="zh-CN" altLang="en-US" sz="2000" dirty="0" smtClean="0"/>
              <a:t>计算机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、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回收站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和</a:t>
            </a:r>
            <a:r>
              <a:rPr lang="en-US" sz="2000" dirty="0" smtClean="0"/>
              <a:t>“Word”	D.“</a:t>
            </a:r>
            <a:r>
              <a:rPr lang="zh-CN" altLang="en-US" sz="2000" dirty="0" smtClean="0"/>
              <a:t>开始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按钮和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计算机</a:t>
            </a:r>
            <a:r>
              <a:rPr lang="en-US" sz="2000" dirty="0" smtClean="0"/>
              <a:t>”</a:t>
            </a:r>
            <a:endParaRPr lang="zh-CN" altLang="en-US" sz="2000" dirty="0" smtClean="0"/>
          </a:p>
          <a:p>
            <a:pPr>
              <a:lnSpc>
                <a:spcPct val="130000"/>
              </a:lnSpc>
              <a:buNone/>
            </a:pPr>
            <a:r>
              <a:rPr lang="en-US" sz="2000" dirty="0" smtClean="0"/>
              <a:t>2.</a:t>
            </a:r>
            <a:r>
              <a:rPr lang="zh-CN" altLang="en-US" sz="2000" dirty="0" smtClean="0"/>
              <a:t>在</a:t>
            </a:r>
            <a:r>
              <a:rPr lang="en-US" sz="2000" dirty="0" smtClean="0"/>
              <a:t>win10</a:t>
            </a:r>
            <a:r>
              <a:rPr lang="zh-CN" altLang="en-US" sz="2000" dirty="0" smtClean="0"/>
              <a:t>中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调整窗口大小的操作是拖放</a:t>
            </a:r>
            <a:r>
              <a:rPr lang="zh-CN" altLang="en-US" sz="2000" u="sng" dirty="0" smtClean="0"/>
              <a:t>　　</a:t>
            </a:r>
            <a:r>
              <a:rPr lang="zh-CN" altLang="en-US" sz="2000" dirty="0" smtClean="0"/>
              <a:t>。</a:t>
            </a:r>
            <a:r>
              <a:rPr lang="en-US" sz="2000" dirty="0" smtClean="0"/>
              <a:t> </a:t>
            </a:r>
            <a:endParaRPr lang="zh-CN" altLang="en-US" sz="2000" dirty="0" smtClean="0"/>
          </a:p>
          <a:p>
            <a:pPr>
              <a:lnSpc>
                <a:spcPct val="130000"/>
              </a:lnSpc>
              <a:buNone/>
            </a:pPr>
            <a:r>
              <a:rPr lang="en-US" sz="2000" dirty="0" smtClean="0"/>
              <a:t>A. </a:t>
            </a:r>
            <a:r>
              <a:rPr lang="zh-CN" altLang="en-US" sz="2000" dirty="0" smtClean="0"/>
              <a:t>标题栏</a:t>
            </a:r>
            <a:r>
              <a:rPr lang="en-US" sz="2000" dirty="0" smtClean="0"/>
              <a:t>	B. </a:t>
            </a:r>
            <a:r>
              <a:rPr lang="zh-CN" altLang="en-US" sz="2000" dirty="0" smtClean="0"/>
              <a:t>窗口角</a:t>
            </a:r>
            <a:r>
              <a:rPr lang="en-US" sz="2000" dirty="0" smtClean="0"/>
              <a:t>	C. </a:t>
            </a:r>
            <a:r>
              <a:rPr lang="zh-CN" altLang="en-US" sz="2000" dirty="0" smtClean="0"/>
              <a:t>滚动条</a:t>
            </a:r>
            <a:r>
              <a:rPr lang="en-US" sz="2000" dirty="0" smtClean="0"/>
              <a:t>	D. </a:t>
            </a:r>
            <a:r>
              <a:rPr lang="zh-CN" altLang="en-US" sz="2000" dirty="0" smtClean="0"/>
              <a:t>窗口边框</a:t>
            </a:r>
            <a:endParaRPr lang="zh-CN" altLang="en-US" sz="2000" dirty="0" smtClean="0"/>
          </a:p>
          <a:p>
            <a:pPr>
              <a:lnSpc>
                <a:spcPct val="130000"/>
              </a:lnSpc>
              <a:buNone/>
            </a:pPr>
            <a:r>
              <a:rPr lang="en-US" sz="2000" dirty="0" smtClean="0"/>
              <a:t>3.</a:t>
            </a:r>
            <a:r>
              <a:rPr lang="zh-CN" altLang="en-US" sz="2000" dirty="0" smtClean="0"/>
              <a:t>在</a:t>
            </a:r>
            <a:r>
              <a:rPr lang="en-US" sz="2000" dirty="0" smtClean="0"/>
              <a:t>win10</a:t>
            </a:r>
            <a:r>
              <a:rPr lang="zh-CN" altLang="en-US" sz="2000" dirty="0" smtClean="0"/>
              <a:t>中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要设置任务栏属性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应如何打开属性菜单</a:t>
            </a:r>
            <a:r>
              <a:rPr lang="en-US" sz="2000" dirty="0" smtClean="0"/>
              <a:t>?</a:t>
            </a:r>
            <a:r>
              <a:rPr lang="zh-CN" altLang="en-US" sz="2000" u="sng" dirty="0" smtClean="0"/>
              <a:t>　　</a:t>
            </a:r>
            <a:r>
              <a:rPr lang="zh-CN" altLang="en-US" sz="2000" dirty="0" smtClean="0"/>
              <a:t>。</a:t>
            </a:r>
            <a:r>
              <a:rPr lang="en-US" sz="2000" dirty="0" smtClean="0"/>
              <a:t> </a:t>
            </a:r>
            <a:endParaRPr lang="zh-CN" altLang="en-US" sz="2000" dirty="0" smtClean="0"/>
          </a:p>
          <a:p>
            <a:pPr>
              <a:lnSpc>
                <a:spcPct val="130000"/>
              </a:lnSpc>
              <a:buNone/>
            </a:pPr>
            <a:r>
              <a:rPr lang="en-US" sz="2000" dirty="0" smtClean="0"/>
              <a:t>A.</a:t>
            </a:r>
            <a:r>
              <a:rPr lang="zh-CN" altLang="en-US" sz="2000" dirty="0" smtClean="0"/>
              <a:t>打开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资源管理器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    </a:t>
            </a:r>
            <a:r>
              <a:rPr lang="en-US" sz="2000" dirty="0" smtClean="0"/>
              <a:t>B.</a:t>
            </a:r>
            <a:r>
              <a:rPr lang="zh-CN" altLang="en-US" sz="2000" dirty="0" smtClean="0"/>
              <a:t>打开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开始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菜单</a:t>
            </a:r>
            <a:endParaRPr lang="zh-CN" altLang="en-US" sz="2000" dirty="0" smtClean="0"/>
          </a:p>
          <a:p>
            <a:pPr>
              <a:lnSpc>
                <a:spcPct val="130000"/>
              </a:lnSpc>
              <a:buNone/>
            </a:pPr>
            <a:r>
              <a:rPr lang="en-US" sz="2000" dirty="0" smtClean="0"/>
              <a:t>C.</a:t>
            </a:r>
            <a:r>
              <a:rPr lang="zh-CN" altLang="en-US" sz="2000" dirty="0" smtClean="0"/>
              <a:t>右键单击任务栏空白区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选择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属性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  </a:t>
            </a:r>
            <a:r>
              <a:rPr lang="en-US" sz="2000" dirty="0" smtClean="0"/>
              <a:t>D.</a:t>
            </a:r>
            <a:r>
              <a:rPr lang="zh-CN" altLang="en-US" sz="2000" dirty="0" smtClean="0"/>
              <a:t>右键单击桌面空白处</a:t>
            </a:r>
            <a:endParaRPr lang="en-US" altLang="zh-CN" sz="2000" dirty="0" smtClean="0"/>
          </a:p>
          <a:p>
            <a:pPr>
              <a:buNone/>
            </a:pPr>
            <a:r>
              <a:rPr lang="en-US" altLang="zh-CN" sz="3200" b="1" dirty="0" smtClean="0"/>
              <a:t>……</a:t>
            </a:r>
            <a:endParaRPr lang="zh-CN" altLang="en-US" sz="3200" b="1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4990" y="18827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Windows</a:t>
            </a:r>
            <a:r>
              <a:rPr lang="zh-CN" altLang="en-US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操作系统及其应用</a:t>
            </a:r>
            <a:br>
              <a:rPr lang="en-US" altLang="zh-CN" sz="27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4910</Words>
  <Application>WPS 演示</Application>
  <PresentationFormat>宽屏</PresentationFormat>
  <Paragraphs>369</Paragraphs>
  <Slides>48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6" baseType="lpstr">
      <vt:lpstr>Arial</vt:lpstr>
      <vt:lpstr>宋体</vt:lpstr>
      <vt:lpstr>Wingdings</vt:lpstr>
      <vt:lpstr>Arial Unicode MS</vt:lpstr>
      <vt:lpstr>Calibri</vt:lpstr>
      <vt:lpstr>微软雅黑</vt:lpstr>
      <vt:lpstr>方正姚体</vt:lpstr>
      <vt:lpstr>WPS</vt:lpstr>
      <vt:lpstr>PowerPoint 演示文稿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  <vt:lpstr>第2章    Windows操作系统及其应用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18900819605</cp:lastModifiedBy>
  <cp:revision>23</cp:revision>
  <dcterms:created xsi:type="dcterms:W3CDTF">2023-08-09T12:44:00Z</dcterms:created>
  <dcterms:modified xsi:type="dcterms:W3CDTF">2025-02-12T09:54:52Z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2052-12.1.0.19770</vt:lpwstr>
  </property>
</Properties>
</file>