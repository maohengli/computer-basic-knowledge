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8" r:id="rId3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57866A-81D8-435D-A157-3367722211F8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F0192AC8-43E3-4FF5-BF2A-87982BAF281B}">
      <dgm:prSet/>
      <dgm:spPr/>
      <dgm:t>
        <a:bodyPr/>
        <a:lstStyle/>
        <a:p>
          <a:pPr rtl="0"/>
          <a:r>
            <a:rPr lang="zh-CN" b="1" baseline="0" dirty="0" smtClean="0"/>
            <a:t>计算机应用基础</a:t>
          </a:r>
          <a:endParaRPr lang="zh-CN" b="1" baseline="0" dirty="0"/>
        </a:p>
      </dgm:t>
    </dgm:pt>
    <dgm:pt modelId="{C4E4E130-DCB0-428A-9FE5-22BBBE910632}" cxnId="{5429AF45-1512-4598-A42E-4AC4E8485839}" type="parTrans">
      <dgm:prSet/>
      <dgm:spPr/>
      <dgm:t>
        <a:bodyPr/>
        <a:lstStyle/>
        <a:p>
          <a:endParaRPr lang="zh-CN" altLang="en-US"/>
        </a:p>
      </dgm:t>
    </dgm:pt>
    <dgm:pt modelId="{1BC3EF03-A09B-4381-B408-FE7B1882FC32}" cxnId="{5429AF45-1512-4598-A42E-4AC4E8485839}" type="sibTrans">
      <dgm:prSet/>
      <dgm:spPr/>
      <dgm:t>
        <a:bodyPr/>
        <a:lstStyle/>
        <a:p>
          <a:endParaRPr lang="zh-CN" altLang="en-US"/>
        </a:p>
      </dgm:t>
    </dgm:pt>
    <dgm:pt modelId="{6F362D5F-0BCD-44B4-A7B1-B3D64175853D}" type="pres">
      <dgm:prSet presAssocID="{1B57866A-81D8-435D-A157-3367722211F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7527EBF-0E0A-4225-BED5-15810BA395FC}" type="pres">
      <dgm:prSet presAssocID="{F0192AC8-43E3-4FF5-BF2A-87982BAF281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F225CA3-4BE6-4838-BD2C-E27B259528E6}" type="presOf" srcId="{1B57866A-81D8-435D-A157-3367722211F8}" destId="{6F362D5F-0BCD-44B4-A7B1-B3D64175853D}" srcOrd="0" destOrd="0" presId="urn:microsoft.com/office/officeart/2005/8/layout/vList2"/>
    <dgm:cxn modelId="{5429AF45-1512-4598-A42E-4AC4E8485839}" srcId="{1B57866A-81D8-435D-A157-3367722211F8}" destId="{F0192AC8-43E3-4FF5-BF2A-87982BAF281B}" srcOrd="0" destOrd="0" parTransId="{C4E4E130-DCB0-428A-9FE5-22BBBE910632}" sibTransId="{1BC3EF03-A09B-4381-B408-FE7B1882FC32}"/>
    <dgm:cxn modelId="{F164CD36-7D63-4D81-8FA8-91497452450D}" type="presOf" srcId="{F0192AC8-43E3-4FF5-BF2A-87982BAF281B}" destId="{97527EBF-0E0A-4225-BED5-15810BA395FC}" srcOrd="0" destOrd="0" presId="urn:microsoft.com/office/officeart/2005/8/layout/vList2"/>
    <dgm:cxn modelId="{500DE62B-56FB-4020-BAC1-0C1105E5CE35}" type="presParOf" srcId="{6F362D5F-0BCD-44B4-A7B1-B3D64175853D}" destId="{97527EBF-0E0A-4225-BED5-15810BA395F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954D77-E9C6-4132-8E80-E47970C841DB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zh-CN" altLang="en-US"/>
        </a:p>
      </dgm:t>
    </dgm:pt>
    <dgm:pt modelId="{B4B8B2B0-CDF5-4FB6-8363-66BD2AD13AD8}">
      <dgm:prSet custT="1"/>
      <dgm:spPr/>
      <dgm:t>
        <a:bodyPr/>
        <a:lstStyle/>
        <a:p>
          <a:pPr rtl="0"/>
          <a:r>
            <a:rPr lang="en-US" sz="1400" dirty="0" smtClean="0">
              <a:solidFill>
                <a:schemeClr val="tx1"/>
              </a:solidFill>
            </a:rPr>
            <a:t>(1)</a:t>
          </a:r>
          <a:r>
            <a:rPr lang="zh-CN" sz="1400" dirty="0" smtClean="0">
              <a:solidFill>
                <a:schemeClr val="tx1"/>
              </a:solidFill>
            </a:rPr>
            <a:t>与同事共同创作演示文稿。</a:t>
          </a:r>
          <a:endParaRPr lang="zh-CN" sz="1400" dirty="0">
            <a:solidFill>
              <a:schemeClr val="tx1"/>
            </a:solidFill>
          </a:endParaRPr>
        </a:p>
      </dgm:t>
    </dgm:pt>
    <dgm:pt modelId="{C1B5E5FB-59A5-463E-9F3F-13D4E9A92618}" cxnId="{463BE1BC-496A-4E79-A755-0C0F41D41008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3D56EB4E-4AF8-4621-BEB0-F91C371AA5C1}" cxnId="{463BE1BC-496A-4E79-A755-0C0F41D41008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537FB56A-8CAB-416A-9E31-46FD1BE3D270}">
      <dgm:prSet custT="1"/>
      <dgm:spPr/>
      <dgm:t>
        <a:bodyPr/>
        <a:lstStyle/>
        <a:p>
          <a:pPr rtl="0"/>
          <a:r>
            <a:rPr lang="en-US" sz="1400" dirty="0" smtClean="0">
              <a:solidFill>
                <a:schemeClr val="tx1"/>
              </a:solidFill>
            </a:rPr>
            <a:t>(2)</a:t>
          </a:r>
          <a:r>
            <a:rPr lang="zh-CN" sz="1400" dirty="0" smtClean="0">
              <a:solidFill>
                <a:schemeClr val="tx1"/>
              </a:solidFill>
            </a:rPr>
            <a:t>自动保存演示文稿的多个版本。</a:t>
          </a:r>
          <a:endParaRPr lang="zh-CN" sz="1400" dirty="0">
            <a:solidFill>
              <a:schemeClr val="tx1"/>
            </a:solidFill>
          </a:endParaRPr>
        </a:p>
      </dgm:t>
    </dgm:pt>
    <dgm:pt modelId="{2A1C47F0-88C8-4045-A1D9-385234EE41D5}" cxnId="{65C2BE59-A556-45CD-A22B-80C761663515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FB5717C0-818D-49AA-817E-EBFD16714333}" cxnId="{65C2BE59-A556-45CD-A22B-80C761663515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B56AE551-F591-40B0-A07E-6A3376562F65}">
      <dgm:prSet custT="1"/>
      <dgm:spPr/>
      <dgm:t>
        <a:bodyPr/>
        <a:lstStyle/>
        <a:p>
          <a:pPr rtl="0"/>
          <a:r>
            <a:rPr lang="en-US" sz="1400" dirty="0" smtClean="0">
              <a:solidFill>
                <a:schemeClr val="tx1"/>
              </a:solidFill>
            </a:rPr>
            <a:t>(3)</a:t>
          </a:r>
          <a:r>
            <a:rPr lang="zh-CN" sz="1400" dirty="0" smtClean="0">
              <a:solidFill>
                <a:schemeClr val="tx1"/>
              </a:solidFill>
            </a:rPr>
            <a:t>合并和比较演示文稿。</a:t>
          </a:r>
          <a:endParaRPr lang="zh-CN" sz="1400" dirty="0">
            <a:solidFill>
              <a:schemeClr val="tx1"/>
            </a:solidFill>
          </a:endParaRPr>
        </a:p>
      </dgm:t>
    </dgm:pt>
    <dgm:pt modelId="{0952688E-EAE2-4FF4-981D-69172586D6B4}" cxnId="{85F24C0D-20B7-40A7-9988-CF954C495465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78BF95BD-C161-4BFE-B170-1FAB63AF68D4}" cxnId="{85F24C0D-20B7-40A7-9988-CF954C495465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F65747B4-4CBF-4D2B-8B6F-E56177316871}">
      <dgm:prSet custT="1"/>
      <dgm:spPr/>
      <dgm:t>
        <a:bodyPr/>
        <a:lstStyle/>
        <a:p>
          <a:pPr rtl="0"/>
          <a:r>
            <a:rPr lang="en-US" sz="1400" dirty="0" smtClean="0">
              <a:solidFill>
                <a:schemeClr val="tx1"/>
              </a:solidFill>
            </a:rPr>
            <a:t>(4)</a:t>
          </a:r>
          <a:r>
            <a:rPr lang="zh-CN" sz="1400" dirty="0" smtClean="0">
              <a:solidFill>
                <a:schemeClr val="tx1"/>
              </a:solidFill>
            </a:rPr>
            <a:t>在不同窗口中使用单独的 </a:t>
          </a:r>
          <a:r>
            <a:rPr lang="en-US" sz="1400" dirty="0" smtClean="0">
              <a:solidFill>
                <a:schemeClr val="tx1"/>
              </a:solidFill>
            </a:rPr>
            <a:t>PowerPoint </a:t>
          </a:r>
          <a:r>
            <a:rPr lang="zh-CN" sz="1400" dirty="0" smtClean="0">
              <a:solidFill>
                <a:schemeClr val="tx1"/>
              </a:solidFill>
            </a:rPr>
            <a:t>演示文稿文件。</a:t>
          </a:r>
          <a:endParaRPr lang="zh-CN" sz="1400" dirty="0">
            <a:solidFill>
              <a:schemeClr val="tx1"/>
            </a:solidFill>
          </a:endParaRPr>
        </a:p>
      </dgm:t>
    </dgm:pt>
    <dgm:pt modelId="{A7CE511E-98AE-46FA-814B-7336369104D9}" cxnId="{BCD8F38F-3E03-4154-B925-3094D9130702}" type="par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3CBB1DD1-97D4-4A57-99DA-65EAC9EB9094}" cxnId="{BCD8F38F-3E03-4154-B925-3094D9130702}" type="sibTrans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18D749C4-9BEB-4D03-B671-F092B776236F}" type="pres">
      <dgm:prSet presAssocID="{B3954D77-E9C6-4132-8E80-E47970C841DB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FA7EB2A-F438-4FA6-9B23-134D24740843}" type="pres">
      <dgm:prSet presAssocID="{B3954D77-E9C6-4132-8E80-E47970C841DB}" presName="arrow" presStyleLbl="bgShp" presStyleIdx="0" presStyleCnt="1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</dgm:pt>
    <dgm:pt modelId="{772A95AE-B2A9-4B14-AA78-938A22569897}" type="pres">
      <dgm:prSet presAssocID="{B3954D77-E9C6-4132-8E80-E47970C841DB}" presName="linearProcess" presStyleCnt="0"/>
      <dgm:spPr/>
    </dgm:pt>
    <dgm:pt modelId="{182A54A0-9D66-4883-AC30-7D0ED279ADF1}" type="pres">
      <dgm:prSet presAssocID="{B4B8B2B0-CDF5-4FB6-8363-66BD2AD13AD8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CAD10CF-9671-40C2-88F3-CE2FB3F03272}" type="pres">
      <dgm:prSet presAssocID="{3D56EB4E-4AF8-4621-BEB0-F91C371AA5C1}" presName="sibTrans" presStyleCnt="0"/>
      <dgm:spPr/>
    </dgm:pt>
    <dgm:pt modelId="{3EECEA0A-5BC8-4E60-AB11-834CD878A5C2}" type="pres">
      <dgm:prSet presAssocID="{537FB56A-8CAB-416A-9E31-46FD1BE3D270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828EE9A-E4B7-4C8E-B387-DBB2007E783F}" type="pres">
      <dgm:prSet presAssocID="{FB5717C0-818D-49AA-817E-EBFD16714333}" presName="sibTrans" presStyleCnt="0"/>
      <dgm:spPr/>
    </dgm:pt>
    <dgm:pt modelId="{5D70C12D-22AE-4F33-8AE8-CDD3D2FB1471}" type="pres">
      <dgm:prSet presAssocID="{B56AE551-F591-40B0-A07E-6A3376562F65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44B21D3-46B0-41E3-AD92-F70782294F16}" type="pres">
      <dgm:prSet presAssocID="{78BF95BD-C161-4BFE-B170-1FAB63AF68D4}" presName="sibTrans" presStyleCnt="0"/>
      <dgm:spPr/>
    </dgm:pt>
    <dgm:pt modelId="{29547F2B-248D-4759-BA85-33CA03514E56}" type="pres">
      <dgm:prSet presAssocID="{F65747B4-4CBF-4D2B-8B6F-E56177316871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44AD9F6-AB0B-4B58-A962-C98997583504}" type="presOf" srcId="{B3954D77-E9C6-4132-8E80-E47970C841DB}" destId="{18D749C4-9BEB-4D03-B671-F092B776236F}" srcOrd="0" destOrd="0" presId="urn:microsoft.com/office/officeart/2005/8/layout/hProcess9"/>
    <dgm:cxn modelId="{65C2BE59-A556-45CD-A22B-80C761663515}" srcId="{B3954D77-E9C6-4132-8E80-E47970C841DB}" destId="{537FB56A-8CAB-416A-9E31-46FD1BE3D270}" srcOrd="1" destOrd="0" parTransId="{2A1C47F0-88C8-4045-A1D9-385234EE41D5}" sibTransId="{FB5717C0-818D-49AA-817E-EBFD16714333}"/>
    <dgm:cxn modelId="{0B1E8B1A-3BA6-41D6-97BA-62CD6D8E74FA}" type="presOf" srcId="{B4B8B2B0-CDF5-4FB6-8363-66BD2AD13AD8}" destId="{182A54A0-9D66-4883-AC30-7D0ED279ADF1}" srcOrd="0" destOrd="0" presId="urn:microsoft.com/office/officeart/2005/8/layout/hProcess9"/>
    <dgm:cxn modelId="{907AA33E-9E1F-4074-9567-26E2A197665E}" type="presOf" srcId="{537FB56A-8CAB-416A-9E31-46FD1BE3D270}" destId="{3EECEA0A-5BC8-4E60-AB11-834CD878A5C2}" srcOrd="0" destOrd="0" presId="urn:microsoft.com/office/officeart/2005/8/layout/hProcess9"/>
    <dgm:cxn modelId="{85F24C0D-20B7-40A7-9988-CF954C495465}" srcId="{B3954D77-E9C6-4132-8E80-E47970C841DB}" destId="{B56AE551-F591-40B0-A07E-6A3376562F65}" srcOrd="2" destOrd="0" parTransId="{0952688E-EAE2-4FF4-981D-69172586D6B4}" sibTransId="{78BF95BD-C161-4BFE-B170-1FAB63AF68D4}"/>
    <dgm:cxn modelId="{463BE1BC-496A-4E79-A755-0C0F41D41008}" srcId="{B3954D77-E9C6-4132-8E80-E47970C841DB}" destId="{B4B8B2B0-CDF5-4FB6-8363-66BD2AD13AD8}" srcOrd="0" destOrd="0" parTransId="{C1B5E5FB-59A5-463E-9F3F-13D4E9A92618}" sibTransId="{3D56EB4E-4AF8-4621-BEB0-F91C371AA5C1}"/>
    <dgm:cxn modelId="{7F2E2866-CD5A-4987-A94E-2198001F4D35}" type="presOf" srcId="{B56AE551-F591-40B0-A07E-6A3376562F65}" destId="{5D70C12D-22AE-4F33-8AE8-CDD3D2FB1471}" srcOrd="0" destOrd="0" presId="urn:microsoft.com/office/officeart/2005/8/layout/hProcess9"/>
    <dgm:cxn modelId="{BCD8F38F-3E03-4154-B925-3094D9130702}" srcId="{B3954D77-E9C6-4132-8E80-E47970C841DB}" destId="{F65747B4-4CBF-4D2B-8B6F-E56177316871}" srcOrd="3" destOrd="0" parTransId="{A7CE511E-98AE-46FA-814B-7336369104D9}" sibTransId="{3CBB1DD1-97D4-4A57-99DA-65EAC9EB9094}"/>
    <dgm:cxn modelId="{B9F26025-9DE7-41CE-BD3B-997AE22B67EA}" type="presOf" srcId="{F65747B4-4CBF-4D2B-8B6F-E56177316871}" destId="{29547F2B-248D-4759-BA85-33CA03514E56}" srcOrd="0" destOrd="0" presId="urn:microsoft.com/office/officeart/2005/8/layout/hProcess9"/>
    <dgm:cxn modelId="{F98443D3-BBBD-41C9-9E45-7FB25A328FBE}" type="presParOf" srcId="{18D749C4-9BEB-4D03-B671-F092B776236F}" destId="{DFA7EB2A-F438-4FA6-9B23-134D24740843}" srcOrd="0" destOrd="0" presId="urn:microsoft.com/office/officeart/2005/8/layout/hProcess9"/>
    <dgm:cxn modelId="{5972DE1E-FC30-414C-9C4E-6CD0CD8B552E}" type="presParOf" srcId="{18D749C4-9BEB-4D03-B671-F092B776236F}" destId="{772A95AE-B2A9-4B14-AA78-938A22569897}" srcOrd="1" destOrd="0" presId="urn:microsoft.com/office/officeart/2005/8/layout/hProcess9"/>
    <dgm:cxn modelId="{CF89529D-31FA-4E78-B839-5F76D6F0B67A}" type="presParOf" srcId="{772A95AE-B2A9-4B14-AA78-938A22569897}" destId="{182A54A0-9D66-4883-AC30-7D0ED279ADF1}" srcOrd="0" destOrd="0" presId="urn:microsoft.com/office/officeart/2005/8/layout/hProcess9"/>
    <dgm:cxn modelId="{D28EC319-AD70-4139-BAED-C6A081F24AFB}" type="presParOf" srcId="{772A95AE-B2A9-4B14-AA78-938A22569897}" destId="{3CAD10CF-9671-40C2-88F3-CE2FB3F03272}" srcOrd="1" destOrd="0" presId="urn:microsoft.com/office/officeart/2005/8/layout/hProcess9"/>
    <dgm:cxn modelId="{07C82FD8-8D50-4788-88D3-8E617FD334CC}" type="presParOf" srcId="{772A95AE-B2A9-4B14-AA78-938A22569897}" destId="{3EECEA0A-5BC8-4E60-AB11-834CD878A5C2}" srcOrd="2" destOrd="0" presId="urn:microsoft.com/office/officeart/2005/8/layout/hProcess9"/>
    <dgm:cxn modelId="{61F027F0-8F48-449D-8EDF-36E88F563FCC}" type="presParOf" srcId="{772A95AE-B2A9-4B14-AA78-938A22569897}" destId="{1828EE9A-E4B7-4C8E-B387-DBB2007E783F}" srcOrd="3" destOrd="0" presId="urn:microsoft.com/office/officeart/2005/8/layout/hProcess9"/>
    <dgm:cxn modelId="{8C6AA912-A181-43F9-8C1E-FE3B8745A95D}" type="presParOf" srcId="{772A95AE-B2A9-4B14-AA78-938A22569897}" destId="{5D70C12D-22AE-4F33-8AE8-CDD3D2FB1471}" srcOrd="4" destOrd="0" presId="urn:microsoft.com/office/officeart/2005/8/layout/hProcess9"/>
    <dgm:cxn modelId="{C7360514-C455-4561-BF96-D8FF353D252A}" type="presParOf" srcId="{772A95AE-B2A9-4B14-AA78-938A22569897}" destId="{444B21D3-46B0-41E3-AD92-F70782294F16}" srcOrd="5" destOrd="0" presId="urn:microsoft.com/office/officeart/2005/8/layout/hProcess9"/>
    <dgm:cxn modelId="{BC6C5898-853C-4403-B2DA-9D57A1135A6B}" type="presParOf" srcId="{772A95AE-B2A9-4B14-AA78-938A22569897}" destId="{29547F2B-248D-4759-BA85-33CA03514E56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C75439-7539-4E48-B5B3-32E34CB8AF9B}" type="doc">
      <dgm:prSet loTypeId="urn:microsoft.com/office/officeart/2005/8/layout/process1" loCatId="process" qsTypeId="urn:microsoft.com/office/officeart/2005/8/quickstyle/simple5" qsCatId="simple" csTypeId="urn:microsoft.com/office/officeart/2005/8/colors/colorful1#2" csCatId="colorful"/>
      <dgm:spPr/>
      <dgm:t>
        <a:bodyPr/>
        <a:lstStyle/>
        <a:p>
          <a:endParaRPr lang="zh-CN" altLang="en-US"/>
        </a:p>
      </dgm:t>
    </dgm:pt>
    <dgm:pt modelId="{972293FF-8E99-4568-8870-F5FD053D5C3C}">
      <dgm:prSet custT="1"/>
      <dgm:spPr/>
      <dgm:t>
        <a:bodyPr/>
        <a:lstStyle/>
        <a:p>
          <a:pPr rtl="0"/>
          <a:r>
            <a:rPr lang="en-US" sz="1600" dirty="0" smtClean="0">
              <a:solidFill>
                <a:schemeClr val="tx1"/>
              </a:solidFill>
            </a:rPr>
            <a:t>(1)</a:t>
          </a:r>
          <a:r>
            <a:rPr lang="zh-CN" sz="1600" dirty="0" smtClean="0">
              <a:solidFill>
                <a:schemeClr val="tx1"/>
              </a:solidFill>
            </a:rPr>
            <a:t>在演示文稿中嵌入、编辑和播放视频。</a:t>
          </a:r>
          <a:endParaRPr lang="zh-CN" sz="1600" dirty="0">
            <a:solidFill>
              <a:schemeClr val="tx1"/>
            </a:solidFill>
          </a:endParaRPr>
        </a:p>
      </dgm:t>
    </dgm:pt>
    <dgm:pt modelId="{219BE4BE-6565-4855-9376-6E342F3C7029}" cxnId="{81081BB0-6AC8-4EC5-A559-0A3875C7C77D}" type="parTrans">
      <dgm:prSet/>
      <dgm:spPr/>
      <dgm:t>
        <a:bodyPr/>
        <a:lstStyle/>
        <a:p>
          <a:endParaRPr lang="zh-CN" altLang="en-US" sz="1600">
            <a:solidFill>
              <a:schemeClr val="tx1"/>
            </a:solidFill>
          </a:endParaRPr>
        </a:p>
      </dgm:t>
    </dgm:pt>
    <dgm:pt modelId="{A43AFBB9-8BAC-4B8A-9463-6BA163080C31}" cxnId="{81081BB0-6AC8-4EC5-A559-0A3875C7C77D}" type="sibTrans">
      <dgm:prSet custT="1"/>
      <dgm:spPr/>
      <dgm:t>
        <a:bodyPr/>
        <a:lstStyle/>
        <a:p>
          <a:endParaRPr lang="zh-CN" altLang="en-US" sz="1200">
            <a:solidFill>
              <a:schemeClr val="tx1"/>
            </a:solidFill>
          </a:endParaRPr>
        </a:p>
      </dgm:t>
    </dgm:pt>
    <dgm:pt modelId="{6E51D995-905C-4AE6-A93E-A3D46DB8BF76}">
      <dgm:prSet custT="1"/>
      <dgm:spPr/>
      <dgm:t>
        <a:bodyPr/>
        <a:lstStyle/>
        <a:p>
          <a:pPr rtl="0"/>
          <a:r>
            <a:rPr lang="en-US" sz="1600" dirty="0" smtClean="0">
              <a:solidFill>
                <a:schemeClr val="tx1"/>
              </a:solidFill>
            </a:rPr>
            <a:t>(2)</a:t>
          </a:r>
          <a:r>
            <a:rPr lang="zh-CN" sz="1600" dirty="0" smtClean="0">
              <a:solidFill>
                <a:schemeClr val="tx1"/>
              </a:solidFill>
            </a:rPr>
            <a:t>剪裁音频或视频剪辑。</a:t>
          </a:r>
          <a:endParaRPr lang="zh-CN" sz="1600" dirty="0">
            <a:solidFill>
              <a:schemeClr val="tx1"/>
            </a:solidFill>
          </a:endParaRPr>
        </a:p>
      </dgm:t>
    </dgm:pt>
    <dgm:pt modelId="{DBF34FF7-2399-49CD-A831-3A1B1FB4B42F}" cxnId="{37E74108-4EB1-4FB5-AC1B-674022D6040E}" type="parTrans">
      <dgm:prSet/>
      <dgm:spPr/>
      <dgm:t>
        <a:bodyPr/>
        <a:lstStyle/>
        <a:p>
          <a:endParaRPr lang="zh-CN" altLang="en-US" sz="1600">
            <a:solidFill>
              <a:schemeClr val="tx1"/>
            </a:solidFill>
          </a:endParaRPr>
        </a:p>
      </dgm:t>
    </dgm:pt>
    <dgm:pt modelId="{8445AF9F-ED95-45A2-B9B6-94A06BA2A1C2}" cxnId="{37E74108-4EB1-4FB5-AC1B-674022D6040E}" type="sibTrans">
      <dgm:prSet custT="1"/>
      <dgm:spPr/>
      <dgm:t>
        <a:bodyPr/>
        <a:lstStyle/>
        <a:p>
          <a:endParaRPr lang="zh-CN" altLang="en-US" sz="1200">
            <a:solidFill>
              <a:schemeClr val="tx1"/>
            </a:solidFill>
          </a:endParaRPr>
        </a:p>
      </dgm:t>
    </dgm:pt>
    <dgm:pt modelId="{A3440421-0538-4323-965C-A0ECB4E807BA}">
      <dgm:prSet custT="1"/>
      <dgm:spPr/>
      <dgm:t>
        <a:bodyPr/>
        <a:lstStyle/>
        <a:p>
          <a:pPr rtl="0"/>
          <a:r>
            <a:rPr lang="en-US" sz="1600" dirty="0" smtClean="0">
              <a:solidFill>
                <a:schemeClr val="tx1"/>
              </a:solidFill>
            </a:rPr>
            <a:t>(3)</a:t>
          </a:r>
          <a:r>
            <a:rPr lang="zh-CN" sz="1600" dirty="0" smtClean="0">
              <a:solidFill>
                <a:schemeClr val="tx1"/>
              </a:solidFill>
            </a:rPr>
            <a:t>对图片应用艺术纹理和效果。</a:t>
          </a:r>
          <a:endParaRPr lang="zh-CN" sz="1600" dirty="0">
            <a:solidFill>
              <a:schemeClr val="tx1"/>
            </a:solidFill>
          </a:endParaRPr>
        </a:p>
      </dgm:t>
    </dgm:pt>
    <dgm:pt modelId="{784F77D9-CDED-4801-B53E-0291F20A3128}" cxnId="{447A993E-7F36-4E0B-8228-42AA3A907F1E}" type="parTrans">
      <dgm:prSet/>
      <dgm:spPr/>
      <dgm:t>
        <a:bodyPr/>
        <a:lstStyle/>
        <a:p>
          <a:endParaRPr lang="zh-CN" altLang="en-US" sz="1600">
            <a:solidFill>
              <a:schemeClr val="tx1"/>
            </a:solidFill>
          </a:endParaRPr>
        </a:p>
      </dgm:t>
    </dgm:pt>
    <dgm:pt modelId="{BAF09E43-077A-4486-ACD5-856997EB76F9}" cxnId="{447A993E-7F36-4E0B-8228-42AA3A907F1E}" type="sibTrans">
      <dgm:prSet custT="1"/>
      <dgm:spPr/>
      <dgm:t>
        <a:bodyPr/>
        <a:lstStyle/>
        <a:p>
          <a:endParaRPr lang="zh-CN" altLang="en-US" sz="1200">
            <a:solidFill>
              <a:schemeClr val="tx1"/>
            </a:solidFill>
          </a:endParaRPr>
        </a:p>
      </dgm:t>
    </dgm:pt>
    <dgm:pt modelId="{25423F44-3DCB-47CE-A16F-58B077B85F97}">
      <dgm:prSet custT="1"/>
      <dgm:spPr/>
      <dgm:t>
        <a:bodyPr/>
        <a:lstStyle/>
        <a:p>
          <a:pPr rtl="0"/>
          <a:r>
            <a:rPr lang="en-US" sz="1600" dirty="0" smtClean="0">
              <a:solidFill>
                <a:schemeClr val="tx1"/>
              </a:solidFill>
            </a:rPr>
            <a:t>(4)</a:t>
          </a:r>
          <a:r>
            <a:rPr lang="zh-CN" sz="1600" dirty="0" smtClean="0">
              <a:solidFill>
                <a:schemeClr val="tx1"/>
              </a:solidFill>
            </a:rPr>
            <a:t>在两个对象</a:t>
          </a:r>
          <a:r>
            <a:rPr lang="en-US" sz="1600" dirty="0" smtClean="0">
              <a:solidFill>
                <a:schemeClr val="tx1"/>
              </a:solidFill>
            </a:rPr>
            <a:t>(</a:t>
          </a:r>
          <a:r>
            <a:rPr lang="zh-CN" sz="1600" dirty="0" smtClean="0">
              <a:solidFill>
                <a:schemeClr val="tx1"/>
              </a:solidFill>
            </a:rPr>
            <a:t>文本或形状</a:t>
          </a:r>
          <a:r>
            <a:rPr lang="en-US" sz="1600" dirty="0" smtClean="0">
              <a:solidFill>
                <a:schemeClr val="tx1"/>
              </a:solidFill>
            </a:rPr>
            <a:t>)</a:t>
          </a:r>
          <a:r>
            <a:rPr lang="zh-CN" sz="1600" dirty="0" smtClean="0">
              <a:solidFill>
                <a:schemeClr val="tx1"/>
              </a:solidFill>
            </a:rPr>
            <a:t>之间复制和粘贴动画效果。</a:t>
          </a:r>
          <a:endParaRPr lang="zh-CN" sz="1600" dirty="0">
            <a:solidFill>
              <a:schemeClr val="tx1"/>
            </a:solidFill>
          </a:endParaRPr>
        </a:p>
      </dgm:t>
    </dgm:pt>
    <dgm:pt modelId="{996B3BF3-1261-4318-8421-18B4B5AD2469}" cxnId="{346C9147-FA8D-4519-BA4D-22368D79A9AE}" type="parTrans">
      <dgm:prSet/>
      <dgm:spPr/>
      <dgm:t>
        <a:bodyPr/>
        <a:lstStyle/>
        <a:p>
          <a:endParaRPr lang="zh-CN" altLang="en-US" sz="1600">
            <a:solidFill>
              <a:schemeClr val="tx1"/>
            </a:solidFill>
          </a:endParaRPr>
        </a:p>
      </dgm:t>
    </dgm:pt>
    <dgm:pt modelId="{A273FF40-AE79-4C84-BE3E-04CE7B03B24A}" cxnId="{346C9147-FA8D-4519-BA4D-22368D79A9AE}" type="sibTrans">
      <dgm:prSet/>
      <dgm:spPr/>
      <dgm:t>
        <a:bodyPr/>
        <a:lstStyle/>
        <a:p>
          <a:endParaRPr lang="zh-CN" altLang="en-US" sz="1600">
            <a:solidFill>
              <a:schemeClr val="tx1"/>
            </a:solidFill>
          </a:endParaRPr>
        </a:p>
      </dgm:t>
    </dgm:pt>
    <dgm:pt modelId="{B20AC6CD-78FD-495D-85DE-3015D739363D}" type="pres">
      <dgm:prSet presAssocID="{9CC75439-7539-4E48-B5B3-32E34CB8AF9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4AEC215-AE3F-48B8-BAC7-51D31DBA486A}" type="pres">
      <dgm:prSet presAssocID="{972293FF-8E99-4568-8870-F5FD053D5C3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3B31F1-2487-460E-8728-E9AD8BC7BDC2}" type="pres">
      <dgm:prSet presAssocID="{A43AFBB9-8BAC-4B8A-9463-6BA163080C31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E12B082B-1870-4C8C-A9F5-DF99276ECD31}" type="pres">
      <dgm:prSet presAssocID="{A43AFBB9-8BAC-4B8A-9463-6BA163080C31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53B5627E-ECCE-4592-A468-C6AB9ED1D8BF}" type="pres">
      <dgm:prSet presAssocID="{6E51D995-905C-4AE6-A93E-A3D46DB8BF7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2F8F149-15AC-49E9-A629-7A62A8D07493}" type="pres">
      <dgm:prSet presAssocID="{8445AF9F-ED95-45A2-B9B6-94A06BA2A1C2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FE2572B8-037A-4D03-986C-0E36EE717C9E}" type="pres">
      <dgm:prSet presAssocID="{8445AF9F-ED95-45A2-B9B6-94A06BA2A1C2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83A270CA-3177-48A7-B0C4-323A735F8227}" type="pres">
      <dgm:prSet presAssocID="{A3440421-0538-4323-965C-A0ECB4E807B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E4E3DCC-1F57-486A-B3C1-97608D05A8D5}" type="pres">
      <dgm:prSet presAssocID="{BAF09E43-077A-4486-ACD5-856997EB76F9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873CF750-113D-42C0-9882-F9CF7CAB29C1}" type="pres">
      <dgm:prSet presAssocID="{BAF09E43-077A-4486-ACD5-856997EB76F9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64A63B4B-181C-4FF4-A25B-CE388FFE4EF3}" type="pres">
      <dgm:prSet presAssocID="{25423F44-3DCB-47CE-A16F-58B077B85F9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47A993E-7F36-4E0B-8228-42AA3A907F1E}" srcId="{9CC75439-7539-4E48-B5B3-32E34CB8AF9B}" destId="{A3440421-0538-4323-965C-A0ECB4E807BA}" srcOrd="2" destOrd="0" parTransId="{784F77D9-CDED-4801-B53E-0291F20A3128}" sibTransId="{BAF09E43-077A-4486-ACD5-856997EB76F9}"/>
    <dgm:cxn modelId="{AE366FF6-4F88-4F80-9B8F-50506B03B0BD}" type="presOf" srcId="{8445AF9F-ED95-45A2-B9B6-94A06BA2A1C2}" destId="{FE2572B8-037A-4D03-986C-0E36EE717C9E}" srcOrd="1" destOrd="0" presId="urn:microsoft.com/office/officeart/2005/8/layout/process1"/>
    <dgm:cxn modelId="{1E1B3B85-95FE-42FE-BD82-E047E960DFF6}" type="presOf" srcId="{A43AFBB9-8BAC-4B8A-9463-6BA163080C31}" destId="{BD3B31F1-2487-460E-8728-E9AD8BC7BDC2}" srcOrd="0" destOrd="0" presId="urn:microsoft.com/office/officeart/2005/8/layout/process1"/>
    <dgm:cxn modelId="{4E1307E6-397F-4099-8D34-6E1F0D0E1AC0}" type="presOf" srcId="{9CC75439-7539-4E48-B5B3-32E34CB8AF9B}" destId="{B20AC6CD-78FD-495D-85DE-3015D739363D}" srcOrd="0" destOrd="0" presId="urn:microsoft.com/office/officeart/2005/8/layout/process1"/>
    <dgm:cxn modelId="{346C9147-FA8D-4519-BA4D-22368D79A9AE}" srcId="{9CC75439-7539-4E48-B5B3-32E34CB8AF9B}" destId="{25423F44-3DCB-47CE-A16F-58B077B85F97}" srcOrd="3" destOrd="0" parTransId="{996B3BF3-1261-4318-8421-18B4B5AD2469}" sibTransId="{A273FF40-AE79-4C84-BE3E-04CE7B03B24A}"/>
    <dgm:cxn modelId="{EBEB2757-1EF6-41B8-932D-6119CF0D470F}" type="presOf" srcId="{972293FF-8E99-4568-8870-F5FD053D5C3C}" destId="{F4AEC215-AE3F-48B8-BAC7-51D31DBA486A}" srcOrd="0" destOrd="0" presId="urn:microsoft.com/office/officeart/2005/8/layout/process1"/>
    <dgm:cxn modelId="{7C12F3B0-EBED-4973-A805-A32643C68D74}" type="presOf" srcId="{A3440421-0538-4323-965C-A0ECB4E807BA}" destId="{83A270CA-3177-48A7-B0C4-323A735F8227}" srcOrd="0" destOrd="0" presId="urn:microsoft.com/office/officeart/2005/8/layout/process1"/>
    <dgm:cxn modelId="{62E5E830-0E4B-4430-9EED-0BDFA02702A3}" type="presOf" srcId="{A43AFBB9-8BAC-4B8A-9463-6BA163080C31}" destId="{E12B082B-1870-4C8C-A9F5-DF99276ECD31}" srcOrd="1" destOrd="0" presId="urn:microsoft.com/office/officeart/2005/8/layout/process1"/>
    <dgm:cxn modelId="{BFE7FFB9-9430-4524-871A-1E100AD0D69B}" type="presOf" srcId="{BAF09E43-077A-4486-ACD5-856997EB76F9}" destId="{DE4E3DCC-1F57-486A-B3C1-97608D05A8D5}" srcOrd="0" destOrd="0" presId="urn:microsoft.com/office/officeart/2005/8/layout/process1"/>
    <dgm:cxn modelId="{37E74108-4EB1-4FB5-AC1B-674022D6040E}" srcId="{9CC75439-7539-4E48-B5B3-32E34CB8AF9B}" destId="{6E51D995-905C-4AE6-A93E-A3D46DB8BF76}" srcOrd="1" destOrd="0" parTransId="{DBF34FF7-2399-49CD-A831-3A1B1FB4B42F}" sibTransId="{8445AF9F-ED95-45A2-B9B6-94A06BA2A1C2}"/>
    <dgm:cxn modelId="{A977085F-068C-4A12-946D-C0E0A8CCBCD5}" type="presOf" srcId="{25423F44-3DCB-47CE-A16F-58B077B85F97}" destId="{64A63B4B-181C-4FF4-A25B-CE388FFE4EF3}" srcOrd="0" destOrd="0" presId="urn:microsoft.com/office/officeart/2005/8/layout/process1"/>
    <dgm:cxn modelId="{81081BB0-6AC8-4EC5-A559-0A3875C7C77D}" srcId="{9CC75439-7539-4E48-B5B3-32E34CB8AF9B}" destId="{972293FF-8E99-4568-8870-F5FD053D5C3C}" srcOrd="0" destOrd="0" parTransId="{219BE4BE-6565-4855-9376-6E342F3C7029}" sibTransId="{A43AFBB9-8BAC-4B8A-9463-6BA163080C31}"/>
    <dgm:cxn modelId="{709C6D5C-B9D3-466E-840E-266CD7ED03D2}" type="presOf" srcId="{BAF09E43-077A-4486-ACD5-856997EB76F9}" destId="{873CF750-113D-42C0-9882-F9CF7CAB29C1}" srcOrd="1" destOrd="0" presId="urn:microsoft.com/office/officeart/2005/8/layout/process1"/>
    <dgm:cxn modelId="{BD405A0A-D112-4688-8A72-82B85E43575B}" type="presOf" srcId="{8445AF9F-ED95-45A2-B9B6-94A06BA2A1C2}" destId="{52F8F149-15AC-49E9-A629-7A62A8D07493}" srcOrd="0" destOrd="0" presId="urn:microsoft.com/office/officeart/2005/8/layout/process1"/>
    <dgm:cxn modelId="{1A0BE363-E5DB-4FA9-B2FE-F1F2AAB571E7}" type="presOf" srcId="{6E51D995-905C-4AE6-A93E-A3D46DB8BF76}" destId="{53B5627E-ECCE-4592-A468-C6AB9ED1D8BF}" srcOrd="0" destOrd="0" presId="urn:microsoft.com/office/officeart/2005/8/layout/process1"/>
    <dgm:cxn modelId="{445E904F-A3AC-4D9A-A089-957790C42780}" type="presParOf" srcId="{B20AC6CD-78FD-495D-85DE-3015D739363D}" destId="{F4AEC215-AE3F-48B8-BAC7-51D31DBA486A}" srcOrd="0" destOrd="0" presId="urn:microsoft.com/office/officeart/2005/8/layout/process1"/>
    <dgm:cxn modelId="{A4455341-D9EB-4267-9ED0-F8C5E87A99AC}" type="presParOf" srcId="{B20AC6CD-78FD-495D-85DE-3015D739363D}" destId="{BD3B31F1-2487-460E-8728-E9AD8BC7BDC2}" srcOrd="1" destOrd="0" presId="urn:microsoft.com/office/officeart/2005/8/layout/process1"/>
    <dgm:cxn modelId="{D37A70C0-DC5B-4454-BD66-E24ECECA4ECA}" type="presParOf" srcId="{BD3B31F1-2487-460E-8728-E9AD8BC7BDC2}" destId="{E12B082B-1870-4C8C-A9F5-DF99276ECD31}" srcOrd="0" destOrd="0" presId="urn:microsoft.com/office/officeart/2005/8/layout/process1"/>
    <dgm:cxn modelId="{3916B2C3-2922-4188-AE65-6FD3658AF95E}" type="presParOf" srcId="{B20AC6CD-78FD-495D-85DE-3015D739363D}" destId="{53B5627E-ECCE-4592-A468-C6AB9ED1D8BF}" srcOrd="2" destOrd="0" presId="urn:microsoft.com/office/officeart/2005/8/layout/process1"/>
    <dgm:cxn modelId="{8AA855F8-5BFA-404E-B2C6-4EB7AC66C1A8}" type="presParOf" srcId="{B20AC6CD-78FD-495D-85DE-3015D739363D}" destId="{52F8F149-15AC-49E9-A629-7A62A8D07493}" srcOrd="3" destOrd="0" presId="urn:microsoft.com/office/officeart/2005/8/layout/process1"/>
    <dgm:cxn modelId="{47ED2B2A-9E59-436F-8CAE-39DFCEBCCDC3}" type="presParOf" srcId="{52F8F149-15AC-49E9-A629-7A62A8D07493}" destId="{FE2572B8-037A-4D03-986C-0E36EE717C9E}" srcOrd="0" destOrd="0" presId="urn:microsoft.com/office/officeart/2005/8/layout/process1"/>
    <dgm:cxn modelId="{FAA5EFCC-9D2C-4532-A4E4-38D5FEEA304F}" type="presParOf" srcId="{B20AC6CD-78FD-495D-85DE-3015D739363D}" destId="{83A270CA-3177-48A7-B0C4-323A735F8227}" srcOrd="4" destOrd="0" presId="urn:microsoft.com/office/officeart/2005/8/layout/process1"/>
    <dgm:cxn modelId="{2930C222-F24F-447C-9393-DD2A3A663BA8}" type="presParOf" srcId="{B20AC6CD-78FD-495D-85DE-3015D739363D}" destId="{DE4E3DCC-1F57-486A-B3C1-97608D05A8D5}" srcOrd="5" destOrd="0" presId="urn:microsoft.com/office/officeart/2005/8/layout/process1"/>
    <dgm:cxn modelId="{708C1375-C2EB-491E-B1AE-B8BBC2F9443F}" type="presParOf" srcId="{DE4E3DCC-1F57-486A-B3C1-97608D05A8D5}" destId="{873CF750-113D-42C0-9882-F9CF7CAB29C1}" srcOrd="0" destOrd="0" presId="urn:microsoft.com/office/officeart/2005/8/layout/process1"/>
    <dgm:cxn modelId="{9C212D71-1A76-4963-A8D0-ED7D77046DDC}" type="presParOf" srcId="{B20AC6CD-78FD-495D-85DE-3015D739363D}" destId="{64A63B4B-181C-4FF4-A25B-CE388FFE4EF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77790D-352D-492A-AF6B-A472D7E1BBCC}" type="doc">
      <dgm:prSet loTypeId="urn:microsoft.com/office/officeart/2005/8/layout/process1" loCatId="process" qsTypeId="urn:microsoft.com/office/officeart/2005/8/quickstyle/3d2#1" qsCatId="3D" csTypeId="urn:microsoft.com/office/officeart/2005/8/colors/colorful2" csCatId="colorful"/>
      <dgm:spPr/>
      <dgm:t>
        <a:bodyPr/>
        <a:lstStyle/>
        <a:p>
          <a:endParaRPr lang="zh-CN" altLang="en-US"/>
        </a:p>
      </dgm:t>
    </dgm:pt>
    <dgm:pt modelId="{4D08B383-1E91-4A5B-8C4D-417D7DC450BE}">
      <dgm:prSet custT="1"/>
      <dgm:spPr/>
      <dgm:t>
        <a:bodyPr/>
        <a:lstStyle/>
        <a:p>
          <a:pPr rtl="0"/>
          <a:r>
            <a:rPr lang="en-US" sz="1600" smtClean="0"/>
            <a:t>(1)</a:t>
          </a:r>
          <a:r>
            <a:rPr lang="zh-CN" sz="1600" smtClean="0"/>
            <a:t>轻松携带演示文稿以实现共享。</a:t>
          </a:r>
          <a:endParaRPr lang="zh-CN" sz="1600" dirty="0"/>
        </a:p>
      </dgm:t>
    </dgm:pt>
    <dgm:pt modelId="{74676A0D-65DA-4972-8816-AFDFB8D115EA}" cxnId="{CD7638F5-002E-46FD-AFD7-6560F880277F}" type="parTrans">
      <dgm:prSet/>
      <dgm:spPr/>
      <dgm:t>
        <a:bodyPr/>
        <a:lstStyle/>
        <a:p>
          <a:endParaRPr lang="zh-CN" altLang="en-US" sz="1200">
            <a:solidFill>
              <a:schemeClr val="tx1"/>
            </a:solidFill>
          </a:endParaRPr>
        </a:p>
      </dgm:t>
    </dgm:pt>
    <dgm:pt modelId="{FD79C3F8-B94C-4FC3-B731-8081CFC1D88A}" cxnId="{CD7638F5-002E-46FD-AFD7-6560F880277F}" type="sibTrans">
      <dgm:prSet custT="1"/>
      <dgm:spPr/>
      <dgm:t>
        <a:bodyPr/>
        <a:lstStyle/>
        <a:p>
          <a:endParaRPr lang="zh-CN" altLang="en-US" sz="1200">
            <a:solidFill>
              <a:schemeClr val="tx1"/>
            </a:solidFill>
          </a:endParaRPr>
        </a:p>
      </dgm:t>
    </dgm:pt>
    <dgm:pt modelId="{5F59EBFF-0D9B-47C3-82B7-E601007B0548}">
      <dgm:prSet custT="1"/>
      <dgm:spPr/>
      <dgm:t>
        <a:bodyPr/>
        <a:lstStyle/>
        <a:p>
          <a:pPr rtl="0"/>
          <a:r>
            <a:rPr lang="en-US" sz="1600" smtClean="0"/>
            <a:t>(2)</a:t>
          </a:r>
          <a:r>
            <a:rPr lang="zh-CN" sz="1600" smtClean="0"/>
            <a:t>将演示文稿转换为视频。</a:t>
          </a:r>
          <a:endParaRPr lang="zh-CN" sz="1600" dirty="0"/>
        </a:p>
      </dgm:t>
    </dgm:pt>
    <dgm:pt modelId="{37D27C9A-5D03-49F4-8A92-047B0B5BBF60}" cxnId="{24117637-0789-4360-BDCD-A077550F3E53}" type="parTrans">
      <dgm:prSet/>
      <dgm:spPr/>
      <dgm:t>
        <a:bodyPr/>
        <a:lstStyle/>
        <a:p>
          <a:endParaRPr lang="zh-CN" altLang="en-US" sz="1200">
            <a:solidFill>
              <a:schemeClr val="tx1"/>
            </a:solidFill>
          </a:endParaRPr>
        </a:p>
      </dgm:t>
    </dgm:pt>
    <dgm:pt modelId="{D6EB1CF8-6933-4336-8254-CFA19E997E18}" cxnId="{24117637-0789-4360-BDCD-A077550F3E53}" type="sibTrans">
      <dgm:prSet custT="1"/>
      <dgm:spPr/>
      <dgm:t>
        <a:bodyPr/>
        <a:lstStyle/>
        <a:p>
          <a:endParaRPr lang="zh-CN" altLang="en-US" sz="1200">
            <a:solidFill>
              <a:schemeClr val="tx1"/>
            </a:solidFill>
          </a:endParaRPr>
        </a:p>
      </dgm:t>
    </dgm:pt>
    <dgm:pt modelId="{DD3D22D5-DEE1-4C4A-B81E-C9335CA14292}">
      <dgm:prSet custT="1"/>
      <dgm:spPr/>
      <dgm:t>
        <a:bodyPr/>
        <a:lstStyle/>
        <a:p>
          <a:pPr rtl="0"/>
          <a:r>
            <a:rPr lang="en-US" sz="1600" smtClean="0"/>
            <a:t>(3)</a:t>
          </a:r>
          <a:r>
            <a:rPr lang="zh-CN" sz="1600" smtClean="0"/>
            <a:t>确定并解决辅助功能问题。</a:t>
          </a:r>
          <a:endParaRPr lang="zh-CN" sz="1600" dirty="0"/>
        </a:p>
      </dgm:t>
    </dgm:pt>
    <dgm:pt modelId="{FE5C9C0F-E88D-479F-89FE-83EFD09637FF}" cxnId="{3FF5EEA1-6361-4F7B-920E-1FB185D8F258}" type="parTrans">
      <dgm:prSet/>
      <dgm:spPr/>
      <dgm:t>
        <a:bodyPr/>
        <a:lstStyle/>
        <a:p>
          <a:endParaRPr lang="zh-CN" altLang="en-US" sz="1200">
            <a:solidFill>
              <a:schemeClr val="tx1"/>
            </a:solidFill>
          </a:endParaRPr>
        </a:p>
      </dgm:t>
    </dgm:pt>
    <dgm:pt modelId="{F3C9B676-8F5E-4BF0-BFEE-83EE06A5DCD2}" cxnId="{3FF5EEA1-6361-4F7B-920E-1FB185D8F258}" type="sibTrans">
      <dgm:prSet/>
      <dgm:spPr/>
      <dgm:t>
        <a:bodyPr/>
        <a:lstStyle/>
        <a:p>
          <a:endParaRPr lang="zh-CN" altLang="en-US" sz="1200">
            <a:solidFill>
              <a:schemeClr val="tx1"/>
            </a:solidFill>
          </a:endParaRPr>
        </a:p>
      </dgm:t>
    </dgm:pt>
    <dgm:pt modelId="{571DF733-EE74-4CCD-9A07-9360D1621B9E}" type="pres">
      <dgm:prSet presAssocID="{CE77790D-352D-492A-AF6B-A472D7E1BBC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0DA6E32-61FB-47A6-A3D0-5ED8DE142387}" type="pres">
      <dgm:prSet presAssocID="{4D08B383-1E91-4A5B-8C4D-417D7DC450BE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21B4C4-ECE9-4292-9ED5-9D4E978C35DF}" type="pres">
      <dgm:prSet presAssocID="{FD79C3F8-B94C-4FC3-B731-8081CFC1D88A}" presName="sibTrans" presStyleLbl="sibTrans2D1" presStyleIdx="0" presStyleCnt="2"/>
      <dgm:spPr/>
      <dgm:t>
        <a:bodyPr/>
        <a:lstStyle/>
        <a:p>
          <a:endParaRPr lang="zh-CN" altLang="en-US"/>
        </a:p>
      </dgm:t>
    </dgm:pt>
    <dgm:pt modelId="{F6F77719-48A8-4991-A409-F2447836024C}" type="pres">
      <dgm:prSet presAssocID="{FD79C3F8-B94C-4FC3-B731-8081CFC1D88A}" presName="connectorText" presStyleLbl="sibTrans2D1" presStyleIdx="0" presStyleCnt="2"/>
      <dgm:spPr/>
      <dgm:t>
        <a:bodyPr/>
        <a:lstStyle/>
        <a:p>
          <a:endParaRPr lang="zh-CN" altLang="en-US"/>
        </a:p>
      </dgm:t>
    </dgm:pt>
    <dgm:pt modelId="{57E3AFF7-987D-42FB-B9EA-4B164C93ADCA}" type="pres">
      <dgm:prSet presAssocID="{5F59EBFF-0D9B-47C3-82B7-E601007B0548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627691D-286E-4E4C-80BC-30C577AE3BFB}" type="pres">
      <dgm:prSet presAssocID="{D6EB1CF8-6933-4336-8254-CFA19E997E18}" presName="sibTrans" presStyleLbl="sibTrans2D1" presStyleIdx="1" presStyleCnt="2"/>
      <dgm:spPr/>
      <dgm:t>
        <a:bodyPr/>
        <a:lstStyle/>
        <a:p>
          <a:endParaRPr lang="zh-CN" altLang="en-US"/>
        </a:p>
      </dgm:t>
    </dgm:pt>
    <dgm:pt modelId="{19AD0517-FEC1-49E2-B0CA-75042B53DB4E}" type="pres">
      <dgm:prSet presAssocID="{D6EB1CF8-6933-4336-8254-CFA19E997E18}" presName="connectorText" presStyleLbl="sibTrans2D1" presStyleIdx="1" presStyleCnt="2"/>
      <dgm:spPr/>
      <dgm:t>
        <a:bodyPr/>
        <a:lstStyle/>
        <a:p>
          <a:endParaRPr lang="zh-CN" altLang="en-US"/>
        </a:p>
      </dgm:t>
    </dgm:pt>
    <dgm:pt modelId="{A746847A-AEB9-4D3D-975A-D371469E1725}" type="pres">
      <dgm:prSet presAssocID="{DD3D22D5-DEE1-4C4A-B81E-C9335CA1429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2559AEE-E8A0-4C95-B5B8-2A4A902D6355}" type="presOf" srcId="{DD3D22D5-DEE1-4C4A-B81E-C9335CA14292}" destId="{A746847A-AEB9-4D3D-975A-D371469E1725}" srcOrd="0" destOrd="0" presId="urn:microsoft.com/office/officeart/2005/8/layout/process1"/>
    <dgm:cxn modelId="{73E3948B-C479-401A-9EF1-B318EA32C92F}" type="presOf" srcId="{FD79C3F8-B94C-4FC3-B731-8081CFC1D88A}" destId="{F6F77719-48A8-4991-A409-F2447836024C}" srcOrd="1" destOrd="0" presId="urn:microsoft.com/office/officeart/2005/8/layout/process1"/>
    <dgm:cxn modelId="{9086FB37-6021-4FD9-BFDE-E1EE4EFB16C6}" type="presOf" srcId="{FD79C3F8-B94C-4FC3-B731-8081CFC1D88A}" destId="{4A21B4C4-ECE9-4292-9ED5-9D4E978C35DF}" srcOrd="0" destOrd="0" presId="urn:microsoft.com/office/officeart/2005/8/layout/process1"/>
    <dgm:cxn modelId="{668AC26B-5D29-4047-B83C-4A2590C19375}" type="presOf" srcId="{CE77790D-352D-492A-AF6B-A472D7E1BBCC}" destId="{571DF733-EE74-4CCD-9A07-9360D1621B9E}" srcOrd="0" destOrd="0" presId="urn:microsoft.com/office/officeart/2005/8/layout/process1"/>
    <dgm:cxn modelId="{D02DA069-775E-4F7E-95C9-2BC60E5F6C38}" type="presOf" srcId="{4D08B383-1E91-4A5B-8C4D-417D7DC450BE}" destId="{90DA6E32-61FB-47A6-A3D0-5ED8DE142387}" srcOrd="0" destOrd="0" presId="urn:microsoft.com/office/officeart/2005/8/layout/process1"/>
    <dgm:cxn modelId="{5FD90EA0-765D-4C33-88C8-392CEF82DA23}" type="presOf" srcId="{D6EB1CF8-6933-4336-8254-CFA19E997E18}" destId="{B627691D-286E-4E4C-80BC-30C577AE3BFB}" srcOrd="0" destOrd="0" presId="urn:microsoft.com/office/officeart/2005/8/layout/process1"/>
    <dgm:cxn modelId="{4928F0C9-0351-44FE-9272-C8C656B04B0E}" type="presOf" srcId="{D6EB1CF8-6933-4336-8254-CFA19E997E18}" destId="{19AD0517-FEC1-49E2-B0CA-75042B53DB4E}" srcOrd="1" destOrd="0" presId="urn:microsoft.com/office/officeart/2005/8/layout/process1"/>
    <dgm:cxn modelId="{24117637-0789-4360-BDCD-A077550F3E53}" srcId="{CE77790D-352D-492A-AF6B-A472D7E1BBCC}" destId="{5F59EBFF-0D9B-47C3-82B7-E601007B0548}" srcOrd="1" destOrd="0" parTransId="{37D27C9A-5D03-49F4-8A92-047B0B5BBF60}" sibTransId="{D6EB1CF8-6933-4336-8254-CFA19E997E18}"/>
    <dgm:cxn modelId="{3FF5EEA1-6361-4F7B-920E-1FB185D8F258}" srcId="{CE77790D-352D-492A-AF6B-A472D7E1BBCC}" destId="{DD3D22D5-DEE1-4C4A-B81E-C9335CA14292}" srcOrd="2" destOrd="0" parTransId="{FE5C9C0F-E88D-479F-89FE-83EFD09637FF}" sibTransId="{F3C9B676-8F5E-4BF0-BFEE-83EE06A5DCD2}"/>
    <dgm:cxn modelId="{CD7638F5-002E-46FD-AFD7-6560F880277F}" srcId="{CE77790D-352D-492A-AF6B-A472D7E1BBCC}" destId="{4D08B383-1E91-4A5B-8C4D-417D7DC450BE}" srcOrd="0" destOrd="0" parTransId="{74676A0D-65DA-4972-8816-AFDFB8D115EA}" sibTransId="{FD79C3F8-B94C-4FC3-B731-8081CFC1D88A}"/>
    <dgm:cxn modelId="{D536FD90-237E-46D9-8C52-A99554E25A40}" type="presOf" srcId="{5F59EBFF-0D9B-47C3-82B7-E601007B0548}" destId="{57E3AFF7-987D-42FB-B9EA-4B164C93ADCA}" srcOrd="0" destOrd="0" presId="urn:microsoft.com/office/officeart/2005/8/layout/process1"/>
    <dgm:cxn modelId="{656296B2-C401-4317-AA7E-928D414D176E}" type="presParOf" srcId="{571DF733-EE74-4CCD-9A07-9360D1621B9E}" destId="{90DA6E32-61FB-47A6-A3D0-5ED8DE142387}" srcOrd="0" destOrd="0" presId="urn:microsoft.com/office/officeart/2005/8/layout/process1"/>
    <dgm:cxn modelId="{4D6E01CE-A4CB-4E59-82B1-BE0F3F4D9972}" type="presParOf" srcId="{571DF733-EE74-4CCD-9A07-9360D1621B9E}" destId="{4A21B4C4-ECE9-4292-9ED5-9D4E978C35DF}" srcOrd="1" destOrd="0" presId="urn:microsoft.com/office/officeart/2005/8/layout/process1"/>
    <dgm:cxn modelId="{71152AB4-2B39-4B64-BB78-00531C1759D5}" type="presParOf" srcId="{4A21B4C4-ECE9-4292-9ED5-9D4E978C35DF}" destId="{F6F77719-48A8-4991-A409-F2447836024C}" srcOrd="0" destOrd="0" presId="urn:microsoft.com/office/officeart/2005/8/layout/process1"/>
    <dgm:cxn modelId="{3C68C668-F09E-4657-9FCB-738EB0323957}" type="presParOf" srcId="{571DF733-EE74-4CCD-9A07-9360D1621B9E}" destId="{57E3AFF7-987D-42FB-B9EA-4B164C93ADCA}" srcOrd="2" destOrd="0" presId="urn:microsoft.com/office/officeart/2005/8/layout/process1"/>
    <dgm:cxn modelId="{FC888956-F7E1-4BA2-8CA0-AD6E0D5475AA}" type="presParOf" srcId="{571DF733-EE74-4CCD-9A07-9360D1621B9E}" destId="{B627691D-286E-4E4C-80BC-30C577AE3BFB}" srcOrd="3" destOrd="0" presId="urn:microsoft.com/office/officeart/2005/8/layout/process1"/>
    <dgm:cxn modelId="{EBC419A9-FB3F-4F59-9394-0AD89836D315}" type="presParOf" srcId="{B627691D-286E-4E4C-80BC-30C577AE3BFB}" destId="{19AD0517-FEC1-49E2-B0CA-75042B53DB4E}" srcOrd="0" destOrd="0" presId="urn:microsoft.com/office/officeart/2005/8/layout/process1"/>
    <dgm:cxn modelId="{AC32E6A6-FB03-46F8-9F5E-59D59577F23A}" type="presParOf" srcId="{571DF733-EE74-4CCD-9A07-9360D1621B9E}" destId="{A746847A-AEB9-4D3D-975A-D371469E172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172200" cy="1944216"/>
        <a:chOff x="0" y="0"/>
        <a:chExt cx="6172200" cy="1944216"/>
      </a:xfrm>
    </dsp:grpSpPr>
    <dsp:sp modelId="{97527EBF-0E0A-4225-BED5-15810BA395FC}">
      <dsp:nvSpPr>
        <dsp:cNvPr id="3" name="圆角矩形 2"/>
        <dsp:cNvSpPr/>
      </dsp:nvSpPr>
      <dsp:spPr bwMode="white">
        <a:xfrm>
          <a:off x="0" y="162800"/>
          <a:ext cx="6172200" cy="1618615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lIns="232410" tIns="232410" rIns="232410" bIns="232410" anchor="ctr"/>
        <a:lstStyle>
          <a:lvl1pPr algn="l">
            <a:defRPr sz="6100"/>
          </a:lvl1pPr>
          <a:lvl2pPr marL="285750" indent="-285750" algn="l">
            <a:defRPr sz="4700"/>
          </a:lvl2pPr>
          <a:lvl3pPr marL="571500" indent="-285750" algn="l">
            <a:defRPr sz="4700"/>
          </a:lvl3pPr>
          <a:lvl4pPr marL="857250" indent="-285750" algn="l">
            <a:defRPr sz="4700"/>
          </a:lvl4pPr>
          <a:lvl5pPr marL="1143000" indent="-285750" algn="l">
            <a:defRPr sz="4700"/>
          </a:lvl5pPr>
          <a:lvl6pPr marL="1428750" indent="-285750" algn="l">
            <a:defRPr sz="4700"/>
          </a:lvl6pPr>
          <a:lvl7pPr marL="1714500" indent="-285750" algn="l">
            <a:defRPr sz="4700"/>
          </a:lvl7pPr>
          <a:lvl8pPr marL="2000250" indent="-285750" algn="l">
            <a:defRPr sz="4700"/>
          </a:lvl8pPr>
          <a:lvl9pPr marL="2286000" indent="-285750" algn="l">
            <a:defRPr sz="47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baseline="0" dirty="0" smtClean="0"/>
            <a:t>计算机应用基础</a:t>
          </a:r>
          <a:endParaRPr lang="zh-CN" b="1" baseline="0" dirty="0"/>
        </a:p>
      </dsp:txBody>
      <dsp:txXfrm>
        <a:off x="0" y="162800"/>
        <a:ext cx="6172200" cy="16186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143800" cy="2169825"/>
        <a:chOff x="0" y="0"/>
        <a:chExt cx="7143800" cy="2169825"/>
      </a:xfrm>
    </dsp:grpSpPr>
    <dsp:sp modelId="{DFA7EB2A-F438-4FA6-9B23-134D24740843}">
      <dsp:nvSpPr>
        <dsp:cNvPr id="3" name="右箭头 2"/>
        <dsp:cNvSpPr/>
      </dsp:nvSpPr>
      <dsp:spPr bwMode="white">
        <a:xfrm>
          <a:off x="535785" y="0"/>
          <a:ext cx="6072230" cy="2169825"/>
        </a:xfrm>
        <a:prstGeom prst="rightArrow">
          <a:avLst/>
        </a:prstGeom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Xfrm>
        <a:off x="535785" y="0"/>
        <a:ext cx="6072230" cy="2169825"/>
      </dsp:txXfrm>
    </dsp:sp>
    <dsp:sp modelId="{182A54A0-9D66-4883-AC30-7D0ED279ADF1}">
      <dsp:nvSpPr>
        <dsp:cNvPr id="4" name="圆角矩形 3"/>
        <dsp:cNvSpPr/>
      </dsp:nvSpPr>
      <dsp:spPr bwMode="white">
        <a:xfrm>
          <a:off x="0" y="650947"/>
          <a:ext cx="1587511" cy="86793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>
              <a:solidFill>
                <a:schemeClr val="tx1"/>
              </a:solidFill>
            </a:rPr>
            <a:t>(1)</a:t>
          </a:r>
          <a:r>
            <a:rPr lang="zh-CN" sz="1400" dirty="0" smtClean="0">
              <a:solidFill>
                <a:schemeClr val="tx1"/>
              </a:solidFill>
            </a:rPr>
            <a:t>与同事共同创作演示文稿。</a:t>
          </a:r>
          <a:endParaRPr lang="zh-CN" sz="1400" dirty="0">
            <a:solidFill>
              <a:schemeClr val="tx1"/>
            </a:solidFill>
          </a:endParaRPr>
        </a:p>
      </dsp:txBody>
      <dsp:txXfrm>
        <a:off x="0" y="650947"/>
        <a:ext cx="1587511" cy="867930"/>
      </dsp:txXfrm>
    </dsp:sp>
    <dsp:sp modelId="{3EECEA0A-5BC8-4E60-AB11-834CD878A5C2}">
      <dsp:nvSpPr>
        <dsp:cNvPr id="5" name="圆角矩形 4"/>
        <dsp:cNvSpPr/>
      </dsp:nvSpPr>
      <dsp:spPr bwMode="white">
        <a:xfrm>
          <a:off x="1852096" y="650947"/>
          <a:ext cx="1587511" cy="86793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4">
            <a:hueOff val="1599999"/>
            <a:satOff val="3922"/>
            <a:lumOff val="-104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>
              <a:solidFill>
                <a:schemeClr val="tx1"/>
              </a:solidFill>
            </a:rPr>
            <a:t>(2)</a:t>
          </a:r>
          <a:r>
            <a:rPr lang="zh-CN" sz="1400" dirty="0" smtClean="0">
              <a:solidFill>
                <a:schemeClr val="tx1"/>
              </a:solidFill>
            </a:rPr>
            <a:t>自动保存演示文稿的多个版本。</a:t>
          </a:r>
          <a:endParaRPr lang="zh-CN" sz="1400" dirty="0">
            <a:solidFill>
              <a:schemeClr val="tx1"/>
            </a:solidFill>
          </a:endParaRPr>
        </a:p>
      </dsp:txBody>
      <dsp:txXfrm>
        <a:off x="1852096" y="650947"/>
        <a:ext cx="1587511" cy="867930"/>
      </dsp:txXfrm>
    </dsp:sp>
    <dsp:sp modelId="{5D70C12D-22AE-4F33-8AE8-CDD3D2FB1471}">
      <dsp:nvSpPr>
        <dsp:cNvPr id="6" name="圆角矩形 5"/>
        <dsp:cNvSpPr/>
      </dsp:nvSpPr>
      <dsp:spPr bwMode="white">
        <a:xfrm>
          <a:off x="3704193" y="650947"/>
          <a:ext cx="1587511" cy="86793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4">
            <a:hueOff val="3199999"/>
            <a:satOff val="7843"/>
            <a:lumOff val="-209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>
              <a:solidFill>
                <a:schemeClr val="tx1"/>
              </a:solidFill>
            </a:rPr>
            <a:t>(3)</a:t>
          </a:r>
          <a:r>
            <a:rPr lang="zh-CN" sz="1400" dirty="0" smtClean="0">
              <a:solidFill>
                <a:schemeClr val="tx1"/>
              </a:solidFill>
            </a:rPr>
            <a:t>合并和比较演示文稿。</a:t>
          </a:r>
          <a:endParaRPr lang="zh-CN" sz="1400" dirty="0">
            <a:solidFill>
              <a:schemeClr val="tx1"/>
            </a:solidFill>
          </a:endParaRPr>
        </a:p>
      </dsp:txBody>
      <dsp:txXfrm>
        <a:off x="3704193" y="650947"/>
        <a:ext cx="1587511" cy="867930"/>
      </dsp:txXfrm>
    </dsp:sp>
    <dsp:sp modelId="{29547F2B-248D-4759-BA85-33CA03514E56}">
      <dsp:nvSpPr>
        <dsp:cNvPr id="7" name="圆角矩形 6"/>
        <dsp:cNvSpPr/>
      </dsp:nvSpPr>
      <dsp:spPr bwMode="white">
        <a:xfrm>
          <a:off x="5556289" y="650947"/>
          <a:ext cx="1587511" cy="86793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4">
            <a:hueOff val="4800000"/>
            <a:satOff val="11765"/>
            <a:lumOff val="-313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>
              <a:solidFill>
                <a:schemeClr val="tx1"/>
              </a:solidFill>
            </a:rPr>
            <a:t>(4)</a:t>
          </a:r>
          <a:r>
            <a:rPr lang="zh-CN" sz="1400" dirty="0" smtClean="0">
              <a:solidFill>
                <a:schemeClr val="tx1"/>
              </a:solidFill>
            </a:rPr>
            <a:t>在不同窗口中使用单独的 </a:t>
          </a:r>
          <a:r>
            <a:rPr lang="en-US" sz="1400" dirty="0" smtClean="0">
              <a:solidFill>
                <a:schemeClr val="tx1"/>
              </a:solidFill>
            </a:rPr>
            <a:t>PowerPoint </a:t>
          </a:r>
          <a:r>
            <a:rPr lang="zh-CN" sz="1400" dirty="0" smtClean="0">
              <a:solidFill>
                <a:schemeClr val="tx1"/>
              </a:solidFill>
            </a:rPr>
            <a:t>演示文稿文件。</a:t>
          </a:r>
          <a:endParaRPr lang="zh-CN" sz="1400" dirty="0">
            <a:solidFill>
              <a:schemeClr val="tx1"/>
            </a:solidFill>
          </a:endParaRPr>
        </a:p>
      </dsp:txBody>
      <dsp:txXfrm>
        <a:off x="5556289" y="650947"/>
        <a:ext cx="1587511" cy="867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43932" cy="1357323"/>
        <a:chOff x="0" y="0"/>
        <a:chExt cx="8143932" cy="1357323"/>
      </a:xfrm>
    </dsp:grpSpPr>
    <dsp:sp modelId="{F4AEC215-AE3F-48B8-BAC7-51D31DBA486A}">
      <dsp:nvSpPr>
        <dsp:cNvPr id="3" name="圆角矩形 2"/>
        <dsp:cNvSpPr/>
      </dsp:nvSpPr>
      <dsp:spPr bwMode="white">
        <a:xfrm>
          <a:off x="0" y="208819"/>
          <a:ext cx="1566141" cy="939684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2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dirty="0" smtClean="0">
              <a:solidFill>
                <a:schemeClr val="tx1"/>
              </a:solidFill>
            </a:rPr>
            <a:t>(1)</a:t>
          </a:r>
          <a:r>
            <a:rPr lang="zh-CN" sz="1600" dirty="0" smtClean="0">
              <a:solidFill>
                <a:schemeClr val="tx1"/>
              </a:solidFill>
            </a:rPr>
            <a:t>在演示文稿中嵌入、编辑和播放视频。</a:t>
          </a:r>
          <a:endParaRPr lang="zh-CN" sz="1600" dirty="0">
            <a:solidFill>
              <a:schemeClr val="tx1"/>
            </a:solidFill>
          </a:endParaRPr>
        </a:p>
      </dsp:txBody>
      <dsp:txXfrm>
        <a:off x="0" y="208819"/>
        <a:ext cx="1566141" cy="939684"/>
      </dsp:txXfrm>
    </dsp:sp>
    <dsp:sp modelId="{BD3B31F1-2487-460E-8728-E9AD8BC7BDC2}">
      <dsp:nvSpPr>
        <dsp:cNvPr id="4" name="右箭头 3"/>
        <dsp:cNvSpPr/>
      </dsp:nvSpPr>
      <dsp:spPr bwMode="white">
        <a:xfrm>
          <a:off x="1713358" y="484460"/>
          <a:ext cx="332022" cy="388403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3">
          <a:schemeClr val="accent2"/>
        </a:fillRef>
        <a:effectRef idx="3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200">
            <a:solidFill>
              <a:schemeClr val="tx1"/>
            </a:solidFill>
          </a:endParaRPr>
        </a:p>
      </dsp:txBody>
      <dsp:txXfrm>
        <a:off x="1713358" y="484460"/>
        <a:ext cx="332022" cy="388403"/>
      </dsp:txXfrm>
    </dsp:sp>
    <dsp:sp modelId="{53B5627E-ECCE-4592-A468-C6AB9ED1D8BF}">
      <dsp:nvSpPr>
        <dsp:cNvPr id="5" name="圆角矩形 4"/>
        <dsp:cNvSpPr/>
      </dsp:nvSpPr>
      <dsp:spPr bwMode="white">
        <a:xfrm>
          <a:off x="2192597" y="208819"/>
          <a:ext cx="1566141" cy="939684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3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dirty="0" smtClean="0">
              <a:solidFill>
                <a:schemeClr val="tx1"/>
              </a:solidFill>
            </a:rPr>
            <a:t>(2)</a:t>
          </a:r>
          <a:r>
            <a:rPr lang="zh-CN" sz="1600" dirty="0" smtClean="0">
              <a:solidFill>
                <a:schemeClr val="tx1"/>
              </a:solidFill>
            </a:rPr>
            <a:t>剪裁音频或视频剪辑。</a:t>
          </a:r>
          <a:endParaRPr lang="zh-CN" sz="1600" dirty="0">
            <a:solidFill>
              <a:schemeClr val="tx1"/>
            </a:solidFill>
          </a:endParaRPr>
        </a:p>
      </dsp:txBody>
      <dsp:txXfrm>
        <a:off x="2192597" y="208819"/>
        <a:ext cx="1566141" cy="939684"/>
      </dsp:txXfrm>
    </dsp:sp>
    <dsp:sp modelId="{52F8F149-15AC-49E9-A629-7A62A8D07493}">
      <dsp:nvSpPr>
        <dsp:cNvPr id="6" name="右箭头 5"/>
        <dsp:cNvSpPr/>
      </dsp:nvSpPr>
      <dsp:spPr bwMode="white">
        <a:xfrm>
          <a:off x="3905955" y="484460"/>
          <a:ext cx="332022" cy="388403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3">
          <a:schemeClr val="accent3"/>
        </a:fillRef>
        <a:effectRef idx="3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200">
            <a:solidFill>
              <a:schemeClr val="tx1"/>
            </a:solidFill>
          </a:endParaRPr>
        </a:p>
      </dsp:txBody>
      <dsp:txXfrm>
        <a:off x="3905955" y="484460"/>
        <a:ext cx="332022" cy="388403"/>
      </dsp:txXfrm>
    </dsp:sp>
    <dsp:sp modelId="{83A270CA-3177-48A7-B0C4-323A735F8227}">
      <dsp:nvSpPr>
        <dsp:cNvPr id="7" name="圆角矩形 6"/>
        <dsp:cNvSpPr/>
      </dsp:nvSpPr>
      <dsp:spPr bwMode="white">
        <a:xfrm>
          <a:off x="4385194" y="208819"/>
          <a:ext cx="1566141" cy="939684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4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dirty="0" smtClean="0">
              <a:solidFill>
                <a:schemeClr val="tx1"/>
              </a:solidFill>
            </a:rPr>
            <a:t>(3)</a:t>
          </a:r>
          <a:r>
            <a:rPr lang="zh-CN" sz="1600" dirty="0" smtClean="0">
              <a:solidFill>
                <a:schemeClr val="tx1"/>
              </a:solidFill>
            </a:rPr>
            <a:t>对图片应用艺术纹理和效果。</a:t>
          </a:r>
          <a:endParaRPr lang="zh-CN" sz="1600" dirty="0">
            <a:solidFill>
              <a:schemeClr val="tx1"/>
            </a:solidFill>
          </a:endParaRPr>
        </a:p>
      </dsp:txBody>
      <dsp:txXfrm>
        <a:off x="4385194" y="208819"/>
        <a:ext cx="1566141" cy="939684"/>
      </dsp:txXfrm>
    </dsp:sp>
    <dsp:sp modelId="{DE4E3DCC-1F57-486A-B3C1-97608D05A8D5}">
      <dsp:nvSpPr>
        <dsp:cNvPr id="8" name="右箭头 7"/>
        <dsp:cNvSpPr/>
      </dsp:nvSpPr>
      <dsp:spPr bwMode="white">
        <a:xfrm>
          <a:off x="6098552" y="484460"/>
          <a:ext cx="332022" cy="388403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3">
          <a:schemeClr val="accent4"/>
        </a:fillRef>
        <a:effectRef idx="3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200">
            <a:solidFill>
              <a:schemeClr val="tx1"/>
            </a:solidFill>
          </a:endParaRPr>
        </a:p>
      </dsp:txBody>
      <dsp:txXfrm>
        <a:off x="6098552" y="484460"/>
        <a:ext cx="332022" cy="388403"/>
      </dsp:txXfrm>
    </dsp:sp>
    <dsp:sp modelId="{64A63B4B-181C-4FF4-A25B-CE388FFE4EF3}">
      <dsp:nvSpPr>
        <dsp:cNvPr id="9" name="圆角矩形 8"/>
        <dsp:cNvSpPr/>
      </dsp:nvSpPr>
      <dsp:spPr bwMode="white">
        <a:xfrm>
          <a:off x="6577791" y="208819"/>
          <a:ext cx="1566141" cy="939684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5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dirty="0" smtClean="0">
              <a:solidFill>
                <a:schemeClr val="tx1"/>
              </a:solidFill>
            </a:rPr>
            <a:t>(4)</a:t>
          </a:r>
          <a:r>
            <a:rPr lang="zh-CN" sz="1600" dirty="0" smtClean="0">
              <a:solidFill>
                <a:schemeClr val="tx1"/>
              </a:solidFill>
            </a:rPr>
            <a:t>在两个对象</a:t>
          </a:r>
          <a:r>
            <a:rPr lang="en-US" sz="1600" dirty="0" smtClean="0">
              <a:solidFill>
                <a:schemeClr val="tx1"/>
              </a:solidFill>
            </a:rPr>
            <a:t>(</a:t>
          </a:r>
          <a:r>
            <a:rPr lang="zh-CN" sz="1600" dirty="0" smtClean="0">
              <a:solidFill>
                <a:schemeClr val="tx1"/>
              </a:solidFill>
            </a:rPr>
            <a:t>文本或形状</a:t>
          </a:r>
          <a:r>
            <a:rPr lang="en-US" sz="1600" dirty="0" smtClean="0">
              <a:solidFill>
                <a:schemeClr val="tx1"/>
              </a:solidFill>
            </a:rPr>
            <a:t>)</a:t>
          </a:r>
          <a:r>
            <a:rPr lang="zh-CN" sz="1600" dirty="0" smtClean="0">
              <a:solidFill>
                <a:schemeClr val="tx1"/>
              </a:solidFill>
            </a:rPr>
            <a:t>之间复制和粘贴动画效果。</a:t>
          </a:r>
          <a:endParaRPr lang="zh-CN" sz="1600" dirty="0">
            <a:solidFill>
              <a:schemeClr val="tx1"/>
            </a:solidFill>
          </a:endParaRPr>
        </a:p>
      </dsp:txBody>
      <dsp:txXfrm>
        <a:off x="6577791" y="208819"/>
        <a:ext cx="1566141" cy="9396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643866" cy="1338828"/>
        <a:chOff x="0" y="0"/>
        <a:chExt cx="7643866" cy="1338828"/>
      </a:xfrm>
    </dsp:grpSpPr>
    <dsp:sp modelId="{90DA6E32-61FB-47A6-A3D0-5ED8DE142387}">
      <dsp:nvSpPr>
        <dsp:cNvPr id="3" name="圆角矩形 2"/>
        <dsp:cNvSpPr/>
      </dsp:nvSpPr>
      <dsp:spPr bwMode="white">
        <a:xfrm>
          <a:off x="0" y="65951"/>
          <a:ext cx="2011544" cy="1206926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2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smtClean="0"/>
            <a:t>(1)</a:t>
          </a:r>
          <a:r>
            <a:rPr lang="zh-CN" sz="1600" smtClean="0"/>
            <a:t>轻松携带演示文稿以实现共享。</a:t>
          </a:r>
          <a:endParaRPr lang="zh-CN" sz="1600" dirty="0"/>
        </a:p>
      </dsp:txBody>
      <dsp:txXfrm>
        <a:off x="0" y="65951"/>
        <a:ext cx="2011544" cy="1206926"/>
      </dsp:txXfrm>
    </dsp:sp>
    <dsp:sp modelId="{4A21B4C4-ECE9-4292-9ED5-9D4E978C35DF}">
      <dsp:nvSpPr>
        <dsp:cNvPr id="4" name="右箭头 3"/>
        <dsp:cNvSpPr/>
      </dsp:nvSpPr>
      <dsp:spPr bwMode="white">
        <a:xfrm>
          <a:off x="2200629" y="419983"/>
          <a:ext cx="426447" cy="498863"/>
        </a:xfrm>
        <a:prstGeom prst="rightArrow">
          <a:avLst>
            <a:gd name="adj1" fmla="val 60000"/>
            <a:gd name="adj2" fmla="val 50000"/>
          </a:avLst>
        </a:prstGeom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200">
            <a:solidFill>
              <a:schemeClr val="tx1"/>
            </a:solidFill>
          </a:endParaRPr>
        </a:p>
      </dsp:txBody>
      <dsp:txXfrm>
        <a:off x="2200629" y="419983"/>
        <a:ext cx="426447" cy="498863"/>
      </dsp:txXfrm>
    </dsp:sp>
    <dsp:sp modelId="{57E3AFF7-987D-42FB-B9EA-4B164C93ADCA}">
      <dsp:nvSpPr>
        <dsp:cNvPr id="5" name="圆角矩形 4"/>
        <dsp:cNvSpPr/>
      </dsp:nvSpPr>
      <dsp:spPr bwMode="white">
        <a:xfrm>
          <a:off x="2816161" y="65951"/>
          <a:ext cx="2011544" cy="1206926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2">
            <a:hueOff val="600000"/>
            <a:satOff val="6667"/>
            <a:lumOff val="-4117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smtClean="0"/>
            <a:t>(2)</a:t>
          </a:r>
          <a:r>
            <a:rPr lang="zh-CN" sz="1600" smtClean="0"/>
            <a:t>将演示文稿转换为视频。</a:t>
          </a:r>
          <a:endParaRPr lang="zh-CN" sz="1600" dirty="0"/>
        </a:p>
      </dsp:txBody>
      <dsp:txXfrm>
        <a:off x="2816161" y="65951"/>
        <a:ext cx="2011544" cy="1206926"/>
      </dsp:txXfrm>
    </dsp:sp>
    <dsp:sp modelId="{B627691D-286E-4E4C-80BC-30C577AE3BFB}">
      <dsp:nvSpPr>
        <dsp:cNvPr id="6" name="右箭头 5"/>
        <dsp:cNvSpPr/>
      </dsp:nvSpPr>
      <dsp:spPr bwMode="white">
        <a:xfrm>
          <a:off x="5016790" y="419983"/>
          <a:ext cx="426447" cy="498863"/>
        </a:xfrm>
        <a:prstGeom prst="rightArrow">
          <a:avLst>
            <a:gd name="adj1" fmla="val 60000"/>
            <a:gd name="adj2" fmla="val 50000"/>
          </a:avLst>
        </a:prstGeom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lt1"/>
        </a:lnRef>
        <a:fillRef idx="1">
          <a:schemeClr val="accent2">
            <a:hueOff val="1200000"/>
            <a:satOff val="13333"/>
            <a:lumOff val="-8234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200">
            <a:solidFill>
              <a:schemeClr val="tx1"/>
            </a:solidFill>
          </a:endParaRPr>
        </a:p>
      </dsp:txBody>
      <dsp:txXfrm>
        <a:off x="5016790" y="419983"/>
        <a:ext cx="426447" cy="498863"/>
      </dsp:txXfrm>
    </dsp:sp>
    <dsp:sp modelId="{A746847A-AEB9-4D3D-975A-D371469E1725}">
      <dsp:nvSpPr>
        <dsp:cNvPr id="7" name="圆角矩形 6"/>
        <dsp:cNvSpPr/>
      </dsp:nvSpPr>
      <dsp:spPr bwMode="white">
        <a:xfrm>
          <a:off x="5632322" y="65951"/>
          <a:ext cx="2011544" cy="1206926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2">
            <a:hueOff val="1200000"/>
            <a:satOff val="13333"/>
            <a:lumOff val="-8234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smtClean="0"/>
            <a:t>(3)</a:t>
          </a:r>
          <a:r>
            <a:rPr lang="zh-CN" sz="1600" smtClean="0"/>
            <a:t>确定并解决辅助功能问题。</a:t>
          </a:r>
          <a:endParaRPr lang="zh-CN" sz="1600" dirty="0"/>
        </a:p>
      </dsp:txBody>
      <dsp:txXfrm>
        <a:off x="5632322" y="65951"/>
        <a:ext cx="2011544" cy="12069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BC719-7C55-4B95-8FD5-639CCFF772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microsoft.com/office/2007/relationships/diagramDrawing" Target="../diagrams/drawing2.xml"/><Relationship Id="rId7" Type="http://schemas.openxmlformats.org/officeDocument/2006/relationships/diagramColors" Target="../diagrams/colors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diagramData" Target="../diagrams/data4.xml"/><Relationship Id="rId8" Type="http://schemas.microsoft.com/office/2007/relationships/diagramDrawing" Target="../diagrams/drawing3.xml"/><Relationship Id="rId7" Type="http://schemas.openxmlformats.org/officeDocument/2006/relationships/diagramColors" Target="../diagrams/colors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4" Type="http://schemas.openxmlformats.org/officeDocument/2006/relationships/slideLayout" Target="../slideLayouts/slideLayout2.xml"/><Relationship Id="rId13" Type="http://schemas.microsoft.com/office/2007/relationships/diagramDrawing" Target="../diagrams/drawing4.xml"/><Relationship Id="rId12" Type="http://schemas.openxmlformats.org/officeDocument/2006/relationships/diagramColors" Target="../diagrams/colors4.xml"/><Relationship Id="rId11" Type="http://schemas.openxmlformats.org/officeDocument/2006/relationships/diagramQuickStyle" Target="../diagrams/quickStyle4.xml"/><Relationship Id="rId10" Type="http://schemas.openxmlformats.org/officeDocument/2006/relationships/diagramLayout" Target="../diagrams/layout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/>
          <p:cNvGraphicFramePr/>
          <p:nvPr/>
        </p:nvGraphicFramePr>
        <p:xfrm>
          <a:off x="3791744" y="2276872"/>
          <a:ext cx="6172200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912" y="188640"/>
            <a:ext cx="51845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zh-CN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5A0.EPS" descr="id:214749538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381356" y="1571612"/>
            <a:ext cx="6215106" cy="48577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920" y="26638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pic>
        <p:nvPicPr>
          <p:cNvPr id="7" name="知识导论.EPS" descr="id:2147495373;FounderCES"/>
          <p:cNvPicPr/>
          <p:nvPr/>
        </p:nvPicPr>
        <p:blipFill>
          <a:blip r:embed="rId5"/>
          <a:stretch>
            <a:fillRect/>
          </a:stretch>
        </p:blipFill>
        <p:spPr>
          <a:xfrm>
            <a:off x="1952596" y="2214554"/>
            <a:ext cx="1928826" cy="6429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4990" y="30067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5.1</a:t>
            </a:r>
            <a:r>
              <a:rPr lang="zh-CN" altLang="en-US" dirty="0" smtClean="0"/>
              <a:t>　</a:t>
            </a:r>
            <a:r>
              <a:rPr lang="en-US" dirty="0" smtClean="0"/>
              <a:t>PowerPoint</a:t>
            </a:r>
            <a:r>
              <a:rPr lang="zh-CN" altLang="en-US" dirty="0" smtClean="0"/>
              <a:t>基本知识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了解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的基本功能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掌握两到三种启动和退出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的方法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清楚知道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窗口的组成部分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并能够准确找到各个功能区。</a:t>
            </a:r>
            <a:endParaRPr lang="zh-CN" altLang="en-US" sz="2000" dirty="0"/>
          </a:p>
        </p:txBody>
      </p:sp>
      <p:pic>
        <p:nvPicPr>
          <p:cNvPr id="10" name="学习目标.EPS" descr="id:2147495395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238348" y="2500306"/>
            <a:ext cx="1785950" cy="571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915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5.1.1</a:t>
            </a:r>
            <a:r>
              <a:rPr lang="zh-CN" altLang="en-US" sz="2000" dirty="0" smtClean="0"/>
              <a:t>　</a:t>
            </a:r>
            <a:r>
              <a:rPr lang="en-US" sz="2000" dirty="0" smtClean="0"/>
              <a:t>PowerPoint 2010</a:t>
            </a:r>
            <a:r>
              <a:rPr lang="zh-CN" altLang="en-US" sz="2000" dirty="0" smtClean="0"/>
              <a:t>的新功能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 PowerPoint</a:t>
            </a:r>
            <a:r>
              <a:rPr lang="zh-CN" altLang="en-US" sz="2000" dirty="0" smtClean="0"/>
              <a:t>是当前最流行的演示文稿软件。利用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创建的演示文稿可以在投影仪或者计算机上进行演示。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创建、管理并与他人协作处理演示文稿</a:t>
            </a:r>
            <a:endParaRPr lang="zh-CN" altLang="en-US" sz="2000" dirty="0" smtClean="0"/>
          </a:p>
        </p:txBody>
      </p:sp>
      <p:graphicFrame>
        <p:nvGraphicFramePr>
          <p:cNvPr id="7" name="图示 6"/>
          <p:cNvGraphicFramePr/>
          <p:nvPr/>
        </p:nvGraphicFramePr>
        <p:xfrm>
          <a:off x="2238348" y="3830943"/>
          <a:ext cx="7143800" cy="2169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519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使用视频、图片和动画丰富演示文稿</a:t>
            </a:r>
            <a:endParaRPr lang="en-US" altLang="zh-CN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更有效地提供和共享演示文稿</a:t>
            </a:r>
            <a:endParaRPr lang="zh-CN" altLang="en-US" sz="2000" dirty="0" smtClean="0"/>
          </a:p>
        </p:txBody>
      </p:sp>
      <p:graphicFrame>
        <p:nvGraphicFramePr>
          <p:cNvPr id="7" name="图示 6"/>
          <p:cNvGraphicFramePr/>
          <p:nvPr/>
        </p:nvGraphicFramePr>
        <p:xfrm>
          <a:off x="2024034" y="2214553"/>
          <a:ext cx="8143932" cy="1357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0" name="图示 9"/>
          <p:cNvGraphicFramePr/>
          <p:nvPr/>
        </p:nvGraphicFramePr>
        <p:xfrm>
          <a:off x="2166910" y="4857760"/>
          <a:ext cx="7643866" cy="133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787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5.1.2</a:t>
            </a:r>
            <a:r>
              <a:rPr lang="zh-CN" altLang="en-US" sz="2000" dirty="0" smtClean="0"/>
              <a:t>　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的启动和退出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[</a:t>
            </a:r>
            <a:r>
              <a:rPr lang="zh-CN" altLang="en-US" sz="2000" dirty="0" smtClean="0"/>
              <a:t>操作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启动</a:t>
            </a:r>
            <a:r>
              <a:rPr lang="en-US" sz="2000" dirty="0" smtClean="0"/>
              <a:t>]</a:t>
            </a:r>
            <a:endParaRPr lang="zh-CN" altLang="en-US" sz="2000" dirty="0"/>
          </a:p>
        </p:txBody>
      </p:sp>
      <p:pic>
        <p:nvPicPr>
          <p:cNvPr id="6" name="5a1.jpg" descr="id:2147495449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3309918" y="2643182"/>
            <a:ext cx="5214974" cy="335758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06444" y="6215082"/>
            <a:ext cx="253746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PowerPoint</a:t>
            </a:r>
            <a:r>
              <a:rPr lang="zh-CN" altLang="en-US" sz="1600" dirty="0" smtClean="0"/>
              <a:t>主窗口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3755" y="28035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5.2</a:t>
            </a:r>
            <a:r>
              <a:rPr lang="zh-CN" altLang="en-US" dirty="0" smtClean="0"/>
              <a:t>　</a:t>
            </a:r>
            <a:r>
              <a:rPr lang="en-US" dirty="0" smtClean="0"/>
              <a:t>PowerPoint</a:t>
            </a:r>
            <a:r>
              <a:rPr lang="zh-CN" altLang="en-US" dirty="0" smtClean="0"/>
              <a:t>基本操作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掌握新建空白演示文稿和根据模板新建演示文稿两种操作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熟悉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的几种常用视图模式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并能够根据具体情况选择相应的视图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熟悉幻灯片内置版式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并能够对幻灯片版式进行灵活的调整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能够熟练地向幻灯片内插入各种多媒体对象。</a:t>
            </a:r>
            <a:endParaRPr lang="zh-CN" altLang="en-US" sz="2000" dirty="0"/>
          </a:p>
        </p:txBody>
      </p:sp>
      <p:pic>
        <p:nvPicPr>
          <p:cNvPr id="6" name="学习目标.EPS" descr="id:2147495464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095472" y="2500306"/>
            <a:ext cx="2071702" cy="5000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5.2.1</a:t>
            </a:r>
            <a:r>
              <a:rPr lang="zh-CN" altLang="en-US" sz="2000" dirty="0" smtClean="0"/>
              <a:t>　新建演示文稿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新建空白演示文稿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/>
              <a:t>       </a:t>
            </a:r>
            <a:r>
              <a:rPr lang="zh-CN" altLang="en-US" sz="2000" dirty="0" smtClean="0"/>
              <a:t>单击快速访问工具栏上的</a:t>
            </a:r>
            <a:r>
              <a:rPr lang="en-US" sz="2000" dirty="0" smtClean="0"/>
              <a:t> ,</a:t>
            </a:r>
            <a:r>
              <a:rPr lang="zh-CN" altLang="en-US" sz="2000" dirty="0" smtClean="0"/>
              <a:t>或单击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文件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新建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空白演示文稿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即可建立一个空白的演示文稿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5—2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pic>
        <p:nvPicPr>
          <p:cNvPr id="7" name="5a2.jpg" descr="id:2147495494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7108" y="3643314"/>
            <a:ext cx="4429156" cy="264320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618672" y="6345816"/>
            <a:ext cx="26047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</a:t>
            </a:r>
            <a:r>
              <a:rPr lang="zh-CN" altLang="en-US" sz="1600" dirty="0" smtClean="0"/>
              <a:t>　新建空白演示文稿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根据模板创建演示文稿</a:t>
            </a:r>
            <a:endParaRPr lang="zh-CN" altLang="en-US" sz="2000" dirty="0" smtClean="0"/>
          </a:p>
          <a:p>
            <a:pPr>
              <a:lnSpc>
                <a:spcPct val="110000"/>
              </a:lnSpc>
              <a:buNone/>
            </a:pPr>
            <a:r>
              <a:rPr lang="zh-CN" altLang="en-US" sz="2000" dirty="0" smtClean="0"/>
              <a:t>      单击</a:t>
            </a:r>
            <a:r>
              <a:rPr lang="en-US" sz="2000" dirty="0" smtClean="0"/>
              <a:t> “</a:t>
            </a:r>
            <a:r>
              <a:rPr lang="zh-CN" altLang="en-US" sz="2000" dirty="0" smtClean="0"/>
              <a:t>文件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新建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样本模板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在样本模板中选择所需要的模板样式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创建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即可根据所选模板样式建立一个带有设计格式的演示文稿。如图</a:t>
            </a:r>
            <a:r>
              <a:rPr lang="en-US" sz="2000" dirty="0" smtClean="0"/>
              <a:t>5—3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创建了一个培训新员工的演示文稿。</a:t>
            </a:r>
            <a:endParaRPr lang="zh-CN" altLang="en-US" sz="2000" dirty="0" smtClean="0"/>
          </a:p>
        </p:txBody>
      </p:sp>
      <p:sp>
        <p:nvSpPr>
          <p:cNvPr id="8" name="矩形 7"/>
          <p:cNvSpPr/>
          <p:nvPr/>
        </p:nvSpPr>
        <p:spPr>
          <a:xfrm>
            <a:off x="4595802" y="6143644"/>
            <a:ext cx="30111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5—3</a:t>
            </a:r>
            <a:r>
              <a:rPr lang="zh-CN" altLang="en-US" sz="1600" dirty="0" smtClean="0"/>
              <a:t>　根据模板新建演示文稿</a:t>
            </a:r>
            <a:endParaRPr lang="zh-CN" altLang="en-US" sz="1600" dirty="0"/>
          </a:p>
        </p:txBody>
      </p:sp>
      <p:pic>
        <p:nvPicPr>
          <p:cNvPr id="10" name="5a3.jpg" descr="id:2147495509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0050" y="3143248"/>
            <a:ext cx="3714776" cy="285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5.2.2</a:t>
            </a:r>
            <a:r>
              <a:rPr lang="zh-CN" altLang="en-US" sz="2000" dirty="0" smtClean="0"/>
              <a:t>　视图与版式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幻灯片视图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普通视图。是主要的编辑视图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可用于撰写和设计演示文稿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5—4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5095868" y="6143644"/>
            <a:ext cx="17919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5—4</a:t>
            </a:r>
            <a:r>
              <a:rPr lang="zh-CN" altLang="en-US" sz="1600" dirty="0" smtClean="0"/>
              <a:t>　普通视图</a:t>
            </a:r>
            <a:endParaRPr lang="zh-CN" altLang="en-US" sz="1600" dirty="0"/>
          </a:p>
        </p:txBody>
      </p:sp>
      <p:pic>
        <p:nvPicPr>
          <p:cNvPr id="11" name="5a4.jpg" descr="id:2147495539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4024298" y="3357562"/>
            <a:ext cx="3602160" cy="241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幻灯片浏览。可查看缩略图形式的幻灯片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5—5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738678" y="6143644"/>
            <a:ext cx="19951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5—5</a:t>
            </a:r>
            <a:r>
              <a:rPr lang="zh-CN" altLang="en-US" sz="1600" dirty="0" smtClean="0"/>
              <a:t>　幻灯片视图</a:t>
            </a:r>
            <a:endParaRPr lang="zh-CN" altLang="en-US" sz="1600" dirty="0"/>
          </a:p>
        </p:txBody>
      </p:sp>
      <p:pic>
        <p:nvPicPr>
          <p:cNvPr id="10" name="5a5.jpg" descr="id:2147495546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84" y="2571744"/>
            <a:ext cx="3929090" cy="3143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(3)</a:t>
            </a:r>
            <a:r>
              <a:rPr lang="zh-CN" altLang="en-US" sz="2000" dirty="0" smtClean="0"/>
              <a:t>阅读视图。阅读视图用于用自己的计算机放映演示文稿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5—6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912801" y="6143644"/>
            <a:ext cx="17919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5—6</a:t>
            </a:r>
            <a:r>
              <a:rPr lang="zh-CN" altLang="en-US" sz="1600" dirty="0" smtClean="0"/>
              <a:t>　阅读视图</a:t>
            </a:r>
            <a:endParaRPr lang="zh-CN" altLang="en-US" sz="1600" dirty="0"/>
          </a:p>
        </p:txBody>
      </p:sp>
      <p:pic>
        <p:nvPicPr>
          <p:cNvPr id="11" name="5a6.jpg" descr="id:2147495553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81422" y="2428868"/>
            <a:ext cx="3857652" cy="34290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/>
              <a:t>(4)</a:t>
            </a:r>
            <a:r>
              <a:rPr lang="zh-CN" altLang="en-US" sz="2000" dirty="0" smtClean="0"/>
              <a:t>幻灯片放映视图。如图</a:t>
            </a:r>
            <a:r>
              <a:rPr lang="en-US" sz="2000" dirty="0" smtClean="0"/>
              <a:t>5—7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912801" y="6143644"/>
            <a:ext cx="19951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5—7</a:t>
            </a:r>
            <a:r>
              <a:rPr lang="zh-CN" altLang="en-US" sz="1600" dirty="0" smtClean="0"/>
              <a:t>　幻灯片放映</a:t>
            </a:r>
            <a:endParaRPr lang="zh-CN" altLang="en-US" sz="1600" dirty="0"/>
          </a:p>
        </p:txBody>
      </p:sp>
      <p:pic>
        <p:nvPicPr>
          <p:cNvPr id="10" name="5a7.jpg" descr="id:2147495560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7108" y="2786058"/>
            <a:ext cx="4500594" cy="29289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/>
              <a:t>(5)</a:t>
            </a:r>
            <a:r>
              <a:rPr lang="zh-CN" altLang="en-US" sz="2000" dirty="0" smtClean="0"/>
              <a:t>备注页。备注窗格位于幻灯片窗格下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5—8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912801" y="6143644"/>
            <a:ext cx="19951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5—8</a:t>
            </a:r>
            <a:r>
              <a:rPr lang="zh-CN" altLang="en-US" sz="1600" dirty="0" smtClean="0"/>
              <a:t>　备注页视图</a:t>
            </a:r>
            <a:endParaRPr lang="zh-CN" altLang="en-US" sz="1600" dirty="0"/>
          </a:p>
        </p:txBody>
      </p:sp>
      <p:pic>
        <p:nvPicPr>
          <p:cNvPr id="11" name="5a8.jpg" descr="id:2147495567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5670" y="2214554"/>
            <a:ext cx="4214842" cy="36433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最常用的母版视图是幻灯片母版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视图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幻灯片母版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则呈现如图</a:t>
            </a:r>
            <a:r>
              <a:rPr lang="en-US" sz="2000" dirty="0" smtClean="0"/>
              <a:t>5—9</a:t>
            </a:r>
            <a:r>
              <a:rPr lang="zh-CN" altLang="en-US" sz="2000" dirty="0" smtClean="0"/>
              <a:t>所示的显示效果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912801" y="6143644"/>
            <a:ext cx="19951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5—9</a:t>
            </a:r>
            <a:r>
              <a:rPr lang="zh-CN" altLang="en-US" sz="1600" dirty="0" smtClean="0"/>
              <a:t>　幻灯片母版</a:t>
            </a:r>
            <a:endParaRPr lang="zh-CN" altLang="en-US" sz="1600" dirty="0"/>
          </a:p>
        </p:txBody>
      </p:sp>
      <p:pic>
        <p:nvPicPr>
          <p:cNvPr id="10" name="5a9.jpg" descr="id:2147495581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5670" y="2714620"/>
            <a:ext cx="4357718" cy="32861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幻灯片的版式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占位符是版式中的容器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可容纳如文本</a:t>
            </a:r>
            <a:r>
              <a:rPr lang="en-US" sz="2000" dirty="0" smtClean="0"/>
              <a:t>(</a:t>
            </a:r>
            <a:r>
              <a:rPr lang="zh-CN" altLang="en-US" sz="2000" dirty="0" smtClean="0"/>
              <a:t>包括正文文本、项目符号列表和标题</a:t>
            </a:r>
            <a:r>
              <a:rPr lang="en-US" sz="2000" dirty="0" smtClean="0"/>
              <a:t>)</a:t>
            </a:r>
            <a:r>
              <a:rPr lang="zh-CN" altLang="en-US" sz="2000" dirty="0" smtClean="0"/>
              <a:t>、表格、图表、</a:t>
            </a:r>
            <a:r>
              <a:rPr lang="en-US" sz="2000" dirty="0" smtClean="0"/>
              <a:t>SmartArt </a:t>
            </a:r>
            <a:r>
              <a:rPr lang="zh-CN" altLang="en-US" sz="2000" dirty="0" smtClean="0"/>
              <a:t>图形、影片、声音、图片及剪贴画等内容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5—10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240304" y="6143644"/>
            <a:ext cx="35204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5—10</a:t>
            </a:r>
            <a:r>
              <a:rPr lang="zh-CN" altLang="en-US" sz="1600" dirty="0" smtClean="0"/>
              <a:t>　幻灯片版式中可添加的元素</a:t>
            </a:r>
            <a:endParaRPr lang="zh-CN" altLang="en-US" sz="1600" dirty="0"/>
          </a:p>
        </p:txBody>
      </p:sp>
      <p:pic>
        <p:nvPicPr>
          <p:cNvPr id="11" name="5a10.jpg" descr="id:2147495596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1488" y="3643314"/>
            <a:ext cx="3143272" cy="22145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图</a:t>
            </a:r>
            <a:r>
              <a:rPr lang="en-US" sz="2000" dirty="0" smtClean="0"/>
              <a:t>5—11</a:t>
            </a:r>
            <a:r>
              <a:rPr lang="zh-CN" altLang="en-US" sz="2000" dirty="0" smtClean="0"/>
              <a:t>中列出了 </a:t>
            </a:r>
            <a:r>
              <a:rPr lang="en-US" sz="2000" dirty="0" smtClean="0"/>
              <a:t>PowerPoint </a:t>
            </a:r>
            <a:r>
              <a:rPr lang="zh-CN" altLang="en-US" sz="2000" dirty="0" smtClean="0"/>
              <a:t>中内置的幻灯片版式。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890776" y="6143644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5—11</a:t>
            </a:r>
            <a:r>
              <a:rPr lang="zh-CN" altLang="en-US" sz="1600" dirty="0" smtClean="0"/>
              <a:t>　幻灯片版式</a:t>
            </a:r>
            <a:endParaRPr lang="zh-CN" altLang="en-US" sz="1600" dirty="0"/>
          </a:p>
        </p:txBody>
      </p:sp>
      <p:pic>
        <p:nvPicPr>
          <p:cNvPr id="10" name="5a11.jpg" descr="id:2147495603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2926" y="2357430"/>
            <a:ext cx="2882520" cy="356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r>
              <a:rPr lang="en-US" sz="2000" dirty="0" smtClean="0"/>
              <a:t>5.2.3</a:t>
            </a:r>
            <a:r>
              <a:rPr lang="zh-CN" altLang="en-US" sz="2000" dirty="0" smtClean="0"/>
              <a:t>　幻灯片的编辑</a:t>
            </a:r>
            <a:endParaRPr lang="zh-CN" alt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幻灯片文字编辑</a:t>
            </a:r>
            <a:endParaRPr lang="zh-CN" altLang="en-US" sz="2000" dirty="0" smtClean="0"/>
          </a:p>
          <a:p>
            <a:pPr>
              <a:buNone/>
            </a:pPr>
            <a:r>
              <a:rPr lang="zh-CN" altLang="en-US" sz="2000" dirty="0" smtClean="0"/>
              <a:t>      在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幻灯片上的所有字符都要输入到文本框中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每张幻灯片的文本框中都有相关的提示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这些提示称为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占位符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。</a:t>
            </a:r>
            <a:endParaRPr lang="zh-CN" alt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插入对象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使用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图像</a:t>
            </a:r>
            <a:r>
              <a:rPr lang="en-US" sz="2000" dirty="0" smtClean="0"/>
              <a:t>(</a:t>
            </a:r>
            <a:r>
              <a:rPr lang="zh-CN" altLang="en-US" sz="2000" dirty="0" smtClean="0"/>
              <a:t>插图</a:t>
            </a:r>
            <a:r>
              <a:rPr lang="en-US" sz="2000" dirty="0" smtClean="0"/>
              <a:t>)”</a:t>
            </a:r>
            <a:r>
              <a:rPr lang="zh-CN" altLang="en-US" sz="2000" dirty="0" smtClean="0"/>
              <a:t>功能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5—12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可以向幻灯片中插入图片、剪贴画、屏幕截图、各种形状、</a:t>
            </a:r>
            <a:r>
              <a:rPr lang="en-US" sz="2000" dirty="0" smtClean="0"/>
              <a:t>SmartArt</a:t>
            </a:r>
            <a:r>
              <a:rPr lang="zh-CN" altLang="en-US" sz="2000" dirty="0" smtClean="0"/>
              <a:t>、图表等。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5167399" y="6305156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5—12</a:t>
            </a:r>
            <a:r>
              <a:rPr lang="zh-CN" altLang="en-US" sz="1600" dirty="0" smtClean="0"/>
              <a:t>　插入对象</a:t>
            </a:r>
            <a:endParaRPr lang="zh-CN" altLang="en-US" sz="1600" dirty="0"/>
          </a:p>
        </p:txBody>
      </p:sp>
      <p:pic>
        <p:nvPicPr>
          <p:cNvPr id="11" name="5a12.jpg" descr="id:2147495634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4232" y="4500570"/>
            <a:ext cx="5214974" cy="15716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插入媒体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除了可以向幻灯片插入图形图像外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还可以插入音视频媒体元素。</a:t>
            </a:r>
            <a:r>
              <a:rPr lang="en-US" sz="2000" dirty="0" smtClean="0"/>
              <a:t>[</a:t>
            </a:r>
            <a:r>
              <a:rPr lang="zh-CN" altLang="en-US" sz="2000" dirty="0" smtClean="0"/>
              <a:t>操作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插入视频</a:t>
            </a:r>
            <a:r>
              <a:rPr lang="en-US" sz="2000" dirty="0" smtClean="0"/>
              <a:t>]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5167399" y="6305156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5—13</a:t>
            </a:r>
            <a:r>
              <a:rPr lang="zh-CN" altLang="en-US" sz="1600" dirty="0" smtClean="0"/>
              <a:t>　插入视频</a:t>
            </a:r>
            <a:endParaRPr lang="zh-CN" altLang="en-US" sz="1600" dirty="0"/>
          </a:p>
        </p:txBody>
      </p:sp>
      <p:pic>
        <p:nvPicPr>
          <p:cNvPr id="10" name="5a13.jpg" descr="id:2147495656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7108" y="3286124"/>
            <a:ext cx="4214842" cy="27146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用鼠标单击视频窗口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在如图</a:t>
            </a:r>
            <a:r>
              <a:rPr lang="en-US" sz="2000" dirty="0" smtClean="0"/>
              <a:t>5—14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播放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选项卡中可以选择相应的功能设置视频播放效果。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452926" y="5786454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5—14</a:t>
            </a:r>
            <a:r>
              <a:rPr lang="zh-CN" altLang="en-US" sz="1600" dirty="0" smtClean="0"/>
              <a:t>　视频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播放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选项卡</a:t>
            </a:r>
            <a:endParaRPr lang="zh-CN" altLang="en-US" sz="1600" dirty="0"/>
          </a:p>
        </p:txBody>
      </p:sp>
      <p:pic>
        <p:nvPicPr>
          <p:cNvPr id="11" name="5a14.jpg" descr="id:2147495663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666976" y="3286124"/>
            <a:ext cx="6786610" cy="19288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 [</a:t>
            </a:r>
            <a:r>
              <a:rPr lang="zh-CN" altLang="en-US" sz="2000" dirty="0" smtClean="0"/>
              <a:t>操作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插入音频</a:t>
            </a:r>
            <a:r>
              <a:rPr lang="en-US" sz="2000" dirty="0" smtClean="0"/>
              <a:t>]</a:t>
            </a:r>
            <a:r>
              <a:rPr lang="zh-CN" altLang="en-US" sz="2000" dirty="0" smtClean="0"/>
              <a:t>单击该图标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可以在如图</a:t>
            </a:r>
            <a:r>
              <a:rPr lang="en-US" sz="2000" dirty="0" smtClean="0"/>
              <a:t>5—15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播放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选项卡中设置音频播放效果。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452926" y="5786454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5—15</a:t>
            </a:r>
            <a:r>
              <a:rPr lang="zh-CN" altLang="en-US" sz="1600" dirty="0" smtClean="0"/>
              <a:t>　音频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播放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选项卡</a:t>
            </a:r>
            <a:endParaRPr lang="zh-CN" altLang="en-US" sz="1600" dirty="0"/>
          </a:p>
        </p:txBody>
      </p:sp>
      <p:pic>
        <p:nvPicPr>
          <p:cNvPr id="10" name="5a15.jpg" descr="id:2147495677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666976" y="3143248"/>
            <a:ext cx="7000924" cy="21431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幻灯片的复制、移动、排序、删除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选择要进行操作的幻灯片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单击鼠标右键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在弹出的快捷菜单中可以选择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剪切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复制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删除幻灯片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完成移动、复制、删除操作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5—16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7739077" y="3929066"/>
            <a:ext cx="428625" cy="2413000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5—16</a:t>
            </a:r>
            <a:r>
              <a:rPr lang="zh-CN" altLang="en-US" sz="1600" dirty="0" smtClean="0"/>
              <a:t>　幻灯片右键菜单</a:t>
            </a:r>
            <a:endParaRPr lang="zh-CN" altLang="en-US" sz="1600" dirty="0"/>
          </a:p>
        </p:txBody>
      </p:sp>
      <p:pic>
        <p:nvPicPr>
          <p:cNvPr id="11" name="5a16.jpg" descr="id:2147495692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24496" y="3214686"/>
            <a:ext cx="1928826" cy="33575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8186766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5.3</a:t>
            </a:r>
            <a:r>
              <a:rPr lang="zh-CN" altLang="en-US" dirty="0" smtClean="0"/>
              <a:t>　演示文稿的设计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学会使用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提供的主题或背景设置功能进行幻灯片的设计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掌握向幻灯片中添加页眉、页脚的方法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熟练掌握设计演示文稿动画的方法。</a:t>
            </a:r>
            <a:endParaRPr lang="zh-CN" altLang="en-US" sz="2000" dirty="0"/>
          </a:p>
        </p:txBody>
      </p:sp>
      <p:pic>
        <p:nvPicPr>
          <p:cNvPr id="10" name="学习目标.EPS" descr="id:2147495707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166910" y="2428868"/>
            <a:ext cx="1785950" cy="5715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5.3.1</a:t>
            </a:r>
            <a:r>
              <a:rPr lang="zh-CN" altLang="en-US" sz="2000" dirty="0" smtClean="0"/>
              <a:t>　幻灯片主题设置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 PowerPoint 2010</a:t>
            </a:r>
            <a:r>
              <a:rPr lang="zh-CN" altLang="en-US" sz="2000" dirty="0" smtClean="0"/>
              <a:t>提供了很多主题配色方案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帮助用户美化演示文稿的效果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当然用户也可以自己设计幻灯片背景或样式。单击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设计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在如图</a:t>
            </a:r>
            <a:r>
              <a:rPr lang="en-US" sz="2000" dirty="0" smtClean="0"/>
              <a:t>5—17</a:t>
            </a:r>
            <a:r>
              <a:rPr lang="zh-CN" altLang="en-US" sz="2000" dirty="0" smtClean="0"/>
              <a:t>所示的功能区中选择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主题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功能组中的培训方案可进行幻灯片背景、字体样式的设计。在如图</a:t>
            </a:r>
            <a:r>
              <a:rPr lang="en-US" sz="2000" dirty="0" smtClean="0"/>
              <a:t>5—18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颜色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下拉列表中可选择配色方案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在如图</a:t>
            </a:r>
            <a:r>
              <a:rPr lang="en-US" sz="2000" dirty="0" smtClean="0"/>
              <a:t>5—19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字体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下拉列表中可选择字体组合方案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在如图</a:t>
            </a:r>
            <a:r>
              <a:rPr lang="en-US" sz="2000" dirty="0" smtClean="0"/>
              <a:t>5—20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效果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下拉列表中可以选择幻灯片切换方案。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pic>
        <p:nvPicPr>
          <p:cNvPr id="7" name="5a17.jpg" descr="id:2147495722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952728" y="1357298"/>
            <a:ext cx="5786478" cy="14287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595802" y="3000372"/>
            <a:ext cx="22682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5—17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设计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选项卡</a:t>
            </a:r>
            <a:endParaRPr lang="zh-CN" altLang="en-US" sz="1600" dirty="0"/>
          </a:p>
        </p:txBody>
      </p:sp>
      <p:pic>
        <p:nvPicPr>
          <p:cNvPr id="10" name="5a18.jpg" descr="id:2147495729;FounderCE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38348" y="3000396"/>
            <a:ext cx="1357322" cy="37861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738546" y="6305156"/>
            <a:ext cx="14884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5—18</a:t>
            </a:r>
            <a:r>
              <a:rPr lang="zh-CN" altLang="en-US" sz="1600" dirty="0" smtClean="0"/>
              <a:t>　颜色</a:t>
            </a:r>
            <a:endParaRPr lang="zh-CN" altLang="en-US" sz="1600" dirty="0"/>
          </a:p>
        </p:txBody>
      </p:sp>
      <p:pic>
        <p:nvPicPr>
          <p:cNvPr id="12" name="5a19.jpg" descr="id:2147495736;FounderCES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10446" y="3071810"/>
            <a:ext cx="1522080" cy="353196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577768" y="6305156"/>
            <a:ext cx="14884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5—19</a:t>
            </a:r>
            <a:r>
              <a:rPr lang="zh-CN" altLang="en-US" sz="1600" dirty="0" smtClean="0"/>
              <a:t>　字体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8" name="矩形 7"/>
          <p:cNvSpPr/>
          <p:nvPr/>
        </p:nvSpPr>
        <p:spPr>
          <a:xfrm>
            <a:off x="5095961" y="6162280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5—20</a:t>
            </a:r>
            <a:r>
              <a:rPr lang="zh-CN" altLang="en-US" sz="1600" dirty="0" smtClean="0"/>
              <a:t>　切换效果</a:t>
            </a:r>
            <a:endParaRPr lang="zh-CN" altLang="en-US" sz="1600" dirty="0"/>
          </a:p>
        </p:txBody>
      </p:sp>
      <p:pic>
        <p:nvPicPr>
          <p:cNvPr id="14" name="5a20.jpg" descr="id:2147495743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52860" y="1500174"/>
            <a:ext cx="4000528" cy="435771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5.3.2</a:t>
            </a:r>
            <a:r>
              <a:rPr lang="zh-CN" altLang="en-US" sz="2000" dirty="0" smtClean="0"/>
              <a:t>　幻灯片页眉与页脚操作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文本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页面和页脚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会弹出如图</a:t>
            </a:r>
            <a:r>
              <a:rPr lang="en-US" sz="2000" dirty="0" smtClean="0"/>
              <a:t>5—21</a:t>
            </a:r>
            <a:r>
              <a:rPr lang="zh-CN" altLang="en-US" sz="2000" dirty="0" smtClean="0"/>
              <a:t>所示的对话框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在对话框中选中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日期和时间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幻灯片编号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可在幻灯片中添加日期和编号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选中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页脚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则可以在页脚处输入字符。</a:t>
            </a:r>
            <a:endParaRPr lang="zh-CN" altLang="en-US" sz="2000" dirty="0"/>
          </a:p>
        </p:txBody>
      </p:sp>
      <p:pic>
        <p:nvPicPr>
          <p:cNvPr id="6" name="5a21.jpg" descr="id:2147495758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0050" y="3571876"/>
            <a:ext cx="3357586" cy="257176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436359" y="6345816"/>
            <a:ext cx="28778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5—21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页眉和页脚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5.3.3</a:t>
            </a:r>
            <a:r>
              <a:rPr lang="zh-CN" altLang="en-US" sz="2000" dirty="0" smtClean="0"/>
              <a:t>　动画效果设计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创建进入和退出动画效果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选择要设计动画的文本或对象。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动画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添加动画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按钮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在如图</a:t>
            </a:r>
            <a:r>
              <a:rPr lang="en-US" sz="2000" dirty="0" smtClean="0"/>
              <a:t>5—22</a:t>
            </a:r>
            <a:r>
              <a:rPr lang="zh-CN" altLang="en-US" sz="2000" dirty="0" smtClean="0"/>
              <a:t>所示的下拉列表中选择一个动画效果。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(3)</a:t>
            </a:r>
            <a:r>
              <a:rPr lang="zh-CN" altLang="en-US" sz="2000" dirty="0" smtClean="0"/>
              <a:t>若要更改所选文本的动画方式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效果选项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然后单击要具有动画效果的对象。每个动画效果对应的效果选项会有所不同。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(4)</a:t>
            </a:r>
            <a:r>
              <a:rPr lang="zh-CN" altLang="en-US" sz="2000" dirty="0" smtClean="0"/>
              <a:t>若要指定效果计时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动画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选项卡上使用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计时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组中的命令。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8" name="矩形 7"/>
          <p:cNvSpPr/>
          <p:nvPr/>
        </p:nvSpPr>
        <p:spPr>
          <a:xfrm>
            <a:off x="4828468" y="6162280"/>
            <a:ext cx="23012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5—22</a:t>
            </a:r>
            <a:r>
              <a:rPr lang="zh-CN" altLang="en-US" sz="1600" dirty="0" smtClean="0"/>
              <a:t>　动画效果列表</a:t>
            </a:r>
            <a:endParaRPr lang="zh-CN" altLang="en-US" sz="1600" dirty="0"/>
          </a:p>
        </p:txBody>
      </p:sp>
      <p:pic>
        <p:nvPicPr>
          <p:cNvPr id="7" name="5a22.jpg" descr="id:2147495781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7174" y="1714488"/>
            <a:ext cx="3429024" cy="421484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对动画文本和对象应用声音效果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动画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高级动画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组中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动画窗格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找到要向其添加声音的效果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单击向下箭头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在如图</a:t>
            </a:r>
            <a:r>
              <a:rPr lang="en-US" sz="2000" dirty="0" smtClean="0"/>
              <a:t>5—23</a:t>
            </a:r>
            <a:r>
              <a:rPr lang="zh-CN" altLang="en-US" sz="2000" dirty="0" smtClean="0"/>
              <a:t>所示的下拉列表中选择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效果选项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(3)</a:t>
            </a:r>
            <a:r>
              <a:rPr lang="zh-CN" altLang="en-US" sz="2000" dirty="0" smtClean="0"/>
              <a:t>在如图</a:t>
            </a:r>
            <a:r>
              <a:rPr lang="en-US" sz="2000" dirty="0" smtClean="0"/>
              <a:t>5—24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效果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增强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功能下面的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声音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框中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单击箭头打开列表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单击列表中的一个声音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然后单击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确定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(4)</a:t>
            </a:r>
            <a:r>
              <a:rPr lang="zh-CN" altLang="en-US" sz="2000" dirty="0" smtClean="0"/>
              <a:t>单击     </a:t>
            </a:r>
            <a:r>
              <a:rPr lang="en-US" sz="2000" dirty="0" smtClean="0"/>
              <a:t> </a:t>
            </a:r>
            <a:r>
              <a:rPr lang="zh-CN" altLang="en-US" sz="2000" dirty="0" smtClean="0"/>
              <a:t>可调节音量。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(5)</a:t>
            </a:r>
            <a:r>
              <a:rPr lang="zh-CN" altLang="en-US" sz="2000" dirty="0" smtClean="0"/>
              <a:t>要预览应用到幻灯片的所有动画和声音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请在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动画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窗格中单击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播放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pic>
        <p:nvPicPr>
          <p:cNvPr id="6" name="5a24a.jpg" descr="id:2147495810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67042" y="5238306"/>
            <a:ext cx="428628" cy="33383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8" name="矩形 7"/>
          <p:cNvSpPr/>
          <p:nvPr/>
        </p:nvSpPr>
        <p:spPr>
          <a:xfrm>
            <a:off x="3095604" y="6162280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5—23</a:t>
            </a:r>
            <a:r>
              <a:rPr lang="zh-CN" altLang="en-US" sz="1600" dirty="0" smtClean="0"/>
              <a:t>　动画窗格</a:t>
            </a:r>
            <a:endParaRPr lang="zh-CN" altLang="en-US" sz="1600" dirty="0"/>
          </a:p>
        </p:txBody>
      </p:sp>
      <p:pic>
        <p:nvPicPr>
          <p:cNvPr id="9" name="5a23.jpg" descr="id:2147495796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6976" y="1928802"/>
            <a:ext cx="2571768" cy="3500462"/>
          </a:xfrm>
          <a:prstGeom prst="rect">
            <a:avLst/>
          </a:prstGeom>
        </p:spPr>
      </p:pic>
      <p:pic>
        <p:nvPicPr>
          <p:cNvPr id="10" name="5a24.jpg" descr="id:2147495803;FounderCE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1686" y="2357430"/>
            <a:ext cx="3929090" cy="264320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169130" y="6162280"/>
            <a:ext cx="32651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5—24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圆形扩展</a:t>
            </a:r>
            <a:r>
              <a:rPr lang="en-US" sz="1600" dirty="0" smtClean="0"/>
              <a:t>—</a:t>
            </a:r>
            <a:r>
              <a:rPr lang="zh-CN" altLang="en-US" sz="1600" dirty="0" smtClean="0"/>
              <a:t>效果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对文本或对象应用动作路径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单击要向其添加动作路径的对象或文本。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动画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添加动画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的下拉列表中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选择如图</a:t>
            </a:r>
            <a:r>
              <a:rPr lang="en-US" sz="2000" dirty="0" smtClean="0"/>
              <a:t>5—25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动作路径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效果。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(3)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自定义路径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pic>
        <p:nvPicPr>
          <p:cNvPr id="7" name="5a25.jpg" descr="id:2147495825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3524232" y="4286256"/>
            <a:ext cx="4500594" cy="157163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81554" y="6090842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5—25</a:t>
            </a:r>
            <a:r>
              <a:rPr lang="zh-CN" altLang="en-US" sz="1600" dirty="0" smtClean="0"/>
              <a:t>　动作路径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幻灯片切换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对于每张幻灯片之间的切换效果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可使用如图</a:t>
            </a:r>
            <a:r>
              <a:rPr lang="en-US" sz="2000" dirty="0" smtClean="0"/>
              <a:t>5—26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切换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选项卡中提供的切换效果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并可设置声音、持续时间、换片方式。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881554" y="6090842"/>
            <a:ext cx="22682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5—26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切换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选项卡</a:t>
            </a:r>
            <a:endParaRPr lang="zh-CN" altLang="en-US" sz="1600" dirty="0"/>
          </a:p>
        </p:txBody>
      </p:sp>
      <p:pic>
        <p:nvPicPr>
          <p:cNvPr id="10" name="5a26.jpg" descr="id:2147495840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881290" y="3643314"/>
            <a:ext cx="7000924" cy="164307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8186766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5.4</a:t>
            </a:r>
            <a:r>
              <a:rPr lang="zh-CN" altLang="en-US" dirty="0" smtClean="0"/>
              <a:t>　演示文稿的放映与打印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了解幻灯片放映方式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并能够熟练使用菜单或快捷键进行幻灯片放映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掌握保存、打印、发送演示文稿的方法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能够在打印演示文稿时进行版式的设置、颜色的调整。</a:t>
            </a:r>
            <a:endParaRPr lang="zh-CN" altLang="en-US" sz="2000" dirty="0"/>
          </a:p>
        </p:txBody>
      </p:sp>
      <p:pic>
        <p:nvPicPr>
          <p:cNvPr id="11" name="学习目标.EPS" descr="id:2147495855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166910" y="2500306"/>
            <a:ext cx="1857388" cy="50006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5.4.1</a:t>
            </a:r>
            <a:r>
              <a:rPr lang="zh-CN" altLang="en-US" sz="2000" dirty="0" smtClean="0"/>
              <a:t>　演示文稿的放映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放映方式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幻灯片放映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从头放映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5—27</a:t>
            </a:r>
            <a:r>
              <a:rPr lang="zh-CN" altLang="en-US" sz="2000" dirty="0" smtClean="0"/>
              <a:t>所示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881554" y="6090842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5—27</a:t>
            </a:r>
            <a:r>
              <a:rPr lang="zh-CN" altLang="en-US" sz="1600" dirty="0" smtClean="0"/>
              <a:t>　幻灯片放映</a:t>
            </a:r>
            <a:endParaRPr lang="zh-CN" altLang="en-US" sz="1600" dirty="0"/>
          </a:p>
        </p:txBody>
      </p:sp>
      <p:pic>
        <p:nvPicPr>
          <p:cNvPr id="10" name="5a27.jpg" descr="id:2147495878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166910" y="3643314"/>
            <a:ext cx="7572428" cy="17859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自定义放映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幻灯片放映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设置幻灯片放映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在弹出的如图</a:t>
            </a:r>
            <a:r>
              <a:rPr lang="en-US" sz="2000" dirty="0" smtClean="0"/>
              <a:t>5—28</a:t>
            </a:r>
            <a:r>
              <a:rPr lang="zh-CN" altLang="en-US" sz="2000" dirty="0" smtClean="0"/>
              <a:t>所示的对话框内可设置放映类型、放映选项、放映范围、换片方式等。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4667240" y="6090842"/>
            <a:ext cx="23012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5—28</a:t>
            </a:r>
            <a:r>
              <a:rPr lang="zh-CN" altLang="en-US" sz="1600" dirty="0" smtClean="0"/>
              <a:t>　设置放映方式</a:t>
            </a:r>
            <a:endParaRPr lang="zh-CN" altLang="en-US" sz="1600" dirty="0"/>
          </a:p>
        </p:txBody>
      </p:sp>
      <p:pic>
        <p:nvPicPr>
          <p:cNvPr id="11" name="5a28.jpg" descr="id:2147495893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95736" y="3357562"/>
            <a:ext cx="3357586" cy="235745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5.4.2</a:t>
            </a:r>
            <a:r>
              <a:rPr lang="zh-CN" altLang="en-US" sz="2000" dirty="0" smtClean="0"/>
              <a:t>　演示文稿的保存、打印与发送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保存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文件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保存或另存为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将打开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另存为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可选择保存的位置、保存的文件类型。在如图</a:t>
            </a:r>
            <a:r>
              <a:rPr lang="en-US" sz="2000" dirty="0" smtClean="0"/>
              <a:t>5—29</a:t>
            </a:r>
            <a:r>
              <a:rPr lang="zh-CN" altLang="en-US" sz="2000" dirty="0" smtClean="0"/>
              <a:t>所示的列表中列出了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可保存的文件类型。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3952860" y="6090842"/>
            <a:ext cx="23012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5—29</a:t>
            </a:r>
            <a:r>
              <a:rPr lang="zh-CN" altLang="en-US" sz="1600" dirty="0" smtClean="0"/>
              <a:t>　保存文件类型</a:t>
            </a:r>
            <a:endParaRPr lang="zh-CN" altLang="en-US" sz="1600" dirty="0"/>
          </a:p>
        </p:txBody>
      </p:sp>
      <p:pic>
        <p:nvPicPr>
          <p:cNvPr id="10" name="5a29.jpg" descr="id:2147495916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52" y="3714752"/>
            <a:ext cx="3242160" cy="28972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打印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文件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打印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在打开的如图</a:t>
            </a:r>
            <a:r>
              <a:rPr lang="en-US" sz="2000" dirty="0" smtClean="0"/>
              <a:t>5—30</a:t>
            </a:r>
            <a:r>
              <a:rPr lang="zh-CN" altLang="en-US" sz="2000" dirty="0" smtClean="0"/>
              <a:t>所示的页面中可进行打印选项的设置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在打印版式列表中提供了多种幻灯片打印的版式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5—31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3309918" y="6376594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5—30</a:t>
            </a:r>
            <a:r>
              <a:rPr lang="zh-CN" altLang="en-US" sz="1600" dirty="0" smtClean="0"/>
              <a:t>　打印选项</a:t>
            </a:r>
            <a:endParaRPr lang="zh-CN" altLang="en-US" sz="1600" dirty="0"/>
          </a:p>
        </p:txBody>
      </p:sp>
      <p:pic>
        <p:nvPicPr>
          <p:cNvPr id="11" name="5a30.jpg" descr="id:2147495931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2166910" y="4000504"/>
            <a:ext cx="4321800" cy="2201040"/>
          </a:xfrm>
          <a:prstGeom prst="rect">
            <a:avLst/>
          </a:prstGeom>
        </p:spPr>
      </p:pic>
      <p:pic>
        <p:nvPicPr>
          <p:cNvPr id="12" name="5a31.jpg" descr="id:2147495938;FounderCE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53256" y="3571876"/>
            <a:ext cx="2649600" cy="254736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7596291" y="6376594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5—31</a:t>
            </a:r>
            <a:r>
              <a:rPr lang="zh-CN" altLang="en-US" sz="1600" dirty="0" smtClean="0"/>
              <a:t>　打印版式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保存并发送</a:t>
            </a:r>
            <a:endParaRPr lang="zh-CN" altLang="en-US" sz="2000" dirty="0" smtClean="0"/>
          </a:p>
          <a:p>
            <a:pPr>
              <a:lnSpc>
                <a:spcPct val="110000"/>
              </a:lnSpc>
              <a:buNone/>
            </a:pPr>
            <a:r>
              <a:rPr lang="en-US" sz="2000" dirty="0" smtClean="0"/>
              <a:t>      PowerPoint 2010</a:t>
            </a:r>
            <a:r>
              <a:rPr lang="zh-CN" altLang="en-US" sz="2000" dirty="0" smtClean="0"/>
              <a:t>中提供了保存并发送到多个渠道的方式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文件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保存并发送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在如图</a:t>
            </a:r>
            <a:r>
              <a:rPr lang="en-US" sz="2000" dirty="0" smtClean="0"/>
              <a:t>5—32</a:t>
            </a:r>
            <a:r>
              <a:rPr lang="zh-CN" altLang="en-US" sz="2000" dirty="0" smtClean="0"/>
              <a:t>所示的页面中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使用电子邮件发送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保存到</a:t>
            </a:r>
            <a:r>
              <a:rPr lang="en-US" sz="2000" dirty="0" smtClean="0"/>
              <a:t>Web”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保存到</a:t>
            </a:r>
            <a:r>
              <a:rPr lang="en-US" sz="2000" dirty="0" smtClean="0"/>
              <a:t>SharePoint”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广播幻灯片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发布幻灯片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并可同时选择要创建的文件类型。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5095868" y="6376594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5—32</a:t>
            </a:r>
            <a:r>
              <a:rPr lang="zh-CN" altLang="en-US" sz="1600" dirty="0" smtClean="0"/>
              <a:t>　保存并发送</a:t>
            </a:r>
            <a:endParaRPr lang="zh-CN" altLang="en-US" sz="1600" dirty="0"/>
          </a:p>
        </p:txBody>
      </p:sp>
      <p:pic>
        <p:nvPicPr>
          <p:cNvPr id="10" name="5a32.jpg" descr="id:2147495953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4167174" y="3500438"/>
            <a:ext cx="3786214" cy="271464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习　题</a:t>
            </a:r>
            <a:endParaRPr lang="zh-CN" alt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一、简答题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1.PowerPoint 2010</a:t>
            </a:r>
            <a:r>
              <a:rPr lang="zh-CN" altLang="en-US" sz="2000" dirty="0" smtClean="0"/>
              <a:t>提供的幻灯片版式有哪几种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要对幻灯片进行移动和排序操作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使用哪种视图模式更方便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3.PowerPoint 2010</a:t>
            </a:r>
            <a:r>
              <a:rPr lang="zh-CN" altLang="en-US" sz="2000" dirty="0" smtClean="0"/>
              <a:t>中主要的编辑视图是哪种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4.PowerPoint 2010</a:t>
            </a:r>
            <a:r>
              <a:rPr lang="zh-CN" altLang="en-US" sz="2000" dirty="0" smtClean="0"/>
              <a:t>提供了哪几种幻灯片母版</a:t>
            </a:r>
            <a:r>
              <a:rPr lang="en-US" sz="2000" dirty="0" smtClean="0"/>
              <a:t>?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二、操作题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按要求完成下述操作</a:t>
            </a:r>
            <a:r>
              <a:rPr lang="en-US" sz="2000" dirty="0" smtClean="0"/>
              <a:t>: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样式模板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方式新建演示文稿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选择样式模板中的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项目状态报告</a:t>
            </a:r>
            <a:r>
              <a:rPr lang="en-US" sz="2000" dirty="0" smtClean="0"/>
              <a:t>”;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在演示文稿的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设计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中选择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波形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配色方案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在演示文稿的第</a:t>
            </a:r>
            <a:r>
              <a:rPr lang="en-US" sz="2000" dirty="0" smtClean="0"/>
              <a:t>3</a:t>
            </a:r>
            <a:r>
              <a:rPr lang="zh-CN" altLang="en-US" sz="2000" dirty="0" smtClean="0"/>
              <a:t>张幻灯片中插入一段视频</a:t>
            </a:r>
            <a:r>
              <a:rPr lang="en-US" sz="2000" dirty="0" smtClean="0"/>
              <a:t>(</a:t>
            </a:r>
            <a:r>
              <a:rPr lang="zh-CN" altLang="en-US" sz="2000" dirty="0" smtClean="0"/>
              <a:t>自选</a:t>
            </a:r>
            <a:r>
              <a:rPr lang="en-US" sz="2000" dirty="0" smtClean="0"/>
              <a:t>);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向幻灯片中输入内容后保存为</a:t>
            </a:r>
            <a:r>
              <a:rPr lang="en-US" sz="2000" dirty="0" smtClean="0"/>
              <a:t>“.pdf”</a:t>
            </a:r>
            <a:r>
              <a:rPr lang="zh-CN" altLang="en-US" sz="2000" dirty="0" smtClean="0"/>
              <a:t>格式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5.</a:t>
            </a:r>
            <a:r>
              <a:rPr lang="zh-CN" altLang="en-US" sz="2000" dirty="0" smtClean="0"/>
              <a:t>打印幻灯片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每页打印</a:t>
            </a:r>
            <a:r>
              <a:rPr lang="en-US" sz="2000" dirty="0" smtClean="0"/>
              <a:t>4</a:t>
            </a:r>
            <a:r>
              <a:rPr lang="zh-CN" altLang="en-US" sz="2000" dirty="0" smtClean="0"/>
              <a:t>张水平放置的幻灯片。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三、单选题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1.PowerPoint 2010</a:t>
            </a:r>
            <a:r>
              <a:rPr lang="zh-CN" altLang="en-US" sz="2000" dirty="0" smtClean="0"/>
              <a:t>文件的默认扩展名为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A. ppsx	B. ppt	C. pptx	D. pps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2.PowerPoint 2010</a:t>
            </a:r>
            <a:r>
              <a:rPr lang="zh-CN" altLang="en-US" sz="2000" dirty="0" smtClean="0"/>
              <a:t>中使用的主要编辑视图是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A.</a:t>
            </a:r>
            <a:r>
              <a:rPr lang="zh-CN" altLang="en-US" sz="2000" dirty="0" smtClean="0"/>
              <a:t>浏览视图</a:t>
            </a:r>
            <a:r>
              <a:rPr lang="en-US" sz="2000" dirty="0" smtClean="0"/>
              <a:t>	B.</a:t>
            </a:r>
            <a:r>
              <a:rPr lang="zh-CN" altLang="en-US" sz="2000" dirty="0" smtClean="0"/>
              <a:t>普通视图</a:t>
            </a:r>
            <a:r>
              <a:rPr lang="en-US" sz="2000" dirty="0" smtClean="0"/>
              <a:t>	C.</a:t>
            </a:r>
            <a:r>
              <a:rPr lang="zh-CN" altLang="en-US" sz="2000" dirty="0" smtClean="0"/>
              <a:t>阅读视图</a:t>
            </a:r>
            <a:r>
              <a:rPr lang="en-US" sz="2000" dirty="0" smtClean="0"/>
              <a:t>	D.</a:t>
            </a:r>
            <a:r>
              <a:rPr lang="zh-CN" altLang="en-US" sz="2000" dirty="0" smtClean="0"/>
              <a:t>备注页视图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浏览视图下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按住</a:t>
            </a:r>
            <a:r>
              <a:rPr lang="en-US" sz="2000" dirty="0" smtClean="0"/>
              <a:t>Ctrl</a:t>
            </a:r>
            <a:r>
              <a:rPr lang="zh-CN" altLang="en-US" sz="2000" dirty="0" smtClean="0"/>
              <a:t>键并拖动某幻灯片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完成的操作是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A.</a:t>
            </a:r>
            <a:r>
              <a:rPr lang="zh-CN" altLang="en-US" sz="2000" dirty="0" smtClean="0"/>
              <a:t>移动幻灯片</a:t>
            </a:r>
            <a:r>
              <a:rPr lang="en-US" sz="2000" dirty="0" smtClean="0"/>
              <a:t>	B.</a:t>
            </a:r>
            <a:r>
              <a:rPr lang="zh-CN" altLang="en-US" sz="2000" dirty="0" smtClean="0"/>
              <a:t>复制幻灯片</a:t>
            </a:r>
            <a:r>
              <a:rPr lang="en-US" sz="2000" dirty="0" smtClean="0"/>
              <a:t>	C.</a:t>
            </a:r>
            <a:r>
              <a:rPr lang="zh-CN" altLang="en-US" sz="2000" dirty="0" smtClean="0"/>
              <a:t>删除幻灯片</a:t>
            </a:r>
            <a:r>
              <a:rPr lang="en-US" sz="2000" dirty="0" smtClean="0"/>
              <a:t>	D.</a:t>
            </a:r>
            <a:r>
              <a:rPr lang="zh-CN" altLang="en-US" sz="2000" dirty="0" smtClean="0"/>
              <a:t>插入新幻灯片</a:t>
            </a:r>
            <a:endParaRPr lang="en-US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3200" dirty="0" smtClean="0"/>
              <a:t>……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PowerPoint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电子演示文稿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89441" name="4a7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80975" cy="104775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901014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三、单选题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1.PowerPoint 2010</a:t>
            </a:r>
            <a:r>
              <a:rPr lang="zh-CN" altLang="en-US" sz="2000" dirty="0" smtClean="0"/>
              <a:t>文件的默认扩展名为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A. ppsx	B. ppt	C. pptx	D. pps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2.PowerPoint 2010</a:t>
            </a:r>
            <a:r>
              <a:rPr lang="zh-CN" altLang="en-US" sz="2000" dirty="0" smtClean="0"/>
              <a:t>中使用的主要编辑视图是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A.</a:t>
            </a:r>
            <a:r>
              <a:rPr lang="zh-CN" altLang="en-US" sz="2000" dirty="0" smtClean="0"/>
              <a:t>浏览视图</a:t>
            </a:r>
            <a:r>
              <a:rPr lang="en-US" sz="2000" dirty="0" smtClean="0"/>
              <a:t>	B.</a:t>
            </a:r>
            <a:r>
              <a:rPr lang="zh-CN" altLang="en-US" sz="2000" dirty="0" smtClean="0"/>
              <a:t>普通视图</a:t>
            </a:r>
            <a:r>
              <a:rPr lang="en-US" sz="2000" dirty="0" smtClean="0"/>
              <a:t>	C.</a:t>
            </a:r>
            <a:r>
              <a:rPr lang="zh-CN" altLang="en-US" sz="2000" dirty="0" smtClean="0"/>
              <a:t>阅读视图</a:t>
            </a:r>
            <a:r>
              <a:rPr lang="en-US" sz="2000" dirty="0" smtClean="0"/>
              <a:t>	D.</a:t>
            </a:r>
            <a:r>
              <a:rPr lang="zh-CN" altLang="en-US" sz="2000" dirty="0" smtClean="0"/>
              <a:t>备注页视图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PowerPoint</a:t>
            </a:r>
            <a:r>
              <a:rPr lang="zh-CN" altLang="en-US" sz="2000" dirty="0" smtClean="0"/>
              <a:t>浏览视图下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按住</a:t>
            </a:r>
            <a:r>
              <a:rPr lang="en-US" sz="2000" dirty="0" smtClean="0"/>
              <a:t>Ctrl</a:t>
            </a:r>
            <a:r>
              <a:rPr lang="zh-CN" altLang="en-US" sz="2000" dirty="0" smtClean="0"/>
              <a:t>键并拖动某幻灯片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完成的操作是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A.</a:t>
            </a:r>
            <a:r>
              <a:rPr lang="zh-CN" altLang="en-US" sz="2000" dirty="0" smtClean="0"/>
              <a:t>移动幻灯片</a:t>
            </a:r>
            <a:r>
              <a:rPr lang="en-US" sz="2000" dirty="0" smtClean="0"/>
              <a:t>	B.</a:t>
            </a:r>
            <a:r>
              <a:rPr lang="zh-CN" altLang="en-US" sz="2000" dirty="0" smtClean="0"/>
              <a:t>复制幻灯片</a:t>
            </a:r>
            <a:r>
              <a:rPr lang="en-US" sz="2000" dirty="0" smtClean="0"/>
              <a:t>	C.</a:t>
            </a:r>
            <a:r>
              <a:rPr lang="zh-CN" altLang="en-US" sz="2000" dirty="0" smtClean="0"/>
              <a:t>删除幻灯片</a:t>
            </a:r>
            <a:r>
              <a:rPr lang="en-US" sz="2000" dirty="0" smtClean="0"/>
              <a:t>	D.</a:t>
            </a:r>
            <a:r>
              <a:rPr lang="zh-CN" altLang="en-US" sz="2000" dirty="0" smtClean="0"/>
              <a:t>插入新幻灯片</a:t>
            </a:r>
            <a:endParaRPr lang="en-US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3200" dirty="0" smtClean="0"/>
              <a:t>……</a:t>
            </a:r>
            <a:endParaRPr lang="zh-CN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4948</Words>
  <Application>WPS 演示</Application>
  <PresentationFormat>宽屏</PresentationFormat>
  <Paragraphs>313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Arial</vt:lpstr>
      <vt:lpstr>宋体</vt:lpstr>
      <vt:lpstr>Wingdings</vt:lpstr>
      <vt:lpstr>Arial Unicode MS</vt:lpstr>
      <vt:lpstr>Calibri</vt:lpstr>
      <vt:lpstr>微软雅黑</vt:lpstr>
      <vt:lpstr>方正姚体</vt:lpstr>
      <vt:lpstr>WPS</vt:lpstr>
      <vt:lpstr>PowerPoint 演示文稿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  <vt:lpstr>第5章    PowerPoint电子演示文稿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18900819605</cp:lastModifiedBy>
  <cp:revision>6</cp:revision>
  <dcterms:created xsi:type="dcterms:W3CDTF">2023-08-09T12:44:00Z</dcterms:created>
  <dcterms:modified xsi:type="dcterms:W3CDTF">2025-02-12T15:32:37Z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