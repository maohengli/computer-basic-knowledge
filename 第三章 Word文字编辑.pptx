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57866A-81D8-435D-A157-3367722211F8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0192AC8-43E3-4FF5-BF2A-87982BAF281B}">
      <dgm:prSet/>
      <dgm:spPr/>
      <dgm:t>
        <a:bodyPr/>
        <a:lstStyle/>
        <a:p>
          <a:pPr rtl="0"/>
          <a:r>
            <a:rPr lang="zh-CN" b="1" baseline="0" dirty="0" smtClean="0"/>
            <a:t>计算机应用基础</a:t>
          </a:r>
          <a:endParaRPr lang="zh-CN" b="1" baseline="0" dirty="0"/>
        </a:p>
      </dgm:t>
    </dgm:pt>
    <dgm:pt modelId="{C4E4E130-DCB0-428A-9FE5-22BBBE910632}" cxnId="{5429AF45-1512-4598-A42E-4AC4E8485839}" type="parTrans">
      <dgm:prSet/>
      <dgm:spPr/>
      <dgm:t>
        <a:bodyPr/>
        <a:lstStyle/>
        <a:p>
          <a:endParaRPr lang="zh-CN" altLang="en-US"/>
        </a:p>
      </dgm:t>
    </dgm:pt>
    <dgm:pt modelId="{1BC3EF03-A09B-4381-B408-FE7B1882FC32}" cxnId="{5429AF45-1512-4598-A42E-4AC4E8485839}" type="sibTrans">
      <dgm:prSet/>
      <dgm:spPr/>
      <dgm:t>
        <a:bodyPr/>
        <a:lstStyle/>
        <a:p>
          <a:endParaRPr lang="zh-CN" altLang="en-US"/>
        </a:p>
      </dgm:t>
    </dgm:pt>
    <dgm:pt modelId="{6F362D5F-0BCD-44B4-A7B1-B3D64175853D}" type="pres">
      <dgm:prSet presAssocID="{1B57866A-81D8-435D-A157-3367722211F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7527EBF-0E0A-4225-BED5-15810BA395FC}" type="pres">
      <dgm:prSet presAssocID="{F0192AC8-43E3-4FF5-BF2A-87982BAF281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F225CA3-4BE6-4838-BD2C-E27B259528E6}" type="presOf" srcId="{1B57866A-81D8-435D-A157-3367722211F8}" destId="{6F362D5F-0BCD-44B4-A7B1-B3D64175853D}" srcOrd="0" destOrd="0" presId="urn:microsoft.com/office/officeart/2005/8/layout/vList2"/>
    <dgm:cxn modelId="{5429AF45-1512-4598-A42E-4AC4E8485839}" srcId="{1B57866A-81D8-435D-A157-3367722211F8}" destId="{F0192AC8-43E3-4FF5-BF2A-87982BAF281B}" srcOrd="0" destOrd="0" parTransId="{C4E4E130-DCB0-428A-9FE5-22BBBE910632}" sibTransId="{1BC3EF03-A09B-4381-B408-FE7B1882FC32}"/>
    <dgm:cxn modelId="{F164CD36-7D63-4D81-8FA8-91497452450D}" type="presOf" srcId="{F0192AC8-43E3-4FF5-BF2A-87982BAF281B}" destId="{97527EBF-0E0A-4225-BED5-15810BA395FC}" srcOrd="0" destOrd="0" presId="urn:microsoft.com/office/officeart/2005/8/layout/vList2"/>
    <dgm:cxn modelId="{500DE62B-56FB-4020-BAC1-0C1105E5CE35}" type="presParOf" srcId="{6F362D5F-0BCD-44B4-A7B1-B3D64175853D}" destId="{97527EBF-0E0A-4225-BED5-15810BA395F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6DBAF0-AAF0-42E2-A173-218FE1497FD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76BC0B8-62C0-472A-A5C1-4FB07A774E67}">
      <dgm:prSet custT="1"/>
      <dgm:spPr/>
      <dgm:t>
        <a:bodyPr/>
        <a:lstStyle/>
        <a:p>
          <a:pPr algn="l" rtl="0">
            <a:lnSpc>
              <a:spcPct val="150000"/>
            </a:lnSpc>
          </a:pPr>
          <a:r>
            <a:rPr lang="en-US" altLang="zh-CN" sz="2000" dirty="0" smtClean="0"/>
            <a:t>      </a:t>
          </a:r>
          <a:r>
            <a:rPr lang="zh-CN" sz="2000" dirty="0" smtClean="0"/>
            <a:t>本章主要介绍</a:t>
          </a:r>
          <a:r>
            <a:rPr lang="en-US" sz="2000" dirty="0" smtClean="0"/>
            <a:t>Microsoft Office</a:t>
          </a:r>
          <a:r>
            <a:rPr lang="zh-CN" sz="2000" dirty="0" smtClean="0"/>
            <a:t>办公套件中的文字处理软件</a:t>
          </a:r>
          <a:r>
            <a:rPr lang="en-US" sz="2000" dirty="0" smtClean="0"/>
            <a:t>Word 2010,</a:t>
          </a:r>
          <a:r>
            <a:rPr lang="zh-CN" sz="2000" dirty="0" smtClean="0"/>
            <a:t>通过详细操作步骤的讲解由基础到提高、分层次地展示</a:t>
          </a:r>
          <a:r>
            <a:rPr lang="en-US" sz="2000" dirty="0" smtClean="0"/>
            <a:t>Word</a:t>
          </a:r>
          <a:r>
            <a:rPr lang="zh-CN" sz="2000" dirty="0" smtClean="0"/>
            <a:t>的文本编辑、排版、表格处理、图文处理等功能。</a:t>
          </a:r>
          <a:endParaRPr lang="zh-CN" sz="2000" dirty="0"/>
        </a:p>
      </dgm:t>
    </dgm:pt>
    <dgm:pt modelId="{6F6A78BB-12FD-41E1-8480-521472940717}" cxnId="{7D7FC16E-82A9-4718-BFCD-359BB0B188B6}" type="parTrans">
      <dgm:prSet/>
      <dgm:spPr/>
      <dgm:t>
        <a:bodyPr/>
        <a:lstStyle/>
        <a:p>
          <a:endParaRPr lang="zh-CN" altLang="en-US"/>
        </a:p>
      </dgm:t>
    </dgm:pt>
    <dgm:pt modelId="{E1D2D017-F23B-4066-AA8C-F53DDE401443}" cxnId="{7D7FC16E-82A9-4718-BFCD-359BB0B188B6}" type="sibTrans">
      <dgm:prSet/>
      <dgm:spPr/>
      <dgm:t>
        <a:bodyPr/>
        <a:lstStyle/>
        <a:p>
          <a:endParaRPr lang="zh-CN" altLang="en-US"/>
        </a:p>
      </dgm:t>
    </dgm:pt>
    <dgm:pt modelId="{E33D273D-E632-4DE5-B3A6-93F7076AA3D7}" type="pres">
      <dgm:prSet presAssocID="{B06DBAF0-AAF0-42E2-A173-218FE1497FD3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986CA9A-76C3-40BF-BB96-8A83EB9C7CA5}" type="pres">
      <dgm:prSet presAssocID="{776BC0B8-62C0-472A-A5C1-4FB07A774E67}" presName="circ1TxSh" presStyleLbl="vennNode1" presStyleIdx="0" presStyleCnt="1" custScaleX="111826"/>
      <dgm:spPr/>
      <dgm:t>
        <a:bodyPr/>
        <a:lstStyle/>
        <a:p>
          <a:endParaRPr lang="zh-CN" altLang="en-US"/>
        </a:p>
      </dgm:t>
    </dgm:pt>
  </dgm:ptLst>
  <dgm:cxnLst>
    <dgm:cxn modelId="{7D7FC16E-82A9-4718-BFCD-359BB0B188B6}" srcId="{B06DBAF0-AAF0-42E2-A173-218FE1497FD3}" destId="{776BC0B8-62C0-472A-A5C1-4FB07A774E67}" srcOrd="0" destOrd="0" parTransId="{6F6A78BB-12FD-41E1-8480-521472940717}" sibTransId="{E1D2D017-F23B-4066-AA8C-F53DDE401443}"/>
    <dgm:cxn modelId="{5F7C10A9-A500-4A0E-9E8A-5DF501250656}" type="presOf" srcId="{776BC0B8-62C0-472A-A5C1-4FB07A774E67}" destId="{F986CA9A-76C3-40BF-BB96-8A83EB9C7CA5}" srcOrd="0" destOrd="0" presId="urn:microsoft.com/office/officeart/2005/8/layout/venn1"/>
    <dgm:cxn modelId="{05B7BDB9-865E-4B84-8CE0-D2B176A04513}" type="presOf" srcId="{B06DBAF0-AAF0-42E2-A173-218FE1497FD3}" destId="{E33D273D-E632-4DE5-B3A6-93F7076AA3D7}" srcOrd="0" destOrd="0" presId="urn:microsoft.com/office/officeart/2005/8/layout/venn1"/>
    <dgm:cxn modelId="{D1CD7974-1D73-48EB-99AF-D3CF2207E5B2}" type="presParOf" srcId="{E33D273D-E632-4DE5-B3A6-93F7076AA3D7}" destId="{F986CA9A-76C3-40BF-BB96-8A83EB9C7CA5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0B0161-3301-42B3-B59F-007F214E55FC}" type="doc">
      <dgm:prSet loTypeId="urn:microsoft.com/office/officeart/2005/8/layout/hList6" loCatId="list" qsTypeId="urn:microsoft.com/office/officeart/2005/8/quickstyle/simple1" qsCatId="simple" csTypeId="urn:microsoft.com/office/officeart/2005/8/colors/colorful1#1" csCatId="colorful"/>
      <dgm:spPr/>
      <dgm:t>
        <a:bodyPr/>
        <a:lstStyle/>
        <a:p>
          <a:endParaRPr lang="zh-CN" altLang="en-US"/>
        </a:p>
      </dgm:t>
    </dgm:pt>
    <dgm:pt modelId="{8A7D3821-7C37-45BF-AB38-8A218FAA949F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(1)</a:t>
          </a:r>
          <a:r>
            <a:rPr lang="zh-CN" dirty="0" smtClean="0">
              <a:solidFill>
                <a:schemeClr val="tx1"/>
              </a:solidFill>
            </a:rPr>
            <a:t>文字编辑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可进行各种字符的输入、修改、删除、移动、复制、查找、替换等操作。</a:t>
          </a:r>
          <a:endParaRPr lang="zh-CN" dirty="0">
            <a:solidFill>
              <a:schemeClr val="tx1"/>
            </a:solidFill>
          </a:endParaRPr>
        </a:p>
      </dgm:t>
    </dgm:pt>
    <dgm:pt modelId="{CE82DA6C-DF21-49E0-B078-85B5F5CCC61B}" cxnId="{6BB7AC7D-B279-428A-B823-3BE9025504A5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529E6E2-88E4-4696-A722-DA4F78BF724D}" cxnId="{6BB7AC7D-B279-428A-B823-3BE9025504A5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46B8DF9-F570-48F7-89C8-E6C870E9C0C3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(2)</a:t>
          </a:r>
          <a:r>
            <a:rPr lang="zh-CN" dirty="0" smtClean="0">
              <a:solidFill>
                <a:schemeClr val="tx1"/>
              </a:solidFill>
            </a:rPr>
            <a:t>文字校对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可以进行文档拼写检查、自动更正、英文语法检查等操作。</a:t>
          </a:r>
          <a:endParaRPr lang="zh-CN" dirty="0">
            <a:solidFill>
              <a:schemeClr val="tx1"/>
            </a:solidFill>
          </a:endParaRPr>
        </a:p>
      </dgm:t>
    </dgm:pt>
    <dgm:pt modelId="{E5137EC2-AAFA-48F9-8253-58940A6D4C47}" cxnId="{D5865B54-AAE4-410E-8D18-9E4490982937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992003A-7B08-4CD1-88A0-AA200DAFF227}" cxnId="{D5865B54-AAE4-410E-8D18-9E4490982937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2F16FEE-865F-4F46-AE83-FFB465E28C55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(3)</a:t>
          </a:r>
          <a:r>
            <a:rPr lang="zh-CN" dirty="0" smtClean="0">
              <a:solidFill>
                <a:schemeClr val="tx1"/>
              </a:solidFill>
            </a:rPr>
            <a:t>文档排版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可以进行文档格式、页面格式的编排。</a:t>
          </a:r>
          <a:endParaRPr lang="zh-CN" dirty="0">
            <a:solidFill>
              <a:schemeClr val="tx1"/>
            </a:solidFill>
          </a:endParaRPr>
        </a:p>
      </dgm:t>
    </dgm:pt>
    <dgm:pt modelId="{26DF5F0F-58F9-46BA-8D0D-3AD7BA3A898F}" cxnId="{AC6538BA-58FF-450B-BD51-0342D2E1B1A0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3686BD71-08CF-4CB2-A8FE-82A519C64C00}" cxnId="{AC6538BA-58FF-450B-BD51-0342D2E1B1A0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4B05E83-F008-4478-BB82-10EEED658168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(4)</a:t>
          </a:r>
          <a:r>
            <a:rPr lang="zh-CN" dirty="0" smtClean="0">
              <a:solidFill>
                <a:schemeClr val="tx1"/>
              </a:solidFill>
            </a:rPr>
            <a:t>图文处理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可以制作图形、图片、</a:t>
          </a:r>
          <a:r>
            <a:rPr lang="en-US" dirty="0" smtClean="0">
              <a:solidFill>
                <a:schemeClr val="tx1"/>
              </a:solidFill>
            </a:rPr>
            <a:t>SmartArt</a:t>
          </a:r>
          <a:r>
            <a:rPr lang="zh-CN" dirty="0" smtClean="0">
              <a:solidFill>
                <a:schemeClr val="tx1"/>
              </a:solidFill>
            </a:rPr>
            <a:t>图形等</a:t>
          </a:r>
          <a:r>
            <a:rPr lang="en-US" dirty="0" smtClean="0">
              <a:solidFill>
                <a:schemeClr val="tx1"/>
              </a:solidFill>
            </a:rPr>
            <a:t>,</a:t>
          </a:r>
          <a:r>
            <a:rPr lang="zh-CN" dirty="0" smtClean="0">
              <a:solidFill>
                <a:schemeClr val="tx1"/>
              </a:solidFill>
            </a:rPr>
            <a:t>可以进行图文混排等操作。</a:t>
          </a:r>
          <a:endParaRPr lang="zh-CN" dirty="0">
            <a:solidFill>
              <a:schemeClr val="tx1"/>
            </a:solidFill>
          </a:endParaRPr>
        </a:p>
      </dgm:t>
    </dgm:pt>
    <dgm:pt modelId="{920719DF-1802-4EB3-80C6-B86A5DAC6501}" cxnId="{BE1555D6-DC36-4723-BB5B-B2BE53897616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C3BA4532-16B0-4424-A56A-B630855E1EFE}" cxnId="{BE1555D6-DC36-4723-BB5B-B2BE53897616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E5FE9DB2-25A7-499B-8D3E-574B5341C8BB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(5)</a:t>
          </a:r>
          <a:r>
            <a:rPr lang="zh-CN" dirty="0" smtClean="0">
              <a:solidFill>
                <a:schemeClr val="tx1"/>
              </a:solidFill>
            </a:rPr>
            <a:t>制作表格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可以创建和修改表格</a:t>
          </a:r>
          <a:r>
            <a:rPr lang="en-US" dirty="0" smtClean="0">
              <a:solidFill>
                <a:schemeClr val="tx1"/>
              </a:solidFill>
            </a:rPr>
            <a:t>,</a:t>
          </a:r>
          <a:r>
            <a:rPr lang="zh-CN" dirty="0" smtClean="0">
              <a:solidFill>
                <a:schemeClr val="tx1"/>
              </a:solidFill>
            </a:rPr>
            <a:t>进行文本与表格间的转换。</a:t>
          </a:r>
          <a:endParaRPr lang="zh-CN" dirty="0">
            <a:solidFill>
              <a:schemeClr val="tx1"/>
            </a:solidFill>
          </a:endParaRPr>
        </a:p>
      </dgm:t>
    </dgm:pt>
    <dgm:pt modelId="{FB11F272-FF34-43EE-A842-BA89C8B967FD}" cxnId="{CFFFC089-4185-4720-AD49-815AE3192AFE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D4136E37-786C-4513-B0C5-CC9092DF4009}" cxnId="{CFFFC089-4185-4720-AD49-815AE3192AFE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1CD0F6FA-C27C-4F4A-887A-A911C442AE74}">
      <dgm:prSet/>
      <dgm:spPr/>
      <dgm:t>
        <a:bodyPr/>
        <a:lstStyle/>
        <a:p>
          <a:pPr rtl="0"/>
          <a:r>
            <a:rPr lang="en-US" dirty="0" smtClean="0">
              <a:solidFill>
                <a:schemeClr val="tx1"/>
              </a:solidFill>
            </a:rPr>
            <a:t>(6)</a:t>
          </a:r>
          <a:r>
            <a:rPr lang="zh-CN" dirty="0" smtClean="0">
              <a:solidFill>
                <a:schemeClr val="tx1"/>
              </a:solidFill>
            </a:rPr>
            <a:t>帮助</a:t>
          </a:r>
          <a:r>
            <a:rPr lang="en-US" dirty="0" smtClean="0">
              <a:solidFill>
                <a:schemeClr val="tx1"/>
              </a:solidFill>
            </a:rPr>
            <a:t>:Word</a:t>
          </a:r>
          <a:r>
            <a:rPr lang="zh-CN" dirty="0" smtClean="0">
              <a:solidFill>
                <a:schemeClr val="tx1"/>
              </a:solidFill>
            </a:rPr>
            <a:t>中提供了</a:t>
          </a:r>
          <a:r>
            <a:rPr lang="en-US" dirty="0" smtClean="0">
              <a:solidFill>
                <a:schemeClr val="tx1"/>
              </a:solidFill>
            </a:rPr>
            <a:t>Office</a:t>
          </a:r>
          <a:r>
            <a:rPr lang="zh-CN" dirty="0" smtClean="0">
              <a:solidFill>
                <a:schemeClr val="tx1"/>
              </a:solidFill>
            </a:rPr>
            <a:t>帮助功能。</a:t>
          </a:r>
          <a:endParaRPr lang="zh-CN" dirty="0">
            <a:solidFill>
              <a:schemeClr val="tx1"/>
            </a:solidFill>
          </a:endParaRPr>
        </a:p>
      </dgm:t>
    </dgm:pt>
    <dgm:pt modelId="{8DDC7C12-954E-4AAF-8930-13FE001DBD9A}" cxnId="{27DC2C95-FEB8-4415-BE47-92D12FC368D1}" type="par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43AEA2D5-1F00-4A05-82E9-6677C5ECF7D7}" cxnId="{27DC2C95-FEB8-4415-BE47-92D12FC368D1}" type="sibTrans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D241815-AFE0-4302-A55A-848B2C4FFF25}" type="pres">
      <dgm:prSet presAssocID="{570B0161-3301-42B3-B59F-007F214E55F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BD3C886-7C44-46EE-93DC-D070576DD55F}" type="pres">
      <dgm:prSet presAssocID="{8A7D3821-7C37-45BF-AB38-8A218FAA949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A249B4-D8E7-4813-A87C-CF85291D6EF6}" type="pres">
      <dgm:prSet presAssocID="{A529E6E2-88E4-4696-A722-DA4F78BF724D}" presName="sibTrans" presStyleCnt="0"/>
      <dgm:spPr/>
    </dgm:pt>
    <dgm:pt modelId="{C7446AFB-A7B9-4F82-BB66-11365E4062E2}" type="pres">
      <dgm:prSet presAssocID="{A46B8DF9-F570-48F7-89C8-E6C870E9C0C3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E0981D-21DB-4D62-AA14-88DA54212096}" type="pres">
      <dgm:prSet presAssocID="{B992003A-7B08-4CD1-88A0-AA200DAFF227}" presName="sibTrans" presStyleCnt="0"/>
      <dgm:spPr/>
    </dgm:pt>
    <dgm:pt modelId="{4A1BB2A5-DCE4-404E-AC28-1DF92F9FBEFF}" type="pres">
      <dgm:prSet presAssocID="{02F16FEE-865F-4F46-AE83-FFB465E28C55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A84132-AC4D-44FE-96CE-CF4BF97E3604}" type="pres">
      <dgm:prSet presAssocID="{3686BD71-08CF-4CB2-A8FE-82A519C64C00}" presName="sibTrans" presStyleCnt="0"/>
      <dgm:spPr/>
    </dgm:pt>
    <dgm:pt modelId="{9929A0F3-C56C-4C7D-8E6F-59BFFB0A9F25}" type="pres">
      <dgm:prSet presAssocID="{F4B05E83-F008-4478-BB82-10EEED658168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D155721-052F-480C-9534-961462C5502C}" type="pres">
      <dgm:prSet presAssocID="{C3BA4532-16B0-4424-A56A-B630855E1EFE}" presName="sibTrans" presStyleCnt="0"/>
      <dgm:spPr/>
    </dgm:pt>
    <dgm:pt modelId="{418DAE8D-CFC9-4B36-B093-969CF392C177}" type="pres">
      <dgm:prSet presAssocID="{E5FE9DB2-25A7-499B-8D3E-574B5341C8BB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FD3DF13-1367-45AD-AE57-96C19BF1CF2A}" type="pres">
      <dgm:prSet presAssocID="{D4136E37-786C-4513-B0C5-CC9092DF4009}" presName="sibTrans" presStyleCnt="0"/>
      <dgm:spPr/>
    </dgm:pt>
    <dgm:pt modelId="{01B508AC-CE5D-441B-A122-E9A66B2E9FC1}" type="pres">
      <dgm:prSet presAssocID="{1CD0F6FA-C27C-4F4A-887A-A911C442AE7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BB7AC7D-B279-428A-B823-3BE9025504A5}" srcId="{570B0161-3301-42B3-B59F-007F214E55FC}" destId="{8A7D3821-7C37-45BF-AB38-8A218FAA949F}" srcOrd="0" destOrd="0" parTransId="{CE82DA6C-DF21-49E0-B078-85B5F5CCC61B}" sibTransId="{A529E6E2-88E4-4696-A722-DA4F78BF724D}"/>
    <dgm:cxn modelId="{36B343EF-E979-49CF-B98D-C8F91C564570}" type="presOf" srcId="{F4B05E83-F008-4478-BB82-10EEED658168}" destId="{9929A0F3-C56C-4C7D-8E6F-59BFFB0A9F25}" srcOrd="0" destOrd="0" presId="urn:microsoft.com/office/officeart/2005/8/layout/hList6"/>
    <dgm:cxn modelId="{4EA527AD-D0E5-44C2-8540-CD3FA98D0C78}" type="presOf" srcId="{8A7D3821-7C37-45BF-AB38-8A218FAA949F}" destId="{EBD3C886-7C44-46EE-93DC-D070576DD55F}" srcOrd="0" destOrd="0" presId="urn:microsoft.com/office/officeart/2005/8/layout/hList6"/>
    <dgm:cxn modelId="{AC6538BA-58FF-450B-BD51-0342D2E1B1A0}" srcId="{570B0161-3301-42B3-B59F-007F214E55FC}" destId="{02F16FEE-865F-4F46-AE83-FFB465E28C55}" srcOrd="2" destOrd="0" parTransId="{26DF5F0F-58F9-46BA-8D0D-3AD7BA3A898F}" sibTransId="{3686BD71-08CF-4CB2-A8FE-82A519C64C00}"/>
    <dgm:cxn modelId="{B29FFE37-1352-4CC9-8078-DDF85BEC9A01}" type="presOf" srcId="{E5FE9DB2-25A7-499B-8D3E-574B5341C8BB}" destId="{418DAE8D-CFC9-4B36-B093-969CF392C177}" srcOrd="0" destOrd="0" presId="urn:microsoft.com/office/officeart/2005/8/layout/hList6"/>
    <dgm:cxn modelId="{4A03DC26-483B-49D3-B80F-2859819755EF}" type="presOf" srcId="{1CD0F6FA-C27C-4F4A-887A-A911C442AE74}" destId="{01B508AC-CE5D-441B-A122-E9A66B2E9FC1}" srcOrd="0" destOrd="0" presId="urn:microsoft.com/office/officeart/2005/8/layout/hList6"/>
    <dgm:cxn modelId="{08AAEB23-A1F0-49F4-B701-C20D0A8915DF}" type="presOf" srcId="{570B0161-3301-42B3-B59F-007F214E55FC}" destId="{BD241815-AFE0-4302-A55A-848B2C4FFF25}" srcOrd="0" destOrd="0" presId="urn:microsoft.com/office/officeart/2005/8/layout/hList6"/>
    <dgm:cxn modelId="{CFFFC089-4185-4720-AD49-815AE3192AFE}" srcId="{570B0161-3301-42B3-B59F-007F214E55FC}" destId="{E5FE9DB2-25A7-499B-8D3E-574B5341C8BB}" srcOrd="4" destOrd="0" parTransId="{FB11F272-FF34-43EE-A842-BA89C8B967FD}" sibTransId="{D4136E37-786C-4513-B0C5-CC9092DF4009}"/>
    <dgm:cxn modelId="{D5865B54-AAE4-410E-8D18-9E4490982937}" srcId="{570B0161-3301-42B3-B59F-007F214E55FC}" destId="{A46B8DF9-F570-48F7-89C8-E6C870E9C0C3}" srcOrd="1" destOrd="0" parTransId="{E5137EC2-AAFA-48F9-8253-58940A6D4C47}" sibTransId="{B992003A-7B08-4CD1-88A0-AA200DAFF227}"/>
    <dgm:cxn modelId="{27DC2C95-FEB8-4415-BE47-92D12FC368D1}" srcId="{570B0161-3301-42B3-B59F-007F214E55FC}" destId="{1CD0F6FA-C27C-4F4A-887A-A911C442AE74}" srcOrd="5" destOrd="0" parTransId="{8DDC7C12-954E-4AAF-8930-13FE001DBD9A}" sibTransId="{43AEA2D5-1F00-4A05-82E9-6677C5ECF7D7}"/>
    <dgm:cxn modelId="{BE1555D6-DC36-4723-BB5B-B2BE53897616}" srcId="{570B0161-3301-42B3-B59F-007F214E55FC}" destId="{F4B05E83-F008-4478-BB82-10EEED658168}" srcOrd="3" destOrd="0" parTransId="{920719DF-1802-4EB3-80C6-B86A5DAC6501}" sibTransId="{C3BA4532-16B0-4424-A56A-B630855E1EFE}"/>
    <dgm:cxn modelId="{B254DD0C-6B16-4F9B-8B0D-E022538502BB}" type="presOf" srcId="{A46B8DF9-F570-48F7-89C8-E6C870E9C0C3}" destId="{C7446AFB-A7B9-4F82-BB66-11365E4062E2}" srcOrd="0" destOrd="0" presId="urn:microsoft.com/office/officeart/2005/8/layout/hList6"/>
    <dgm:cxn modelId="{D4E0A7DD-B46E-4041-BD65-C648AED2EB03}" type="presOf" srcId="{02F16FEE-865F-4F46-AE83-FFB465E28C55}" destId="{4A1BB2A5-DCE4-404E-AC28-1DF92F9FBEFF}" srcOrd="0" destOrd="0" presId="urn:microsoft.com/office/officeart/2005/8/layout/hList6"/>
    <dgm:cxn modelId="{1741E340-5845-45C3-B561-73E998919B6F}" type="presParOf" srcId="{BD241815-AFE0-4302-A55A-848B2C4FFF25}" destId="{EBD3C886-7C44-46EE-93DC-D070576DD55F}" srcOrd="0" destOrd="0" presId="urn:microsoft.com/office/officeart/2005/8/layout/hList6"/>
    <dgm:cxn modelId="{6A22E5D7-2117-4998-83C6-9AD075D845A2}" type="presParOf" srcId="{BD241815-AFE0-4302-A55A-848B2C4FFF25}" destId="{00A249B4-D8E7-4813-A87C-CF85291D6EF6}" srcOrd="1" destOrd="0" presId="urn:microsoft.com/office/officeart/2005/8/layout/hList6"/>
    <dgm:cxn modelId="{740D0397-51E1-4132-A556-419507B42A2F}" type="presParOf" srcId="{BD241815-AFE0-4302-A55A-848B2C4FFF25}" destId="{C7446AFB-A7B9-4F82-BB66-11365E4062E2}" srcOrd="2" destOrd="0" presId="urn:microsoft.com/office/officeart/2005/8/layout/hList6"/>
    <dgm:cxn modelId="{E9D29BDE-721D-43AF-A133-4B04166C1699}" type="presParOf" srcId="{BD241815-AFE0-4302-A55A-848B2C4FFF25}" destId="{B8E0981D-21DB-4D62-AA14-88DA54212096}" srcOrd="3" destOrd="0" presId="urn:microsoft.com/office/officeart/2005/8/layout/hList6"/>
    <dgm:cxn modelId="{DFFC4C8F-E7BF-46F1-8A00-13AA26F6B6CB}" type="presParOf" srcId="{BD241815-AFE0-4302-A55A-848B2C4FFF25}" destId="{4A1BB2A5-DCE4-404E-AC28-1DF92F9FBEFF}" srcOrd="4" destOrd="0" presId="urn:microsoft.com/office/officeart/2005/8/layout/hList6"/>
    <dgm:cxn modelId="{C656D390-3FF6-4240-808E-225B2B54E54F}" type="presParOf" srcId="{BD241815-AFE0-4302-A55A-848B2C4FFF25}" destId="{96A84132-AC4D-44FE-96CE-CF4BF97E3604}" srcOrd="5" destOrd="0" presId="urn:microsoft.com/office/officeart/2005/8/layout/hList6"/>
    <dgm:cxn modelId="{E2EC09E0-F25D-450B-9DF4-89FD46B17659}" type="presParOf" srcId="{BD241815-AFE0-4302-A55A-848B2C4FFF25}" destId="{9929A0F3-C56C-4C7D-8E6F-59BFFB0A9F25}" srcOrd="6" destOrd="0" presId="urn:microsoft.com/office/officeart/2005/8/layout/hList6"/>
    <dgm:cxn modelId="{DA210BC0-88F0-469E-A4B1-E98CA701BBB4}" type="presParOf" srcId="{BD241815-AFE0-4302-A55A-848B2C4FFF25}" destId="{5D155721-052F-480C-9534-961462C5502C}" srcOrd="7" destOrd="0" presId="urn:microsoft.com/office/officeart/2005/8/layout/hList6"/>
    <dgm:cxn modelId="{13A4EE87-0161-4BFE-B89A-4A3B87AB1FEA}" type="presParOf" srcId="{BD241815-AFE0-4302-A55A-848B2C4FFF25}" destId="{418DAE8D-CFC9-4B36-B093-969CF392C177}" srcOrd="8" destOrd="0" presId="urn:microsoft.com/office/officeart/2005/8/layout/hList6"/>
    <dgm:cxn modelId="{92E2F6E7-A831-4468-94A8-6BC0E6DCC066}" type="presParOf" srcId="{BD241815-AFE0-4302-A55A-848B2C4FFF25}" destId="{3FD3DF13-1367-45AD-AE57-96C19BF1CF2A}" srcOrd="9" destOrd="0" presId="urn:microsoft.com/office/officeart/2005/8/layout/hList6"/>
    <dgm:cxn modelId="{A31AF879-DF91-4AD8-8CB5-48A3CA9CB5AF}" type="presParOf" srcId="{BD241815-AFE0-4302-A55A-848B2C4FFF25}" destId="{01B508AC-CE5D-441B-A122-E9A66B2E9FC1}" srcOrd="10" destOrd="0" presId="urn:microsoft.com/office/officeart/2005/8/layout/hList6"/>
  </dgm:cxnLst>
  <dgm:bg/>
  <dgm:whole>
    <a:effectLst>
      <a:reflection blurRad="6350" stA="52000" endA="300" endPos="35000" dir="5400000" sy="-100000" algn="bl" rotWithShape="0"/>
    </a:effectLst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FC6157-E9F7-43A0-A242-69BD0C149DFA}" type="doc">
      <dgm:prSet loTypeId="urn:microsoft.com/office/officeart/2005/8/layout/venn1" loCatId="relationship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D8882563-48F3-43BE-8225-88CD397630CA}">
      <dgm:prSet custT="1"/>
      <dgm:spPr/>
      <dgm:t>
        <a:bodyPr/>
        <a:lstStyle/>
        <a:p>
          <a:pPr rtl="0"/>
          <a:r>
            <a:rPr lang="en-US" sz="1400" dirty="0" smtClean="0"/>
            <a:t>(1)</a:t>
          </a:r>
          <a:r>
            <a:rPr lang="zh-CN" sz="1400" dirty="0" smtClean="0"/>
            <a:t>页面视图</a:t>
          </a:r>
          <a:r>
            <a:rPr lang="en-US" sz="1400" dirty="0" smtClean="0"/>
            <a:t> </a:t>
          </a:r>
          <a:r>
            <a:rPr lang="zh-CN" sz="1400" dirty="0" smtClean="0"/>
            <a:t>。</a:t>
          </a:r>
          <a:endParaRPr lang="zh-CN" sz="1400" dirty="0"/>
        </a:p>
      </dgm:t>
    </dgm:pt>
    <dgm:pt modelId="{87AC075A-B5D6-4FC6-AC3C-63BB63AA2E0D}" cxnId="{B1655691-F8E0-44F4-8B83-A08805585FAF}" type="parTrans">
      <dgm:prSet/>
      <dgm:spPr/>
      <dgm:t>
        <a:bodyPr/>
        <a:lstStyle/>
        <a:p>
          <a:endParaRPr lang="zh-CN" altLang="en-US" sz="1200"/>
        </a:p>
      </dgm:t>
    </dgm:pt>
    <dgm:pt modelId="{602C4412-240F-454F-A7F7-DF70151875B2}" cxnId="{B1655691-F8E0-44F4-8B83-A08805585FAF}" type="sibTrans">
      <dgm:prSet/>
      <dgm:spPr/>
      <dgm:t>
        <a:bodyPr/>
        <a:lstStyle/>
        <a:p>
          <a:endParaRPr lang="zh-CN" altLang="en-US" sz="1200"/>
        </a:p>
      </dgm:t>
    </dgm:pt>
    <dgm:pt modelId="{A7D173AB-8862-4A50-A4C5-5D7DDD142996}">
      <dgm:prSet custT="1"/>
      <dgm:spPr/>
      <dgm:t>
        <a:bodyPr/>
        <a:lstStyle/>
        <a:p>
          <a:pPr rtl="0"/>
          <a:r>
            <a:rPr lang="en-US" sz="1400" dirty="0" smtClean="0"/>
            <a:t>(2)</a:t>
          </a:r>
          <a:r>
            <a:rPr lang="zh-CN" sz="1400" dirty="0" smtClean="0"/>
            <a:t>阅读版式视图</a:t>
          </a:r>
          <a:r>
            <a:rPr lang="en-US" sz="1400" dirty="0" smtClean="0"/>
            <a:t> </a:t>
          </a:r>
          <a:r>
            <a:rPr lang="zh-CN" sz="1400" dirty="0" smtClean="0"/>
            <a:t>。</a:t>
          </a:r>
          <a:endParaRPr lang="zh-CN" sz="1400" dirty="0"/>
        </a:p>
      </dgm:t>
    </dgm:pt>
    <dgm:pt modelId="{1C0A8115-BF8B-43C4-B86D-B69B7E4692F2}" cxnId="{A8393B38-9144-46A8-92B5-0652EE952721}" type="parTrans">
      <dgm:prSet/>
      <dgm:spPr/>
      <dgm:t>
        <a:bodyPr/>
        <a:lstStyle/>
        <a:p>
          <a:endParaRPr lang="zh-CN" altLang="en-US" sz="1200"/>
        </a:p>
      </dgm:t>
    </dgm:pt>
    <dgm:pt modelId="{732D2F79-72EA-4525-B952-4F5326B681C4}" cxnId="{A8393B38-9144-46A8-92B5-0652EE952721}" type="sibTrans">
      <dgm:prSet/>
      <dgm:spPr/>
      <dgm:t>
        <a:bodyPr/>
        <a:lstStyle/>
        <a:p>
          <a:endParaRPr lang="zh-CN" altLang="en-US" sz="1200"/>
        </a:p>
      </dgm:t>
    </dgm:pt>
    <dgm:pt modelId="{0204A405-5961-45D3-A862-36C688D241FF}">
      <dgm:prSet custT="1"/>
      <dgm:spPr/>
      <dgm:t>
        <a:bodyPr/>
        <a:lstStyle/>
        <a:p>
          <a:pPr rtl="0"/>
          <a:r>
            <a:rPr lang="en-US" sz="1400" dirty="0" smtClean="0"/>
            <a:t>(3)Web</a:t>
          </a:r>
          <a:r>
            <a:rPr lang="zh-CN" sz="1400" dirty="0" smtClean="0"/>
            <a:t>版式。</a:t>
          </a:r>
          <a:endParaRPr lang="zh-CN" sz="1400" dirty="0"/>
        </a:p>
      </dgm:t>
    </dgm:pt>
    <dgm:pt modelId="{56CEF0E9-0C52-4D5C-AD41-D9054BF15529}" cxnId="{69884CD5-5C10-4BC9-BCF7-AD1F24830A8A}" type="parTrans">
      <dgm:prSet/>
      <dgm:spPr/>
      <dgm:t>
        <a:bodyPr/>
        <a:lstStyle/>
        <a:p>
          <a:endParaRPr lang="zh-CN" altLang="en-US" sz="1200"/>
        </a:p>
      </dgm:t>
    </dgm:pt>
    <dgm:pt modelId="{6984393D-45DE-46C0-B56F-0E05AB152D96}" cxnId="{69884CD5-5C10-4BC9-BCF7-AD1F24830A8A}" type="sibTrans">
      <dgm:prSet/>
      <dgm:spPr/>
      <dgm:t>
        <a:bodyPr/>
        <a:lstStyle/>
        <a:p>
          <a:endParaRPr lang="zh-CN" altLang="en-US" sz="1200"/>
        </a:p>
      </dgm:t>
    </dgm:pt>
    <dgm:pt modelId="{C9C204B2-CA0B-4CF8-A76C-B4180A32B85B}">
      <dgm:prSet custT="1"/>
      <dgm:spPr/>
      <dgm:t>
        <a:bodyPr/>
        <a:lstStyle/>
        <a:p>
          <a:pPr rtl="0"/>
          <a:r>
            <a:rPr lang="en-US" sz="1400" dirty="0" smtClean="0"/>
            <a:t>(4)</a:t>
          </a:r>
          <a:r>
            <a:rPr lang="zh-CN" sz="1400" dirty="0" smtClean="0"/>
            <a:t>大纲。</a:t>
          </a:r>
          <a:endParaRPr lang="zh-CN" sz="1400" dirty="0"/>
        </a:p>
      </dgm:t>
    </dgm:pt>
    <dgm:pt modelId="{D7FC65C5-2482-49B1-86D9-95735C6A4357}" cxnId="{F9779141-9BEA-4421-B4CB-0A2FB6493ADF}" type="parTrans">
      <dgm:prSet/>
      <dgm:spPr/>
      <dgm:t>
        <a:bodyPr/>
        <a:lstStyle/>
        <a:p>
          <a:endParaRPr lang="zh-CN" altLang="en-US" sz="1200"/>
        </a:p>
      </dgm:t>
    </dgm:pt>
    <dgm:pt modelId="{A5E6E2A4-47F3-4722-91A9-C8BCA1E78DD1}" cxnId="{F9779141-9BEA-4421-B4CB-0A2FB6493ADF}" type="sibTrans">
      <dgm:prSet/>
      <dgm:spPr/>
      <dgm:t>
        <a:bodyPr/>
        <a:lstStyle/>
        <a:p>
          <a:endParaRPr lang="zh-CN" altLang="en-US" sz="1200"/>
        </a:p>
      </dgm:t>
    </dgm:pt>
    <dgm:pt modelId="{18921BB2-F335-4AD3-90BD-6022EC5CEE54}">
      <dgm:prSet custT="1"/>
      <dgm:spPr/>
      <dgm:t>
        <a:bodyPr/>
        <a:lstStyle/>
        <a:p>
          <a:pPr rtl="0"/>
          <a:r>
            <a:rPr lang="en-US" sz="1400" dirty="0" smtClean="0"/>
            <a:t>(5)</a:t>
          </a:r>
          <a:r>
            <a:rPr lang="zh-CN" sz="1400" dirty="0" smtClean="0"/>
            <a:t>草稿视图</a:t>
          </a:r>
          <a:r>
            <a:rPr lang="en-US" sz="1400" dirty="0" smtClean="0"/>
            <a:t> </a:t>
          </a:r>
          <a:r>
            <a:rPr lang="zh-CN" sz="1400" dirty="0" smtClean="0"/>
            <a:t>。</a:t>
          </a:r>
          <a:endParaRPr lang="zh-CN" sz="1400" dirty="0"/>
        </a:p>
      </dgm:t>
    </dgm:pt>
    <dgm:pt modelId="{BDD87C7F-67DC-4A34-8BC0-DFA6C7A50A8B}" cxnId="{C99304C9-A258-4ABB-B141-38F5B8E71740}" type="parTrans">
      <dgm:prSet/>
      <dgm:spPr/>
      <dgm:t>
        <a:bodyPr/>
        <a:lstStyle/>
        <a:p>
          <a:endParaRPr lang="zh-CN" altLang="en-US" sz="1200"/>
        </a:p>
      </dgm:t>
    </dgm:pt>
    <dgm:pt modelId="{5CCF9FD0-7181-45F5-B46F-9C672854FC4D}" cxnId="{C99304C9-A258-4ABB-B141-38F5B8E71740}" type="sibTrans">
      <dgm:prSet/>
      <dgm:spPr/>
      <dgm:t>
        <a:bodyPr/>
        <a:lstStyle/>
        <a:p>
          <a:endParaRPr lang="zh-CN" altLang="en-US" sz="1200"/>
        </a:p>
      </dgm:t>
    </dgm:pt>
    <dgm:pt modelId="{3CF4AB78-CCB7-4600-A7FF-ACFEFCEC97CB}" type="pres">
      <dgm:prSet presAssocID="{B4FC6157-E9F7-43A0-A242-69BD0C149DFA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19EDBDF8-E8B7-4B53-97A0-A1A909EE61F7}" type="pres">
      <dgm:prSet presAssocID="{D8882563-48F3-43BE-8225-88CD397630CA}" presName="circ1" presStyleLbl="vennNode1" presStyleIdx="0" presStyleCnt="5"/>
      <dgm:spPr/>
    </dgm:pt>
    <dgm:pt modelId="{1DE02CC8-568A-4D46-B948-946DDC45FB1A}" type="pres">
      <dgm:prSet presAssocID="{D8882563-48F3-43BE-8225-88CD397630C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B565A8D-B4C1-4B90-946D-68726B013468}" type="pres">
      <dgm:prSet presAssocID="{A7D173AB-8862-4A50-A4C5-5D7DDD142996}" presName="circ2" presStyleLbl="vennNode1" presStyleIdx="1" presStyleCnt="5"/>
      <dgm:spPr/>
    </dgm:pt>
    <dgm:pt modelId="{98F3C676-BE63-42BF-A740-0AACA3CD5B7C}" type="pres">
      <dgm:prSet presAssocID="{A7D173AB-8862-4A50-A4C5-5D7DDD14299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5A8EEA-339D-43D9-BF17-488A29FFB4E5}" type="pres">
      <dgm:prSet presAssocID="{0204A405-5961-45D3-A862-36C688D241FF}" presName="circ3" presStyleLbl="vennNode1" presStyleIdx="2" presStyleCnt="5"/>
      <dgm:spPr/>
    </dgm:pt>
    <dgm:pt modelId="{41E55172-2553-4679-B32C-BFEA5FCB9E43}" type="pres">
      <dgm:prSet presAssocID="{0204A405-5961-45D3-A862-36C688D241F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73ECC50-266F-4797-92CD-82F50B1041F6}" type="pres">
      <dgm:prSet presAssocID="{C9C204B2-CA0B-4CF8-A76C-B4180A32B85B}" presName="circ4" presStyleLbl="vennNode1" presStyleIdx="3" presStyleCnt="5"/>
      <dgm:spPr/>
    </dgm:pt>
    <dgm:pt modelId="{3C586F85-D62D-420D-8AF5-30640FEC30CB}" type="pres">
      <dgm:prSet presAssocID="{C9C204B2-CA0B-4CF8-A76C-B4180A32B85B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EB173C1-3C7C-4317-83C4-9515E6A66F16}" type="pres">
      <dgm:prSet presAssocID="{18921BB2-F335-4AD3-90BD-6022EC5CEE54}" presName="circ5" presStyleLbl="vennNode1" presStyleIdx="4" presStyleCnt="5"/>
      <dgm:spPr/>
    </dgm:pt>
    <dgm:pt modelId="{528D76D0-5293-45D7-B08A-72155619FB40}" type="pres">
      <dgm:prSet presAssocID="{18921BB2-F335-4AD3-90BD-6022EC5CEE54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5A2D7A6-A3B7-47A5-83B8-A1BD755DA5DD}" type="presOf" srcId="{B4FC6157-E9F7-43A0-A242-69BD0C149DFA}" destId="{3CF4AB78-CCB7-4600-A7FF-ACFEFCEC97CB}" srcOrd="0" destOrd="0" presId="urn:microsoft.com/office/officeart/2005/8/layout/venn1"/>
    <dgm:cxn modelId="{9FC9366F-E3DE-44A9-B61C-394A609006C9}" type="presOf" srcId="{A7D173AB-8862-4A50-A4C5-5D7DDD142996}" destId="{98F3C676-BE63-42BF-A740-0AACA3CD5B7C}" srcOrd="0" destOrd="0" presId="urn:microsoft.com/office/officeart/2005/8/layout/venn1"/>
    <dgm:cxn modelId="{C0BDB2F8-EE85-4A60-8F07-CE95221E3404}" type="presOf" srcId="{D8882563-48F3-43BE-8225-88CD397630CA}" destId="{1DE02CC8-568A-4D46-B948-946DDC45FB1A}" srcOrd="0" destOrd="0" presId="urn:microsoft.com/office/officeart/2005/8/layout/venn1"/>
    <dgm:cxn modelId="{F9779141-9BEA-4421-B4CB-0A2FB6493ADF}" srcId="{B4FC6157-E9F7-43A0-A242-69BD0C149DFA}" destId="{C9C204B2-CA0B-4CF8-A76C-B4180A32B85B}" srcOrd="3" destOrd="0" parTransId="{D7FC65C5-2482-49B1-86D9-95735C6A4357}" sibTransId="{A5E6E2A4-47F3-4722-91A9-C8BCA1E78DD1}"/>
    <dgm:cxn modelId="{69884CD5-5C10-4BC9-BCF7-AD1F24830A8A}" srcId="{B4FC6157-E9F7-43A0-A242-69BD0C149DFA}" destId="{0204A405-5961-45D3-A862-36C688D241FF}" srcOrd="2" destOrd="0" parTransId="{56CEF0E9-0C52-4D5C-AD41-D9054BF15529}" sibTransId="{6984393D-45DE-46C0-B56F-0E05AB152D96}"/>
    <dgm:cxn modelId="{A8393B38-9144-46A8-92B5-0652EE952721}" srcId="{B4FC6157-E9F7-43A0-A242-69BD0C149DFA}" destId="{A7D173AB-8862-4A50-A4C5-5D7DDD142996}" srcOrd="1" destOrd="0" parTransId="{1C0A8115-BF8B-43C4-B86D-B69B7E4692F2}" sibTransId="{732D2F79-72EA-4525-B952-4F5326B681C4}"/>
    <dgm:cxn modelId="{C99304C9-A258-4ABB-B141-38F5B8E71740}" srcId="{B4FC6157-E9F7-43A0-A242-69BD0C149DFA}" destId="{18921BB2-F335-4AD3-90BD-6022EC5CEE54}" srcOrd="4" destOrd="0" parTransId="{BDD87C7F-67DC-4A34-8BC0-DFA6C7A50A8B}" sibTransId="{5CCF9FD0-7181-45F5-B46F-9C672854FC4D}"/>
    <dgm:cxn modelId="{B1655691-F8E0-44F4-8B83-A08805585FAF}" srcId="{B4FC6157-E9F7-43A0-A242-69BD0C149DFA}" destId="{D8882563-48F3-43BE-8225-88CD397630CA}" srcOrd="0" destOrd="0" parTransId="{87AC075A-B5D6-4FC6-AC3C-63BB63AA2E0D}" sibTransId="{602C4412-240F-454F-A7F7-DF70151875B2}"/>
    <dgm:cxn modelId="{934B7470-CEAE-4361-AC1E-5DF9AA56437D}" type="presOf" srcId="{0204A405-5961-45D3-A862-36C688D241FF}" destId="{41E55172-2553-4679-B32C-BFEA5FCB9E43}" srcOrd="0" destOrd="0" presId="urn:microsoft.com/office/officeart/2005/8/layout/venn1"/>
    <dgm:cxn modelId="{7F1A117B-5CFA-4333-862F-9B6CC5EAEB8C}" type="presOf" srcId="{C9C204B2-CA0B-4CF8-A76C-B4180A32B85B}" destId="{3C586F85-D62D-420D-8AF5-30640FEC30CB}" srcOrd="0" destOrd="0" presId="urn:microsoft.com/office/officeart/2005/8/layout/venn1"/>
    <dgm:cxn modelId="{639856E0-878D-4E6F-8EA8-18C7CC0E17A7}" type="presOf" srcId="{18921BB2-F335-4AD3-90BD-6022EC5CEE54}" destId="{528D76D0-5293-45D7-B08A-72155619FB40}" srcOrd="0" destOrd="0" presId="urn:microsoft.com/office/officeart/2005/8/layout/venn1"/>
    <dgm:cxn modelId="{E91FA157-522A-46B8-A62C-650150A07A0E}" type="presParOf" srcId="{3CF4AB78-CCB7-4600-A7FF-ACFEFCEC97CB}" destId="{19EDBDF8-E8B7-4B53-97A0-A1A909EE61F7}" srcOrd="0" destOrd="0" presId="urn:microsoft.com/office/officeart/2005/8/layout/venn1"/>
    <dgm:cxn modelId="{80D2DE0F-D287-498E-A5EB-F3D94F019668}" type="presParOf" srcId="{3CF4AB78-CCB7-4600-A7FF-ACFEFCEC97CB}" destId="{1DE02CC8-568A-4D46-B948-946DDC45FB1A}" srcOrd="1" destOrd="0" presId="urn:microsoft.com/office/officeart/2005/8/layout/venn1"/>
    <dgm:cxn modelId="{356A5629-8150-4674-877D-93DD7507FF61}" type="presParOf" srcId="{3CF4AB78-CCB7-4600-A7FF-ACFEFCEC97CB}" destId="{CB565A8D-B4C1-4B90-946D-68726B013468}" srcOrd="2" destOrd="0" presId="urn:microsoft.com/office/officeart/2005/8/layout/venn1"/>
    <dgm:cxn modelId="{405C6DA3-3DD1-4AF0-B593-E24D116D9B78}" type="presParOf" srcId="{3CF4AB78-CCB7-4600-A7FF-ACFEFCEC97CB}" destId="{98F3C676-BE63-42BF-A740-0AACA3CD5B7C}" srcOrd="3" destOrd="0" presId="urn:microsoft.com/office/officeart/2005/8/layout/venn1"/>
    <dgm:cxn modelId="{8991344F-F08D-428D-A64D-004B19ABEB04}" type="presParOf" srcId="{3CF4AB78-CCB7-4600-A7FF-ACFEFCEC97CB}" destId="{C05A8EEA-339D-43D9-BF17-488A29FFB4E5}" srcOrd="4" destOrd="0" presId="urn:microsoft.com/office/officeart/2005/8/layout/venn1"/>
    <dgm:cxn modelId="{2A701CCD-32AD-401A-A7BE-C5F0DBFC5CF4}" type="presParOf" srcId="{3CF4AB78-CCB7-4600-A7FF-ACFEFCEC97CB}" destId="{41E55172-2553-4679-B32C-BFEA5FCB9E43}" srcOrd="5" destOrd="0" presId="urn:microsoft.com/office/officeart/2005/8/layout/venn1"/>
    <dgm:cxn modelId="{EDE2D31E-A9F7-4DC5-A5D1-CEF5D0C9A79F}" type="presParOf" srcId="{3CF4AB78-CCB7-4600-A7FF-ACFEFCEC97CB}" destId="{F73ECC50-266F-4797-92CD-82F50B1041F6}" srcOrd="6" destOrd="0" presId="urn:microsoft.com/office/officeart/2005/8/layout/venn1"/>
    <dgm:cxn modelId="{FB04B39A-5658-4BAC-92B5-CF84DC000633}" type="presParOf" srcId="{3CF4AB78-CCB7-4600-A7FF-ACFEFCEC97CB}" destId="{3C586F85-D62D-420D-8AF5-30640FEC30CB}" srcOrd="7" destOrd="0" presId="urn:microsoft.com/office/officeart/2005/8/layout/venn1"/>
    <dgm:cxn modelId="{7FCAB494-682A-4925-9F5D-356301C407C5}" type="presParOf" srcId="{3CF4AB78-CCB7-4600-A7FF-ACFEFCEC97CB}" destId="{4EB173C1-3C7C-4317-83C4-9515E6A66F16}" srcOrd="8" destOrd="0" presId="urn:microsoft.com/office/officeart/2005/8/layout/venn1"/>
    <dgm:cxn modelId="{E33AF83D-1BD2-47DC-8D1C-8303A229DE41}" type="presParOf" srcId="{3CF4AB78-CCB7-4600-A7FF-ACFEFCEC97CB}" destId="{528D76D0-5293-45D7-B08A-72155619FB40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413EE3-2B9C-4F83-9922-08AFD4C3D0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2840880-4844-4B74-9248-7BF6BA7DA44A}">
      <dgm:prSet custT="1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pPr rtl="0">
            <a:lnSpc>
              <a:spcPct val="150000"/>
            </a:lnSpc>
          </a:pPr>
          <a:r>
            <a:rPr lang="en-US" altLang="zh-CN" sz="1800" dirty="0" smtClean="0"/>
            <a:t>    </a:t>
          </a:r>
          <a:r>
            <a:rPr lang="zh-CN" sz="1800" dirty="0" smtClean="0"/>
            <a:t>模板在</a:t>
          </a:r>
          <a:r>
            <a:rPr lang="en-US" sz="1800" dirty="0" smtClean="0"/>
            <a:t>Word</a:t>
          </a:r>
          <a:r>
            <a:rPr lang="zh-CN" sz="1800" dirty="0" smtClean="0"/>
            <a:t>中是以</a:t>
          </a:r>
          <a:r>
            <a:rPr lang="en-US" sz="1800" dirty="0" smtClean="0"/>
            <a:t>.dot</a:t>
          </a:r>
          <a:r>
            <a:rPr lang="zh-CN" sz="1800" dirty="0" smtClean="0"/>
            <a:t>为扩展名的文档</a:t>
          </a:r>
          <a:r>
            <a:rPr lang="en-US" sz="1800" dirty="0" smtClean="0"/>
            <a:t>,</a:t>
          </a:r>
          <a:r>
            <a:rPr lang="zh-CN" sz="1800" dirty="0" smtClean="0"/>
            <a:t>它通常由一个或多个样式组成</a:t>
          </a:r>
          <a:r>
            <a:rPr lang="en-US" sz="1800" dirty="0" smtClean="0"/>
            <a:t>,</a:t>
          </a:r>
          <a:r>
            <a:rPr lang="zh-CN" sz="1800" dirty="0" smtClean="0"/>
            <a:t>主要为了方便用户使用预先设计好的文档格式。单击</a:t>
          </a:r>
          <a:r>
            <a:rPr lang="en-US" sz="1800" dirty="0" smtClean="0"/>
            <a:t>“</a:t>
          </a:r>
          <a:r>
            <a:rPr lang="zh-CN" sz="1800" dirty="0" smtClean="0"/>
            <a:t>文件</a:t>
          </a:r>
          <a:r>
            <a:rPr lang="en-US" sz="1800" dirty="0" smtClean="0"/>
            <a:t>—</a:t>
          </a:r>
          <a:r>
            <a:rPr lang="zh-CN" sz="1800" dirty="0" smtClean="0"/>
            <a:t>新建</a:t>
          </a:r>
          <a:r>
            <a:rPr lang="en-US" sz="1800" dirty="0" smtClean="0"/>
            <a:t>”,</a:t>
          </a:r>
          <a:r>
            <a:rPr lang="zh-CN" sz="1800" dirty="0" smtClean="0"/>
            <a:t>可选择</a:t>
          </a:r>
          <a:r>
            <a:rPr lang="en-US" sz="1800" dirty="0" smtClean="0"/>
            <a:t>Word</a:t>
          </a:r>
          <a:r>
            <a:rPr lang="zh-CN" sz="1800" dirty="0" smtClean="0"/>
            <a:t>中提供的模板新建文档</a:t>
          </a:r>
          <a:r>
            <a:rPr lang="en-US" sz="1800" dirty="0" smtClean="0"/>
            <a:t>,</a:t>
          </a:r>
          <a:r>
            <a:rPr lang="zh-CN" sz="1800" dirty="0" smtClean="0"/>
            <a:t>如图</a:t>
          </a:r>
          <a:r>
            <a:rPr lang="en-US" sz="1800" dirty="0" smtClean="0"/>
            <a:t>3—25</a:t>
          </a:r>
          <a:r>
            <a:rPr lang="zh-CN" sz="1800" dirty="0" smtClean="0"/>
            <a:t>所示</a:t>
          </a:r>
          <a:r>
            <a:rPr lang="en-US" sz="1800" dirty="0" smtClean="0"/>
            <a:t>,</a:t>
          </a:r>
          <a:r>
            <a:rPr lang="zh-CN" sz="1800" dirty="0" smtClean="0"/>
            <a:t>也可以登录</a:t>
          </a:r>
          <a:r>
            <a:rPr lang="en-US" sz="1800" dirty="0" smtClean="0"/>
            <a:t>office.com</a:t>
          </a:r>
          <a:r>
            <a:rPr lang="zh-CN" sz="1800" dirty="0" smtClean="0"/>
            <a:t>下载模板。用户也可以</a:t>
          </a:r>
          <a:r>
            <a:rPr lang="en-US" sz="1800" dirty="0" smtClean="0"/>
            <a:t>“</a:t>
          </a:r>
          <a:r>
            <a:rPr lang="zh-CN" sz="1800" dirty="0" smtClean="0"/>
            <a:t>根据现有内容新建</a:t>
          </a:r>
          <a:r>
            <a:rPr lang="en-US" sz="1800" dirty="0" smtClean="0"/>
            <a:t>”</a:t>
          </a:r>
          <a:r>
            <a:rPr lang="zh-CN" sz="1800" dirty="0" smtClean="0"/>
            <a:t>模板</a:t>
          </a:r>
          <a:r>
            <a:rPr lang="en-US" sz="1800" dirty="0" smtClean="0"/>
            <a:t>,</a:t>
          </a:r>
          <a:r>
            <a:rPr lang="zh-CN" sz="1800" dirty="0" smtClean="0"/>
            <a:t>新建模板以</a:t>
          </a:r>
          <a:r>
            <a:rPr lang="en-US" sz="1800" dirty="0" smtClean="0"/>
            <a:t>.dot</a:t>
          </a:r>
          <a:r>
            <a:rPr lang="zh-CN" sz="1800" dirty="0" smtClean="0"/>
            <a:t>格式保存后</a:t>
          </a:r>
          <a:r>
            <a:rPr lang="en-US" sz="1800" dirty="0" smtClean="0"/>
            <a:t>,</a:t>
          </a:r>
          <a:r>
            <a:rPr lang="zh-CN" sz="1800" dirty="0" smtClean="0"/>
            <a:t>就可以在以后的操作中重复使用了。</a:t>
          </a:r>
          <a:endParaRPr lang="zh-CN" sz="1800" dirty="0"/>
        </a:p>
      </dgm:t>
    </dgm:pt>
    <dgm:pt modelId="{641600E9-4051-458F-AC83-D2A92859A8E7}" cxnId="{FA41F2DB-D83B-4798-B1DF-E2FA81DAE782}" type="parTrans">
      <dgm:prSet/>
      <dgm:spPr/>
      <dgm:t>
        <a:bodyPr/>
        <a:lstStyle/>
        <a:p>
          <a:endParaRPr lang="zh-CN" altLang="en-US" sz="1400"/>
        </a:p>
      </dgm:t>
    </dgm:pt>
    <dgm:pt modelId="{07CD7A20-1778-4913-9740-BDAB900DD13C}" cxnId="{FA41F2DB-D83B-4798-B1DF-E2FA81DAE782}" type="sibTrans">
      <dgm:prSet/>
      <dgm:spPr/>
      <dgm:t>
        <a:bodyPr/>
        <a:lstStyle/>
        <a:p>
          <a:endParaRPr lang="zh-CN" altLang="en-US" sz="1400"/>
        </a:p>
      </dgm:t>
    </dgm:pt>
    <dgm:pt modelId="{0DB79592-E37A-4E2F-8430-C076D4F47844}" type="pres">
      <dgm:prSet presAssocID="{5D413EE3-2B9C-4F83-9922-08AFD4C3D04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8F35B23-B89D-436E-974D-8E5FED129B63}" type="pres">
      <dgm:prSet presAssocID="{A2840880-4844-4B74-9248-7BF6BA7DA44A}" presName="parentText" presStyleLbl="node1" presStyleIdx="0" presStyleCnt="1" custScaleY="842434" custLinFactNeighborX="4386" custLinFactNeighborY="-4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95D0FBB-6832-4B59-BF57-74AAB0210329}" type="presOf" srcId="{5D413EE3-2B9C-4F83-9922-08AFD4C3D042}" destId="{0DB79592-E37A-4E2F-8430-C076D4F47844}" srcOrd="0" destOrd="0" presId="urn:microsoft.com/office/officeart/2005/8/layout/vList2"/>
    <dgm:cxn modelId="{FA41F2DB-D83B-4798-B1DF-E2FA81DAE782}" srcId="{5D413EE3-2B9C-4F83-9922-08AFD4C3D042}" destId="{A2840880-4844-4B74-9248-7BF6BA7DA44A}" srcOrd="0" destOrd="0" parTransId="{641600E9-4051-458F-AC83-D2A92859A8E7}" sibTransId="{07CD7A20-1778-4913-9740-BDAB900DD13C}"/>
    <dgm:cxn modelId="{CB99FA33-3872-407D-AA8D-1D90DF15D824}" type="presOf" srcId="{A2840880-4844-4B74-9248-7BF6BA7DA44A}" destId="{B8F35B23-B89D-436E-974D-8E5FED129B63}" srcOrd="0" destOrd="0" presId="urn:microsoft.com/office/officeart/2005/8/layout/vList2"/>
    <dgm:cxn modelId="{944F56C6-FC1A-4220-ADE7-5282FE8D51F5}" type="presParOf" srcId="{0DB79592-E37A-4E2F-8430-C076D4F47844}" destId="{B8F35B23-B89D-436E-974D-8E5FED129B63}" srcOrd="0" destOrd="0" presId="urn:microsoft.com/office/officeart/2005/8/layout/vList2"/>
  </dgm:cxnLst>
  <dgm:bg>
    <a:effectLst>
      <a:innerShdw blurRad="63500" dist="50800" dir="18900000">
        <a:prstClr val="black">
          <a:alpha val="50000"/>
        </a:prstClr>
      </a:innerShd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CA3149-8FDE-4AEE-8A03-002FBFB2D29C}" type="doc">
      <dgm:prSet loTypeId="urn:microsoft.com/office/officeart/2005/8/layout/radial2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B838D8E8-A358-411B-99E2-831130DA8F9C}">
      <dgm:prSet/>
      <dgm:spPr/>
      <dgm:t>
        <a:bodyPr/>
        <a:lstStyle/>
        <a:p>
          <a:pPr rtl="0"/>
          <a:r>
            <a:rPr lang="en-US" b="1" dirty="0" smtClean="0">
              <a:solidFill>
                <a:schemeClr val="tx1"/>
              </a:solidFill>
            </a:rPr>
            <a:t>1.</a:t>
          </a:r>
          <a:r>
            <a:rPr lang="zh-CN" b="1" dirty="0" smtClean="0">
              <a:solidFill>
                <a:schemeClr val="tx1"/>
              </a:solidFill>
            </a:rPr>
            <a:t>选择表格</a:t>
          </a:r>
          <a:endParaRPr lang="en-US" b="1" dirty="0">
            <a:solidFill>
              <a:schemeClr val="tx1"/>
            </a:solidFill>
          </a:endParaRPr>
        </a:p>
      </dgm:t>
    </dgm:pt>
    <dgm:pt modelId="{EDE57ED5-D83E-486F-8799-CB8708A64457}" cxnId="{67E5E82E-ACA0-4E14-84B9-9E556C62172B}" type="par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AC8A5268-3ACC-4E25-93E1-2D451CCA731C}" cxnId="{67E5E82E-ACA0-4E14-84B9-9E556C62172B}" type="sib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6D4A3535-4828-4133-B957-7ABF32FE536E}">
      <dgm:prSet custT="1"/>
      <dgm:spPr/>
      <dgm:t>
        <a:bodyPr/>
        <a:lstStyle/>
        <a:p>
          <a:pPr rtl="0"/>
          <a:r>
            <a:rPr lang="en-US" sz="1400" b="1" dirty="0" smtClean="0">
              <a:solidFill>
                <a:schemeClr val="tx1"/>
              </a:solidFill>
            </a:rPr>
            <a:t>(1)</a:t>
          </a:r>
          <a:r>
            <a:rPr lang="zh-CN" sz="1400" b="1" dirty="0" smtClean="0">
              <a:solidFill>
                <a:schemeClr val="tx1"/>
              </a:solidFill>
            </a:rPr>
            <a:t>选择单元格。</a:t>
          </a:r>
          <a:endParaRPr lang="zh-CN" sz="1400" b="1" dirty="0">
            <a:solidFill>
              <a:schemeClr val="tx1"/>
            </a:solidFill>
          </a:endParaRPr>
        </a:p>
      </dgm:t>
    </dgm:pt>
    <dgm:pt modelId="{C65C332C-B629-4C43-BABA-2289E005BAA9}" cxnId="{892662D5-AF67-4D58-B85E-C128D06C34E9}" type="par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E1B0C000-FA26-4536-BE9D-982121CAC320}" cxnId="{892662D5-AF67-4D58-B85E-C128D06C34E9}" type="sib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54CB05E3-29CF-4D74-A852-54E133B5F9DB}">
      <dgm:prSet custT="1"/>
      <dgm:spPr/>
      <dgm:t>
        <a:bodyPr/>
        <a:lstStyle/>
        <a:p>
          <a:pPr rtl="0"/>
          <a:r>
            <a:rPr lang="en-US" sz="1400" b="1" dirty="0" smtClean="0">
              <a:solidFill>
                <a:schemeClr val="tx1"/>
              </a:solidFill>
            </a:rPr>
            <a:t>(2)</a:t>
          </a:r>
          <a:r>
            <a:rPr lang="zh-CN" sz="1400" b="1" dirty="0" smtClean="0">
              <a:solidFill>
                <a:schemeClr val="tx1"/>
              </a:solidFill>
            </a:rPr>
            <a:t>选择一行。</a:t>
          </a:r>
          <a:endParaRPr lang="zh-CN" sz="1400" b="1" dirty="0">
            <a:solidFill>
              <a:schemeClr val="tx1"/>
            </a:solidFill>
          </a:endParaRPr>
        </a:p>
      </dgm:t>
    </dgm:pt>
    <dgm:pt modelId="{99C772A2-56C9-4785-A299-3662D80436C9}" cxnId="{5B5F891E-C3EA-45E3-A58F-C32244B3AADF}" type="par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D111C748-B0FA-4B7C-AA0A-C22ED6767DC5}" cxnId="{5B5F891E-C3EA-45E3-A58F-C32244B3AADF}" type="sib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E40D3521-B46D-418E-A277-CB2304F842D1}">
      <dgm:prSet custT="1"/>
      <dgm:spPr/>
      <dgm:t>
        <a:bodyPr/>
        <a:lstStyle/>
        <a:p>
          <a:pPr rtl="0"/>
          <a:r>
            <a:rPr lang="en-US" sz="1400" b="1" dirty="0" smtClean="0">
              <a:solidFill>
                <a:schemeClr val="tx1"/>
              </a:solidFill>
            </a:rPr>
            <a:t>(3)</a:t>
          </a:r>
          <a:r>
            <a:rPr lang="zh-CN" sz="1400" b="1" dirty="0" smtClean="0">
              <a:solidFill>
                <a:schemeClr val="tx1"/>
              </a:solidFill>
            </a:rPr>
            <a:t>选择一列。</a:t>
          </a:r>
          <a:endParaRPr lang="zh-CN" sz="1400" b="1" dirty="0">
            <a:solidFill>
              <a:schemeClr val="tx1"/>
            </a:solidFill>
          </a:endParaRPr>
        </a:p>
      </dgm:t>
    </dgm:pt>
    <dgm:pt modelId="{A09C6679-6BC6-417B-B1C3-E5928099E343}" cxnId="{4DD4E5C9-C265-4688-B488-12F508FF34D6}" type="par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3B5B6F8B-D70C-4518-BBCA-7E22E9247683}" cxnId="{4DD4E5C9-C265-4688-B488-12F508FF34D6}" type="sib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DD4484E6-2452-486A-B615-02A7085F3DA4}">
      <dgm:prSet custT="1"/>
      <dgm:spPr/>
      <dgm:t>
        <a:bodyPr/>
        <a:lstStyle/>
        <a:p>
          <a:pPr rtl="0"/>
          <a:r>
            <a:rPr lang="en-US" sz="1400" b="1" dirty="0" smtClean="0">
              <a:solidFill>
                <a:schemeClr val="tx1"/>
              </a:solidFill>
            </a:rPr>
            <a:t>(4)</a:t>
          </a:r>
          <a:r>
            <a:rPr lang="zh-CN" sz="1400" b="1" dirty="0" smtClean="0">
              <a:solidFill>
                <a:schemeClr val="tx1"/>
              </a:solidFill>
            </a:rPr>
            <a:t>选择整个表格。</a:t>
          </a:r>
          <a:endParaRPr lang="zh-CN" sz="1400" b="1" dirty="0">
            <a:solidFill>
              <a:schemeClr val="tx1"/>
            </a:solidFill>
          </a:endParaRPr>
        </a:p>
      </dgm:t>
    </dgm:pt>
    <dgm:pt modelId="{218A55A7-2CE4-46EC-A2FD-8A5931A480AF}" cxnId="{3D74F0C1-7B91-48EE-8303-5237A1B304F3}" type="par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9989C548-FB6B-488F-BEC8-C72D14DC8939}" cxnId="{3D74F0C1-7B91-48EE-8303-5237A1B304F3}" type="sibTrans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9E6EE903-9596-4675-95E9-304A2A4D8023}" type="pres">
      <dgm:prSet presAssocID="{D0CA3149-8FDE-4AEE-8A03-002FBFB2D29C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75D76D1-927E-4136-92F1-2135A2243E8B}" type="pres">
      <dgm:prSet presAssocID="{D0CA3149-8FDE-4AEE-8A03-002FBFB2D29C}" presName="cycle" presStyleCnt="0"/>
      <dgm:spPr/>
    </dgm:pt>
    <dgm:pt modelId="{08A5911C-2C42-48AD-8D1D-0D929E3AC54D}" type="pres">
      <dgm:prSet presAssocID="{D0CA3149-8FDE-4AEE-8A03-002FBFB2D29C}" presName="centerShape" presStyleCnt="0"/>
      <dgm:spPr/>
    </dgm:pt>
    <dgm:pt modelId="{E4F811E0-31B4-4E17-9AA0-9A4641564056}" type="pres">
      <dgm:prSet presAssocID="{D0CA3149-8FDE-4AEE-8A03-002FBFB2D29C}" presName="connSite" presStyleLbl="node1" presStyleIdx="0" presStyleCnt="6"/>
      <dgm:spPr/>
    </dgm:pt>
    <dgm:pt modelId="{CF463BBD-7666-4F2B-B582-DEADE72D9E9B}" type="pres">
      <dgm:prSet presAssocID="{D0CA3149-8FDE-4AEE-8A03-002FBFB2D29C}" presName="visible" presStyleLbl="node1" presStyleIdx="0" presStyleCnt="6" custScaleX="133834" custScaleY="133834"/>
      <dgm:spPr/>
    </dgm:pt>
    <dgm:pt modelId="{081CE3F1-6867-47BF-A171-81CBA040F1F4}" type="pres">
      <dgm:prSet presAssocID="{EDE57ED5-D83E-486F-8799-CB8708A64457}" presName="Name25" presStyleLbl="parChTrans1D1" presStyleIdx="0" presStyleCnt="5" custScaleX="2000000" custScaleY="133833"/>
      <dgm:spPr/>
      <dgm:t>
        <a:bodyPr/>
        <a:lstStyle/>
        <a:p>
          <a:endParaRPr lang="zh-CN" altLang="en-US"/>
        </a:p>
      </dgm:t>
    </dgm:pt>
    <dgm:pt modelId="{5FE9F5D2-3676-465A-9059-862354299D99}" type="pres">
      <dgm:prSet presAssocID="{B838D8E8-A358-411B-99E2-831130DA8F9C}" presName="node" presStyleCnt="0"/>
      <dgm:spPr/>
    </dgm:pt>
    <dgm:pt modelId="{B7E19A05-AB4B-495F-8BDF-42715B103144}" type="pres">
      <dgm:prSet presAssocID="{B838D8E8-A358-411B-99E2-831130DA8F9C}" presName="parentNode" presStyleLbl="node1" presStyleIdx="1" presStyleCnt="6" custScaleX="133834" custScaleY="133834" custLinFactX="-63220" custLinFactY="100000" custLinFactNeighborX="-100000" custLinFactNeighborY="13976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7A1DAF4-2FF5-4D6B-A2BE-8626FC4C3FAD}" type="pres">
      <dgm:prSet presAssocID="{B838D8E8-A358-411B-99E2-831130DA8F9C}" presName="childNode" presStyleLbl="revTx" presStyleIdx="0" presStyleCnt="0">
        <dgm:presLayoutVars>
          <dgm:bulletEnabled val="1"/>
        </dgm:presLayoutVars>
      </dgm:prSet>
      <dgm:spPr/>
    </dgm:pt>
    <dgm:pt modelId="{EDC128B0-F1AE-40CB-BD0C-AA63B1A12C0B}" type="pres">
      <dgm:prSet presAssocID="{C65C332C-B629-4C43-BABA-2289E005BAA9}" presName="Name25" presStyleLbl="parChTrans1D1" presStyleIdx="1" presStyleCnt="5" custScaleX="2000000" custScaleY="133833"/>
      <dgm:spPr/>
      <dgm:t>
        <a:bodyPr/>
        <a:lstStyle/>
        <a:p>
          <a:endParaRPr lang="zh-CN" altLang="en-US"/>
        </a:p>
      </dgm:t>
    </dgm:pt>
    <dgm:pt modelId="{8A9E4A19-F0AF-4486-9BDC-AC644EC5DEE4}" type="pres">
      <dgm:prSet presAssocID="{6D4A3535-4828-4133-B957-7ABF32FE536E}" presName="node" presStyleCnt="0"/>
      <dgm:spPr/>
    </dgm:pt>
    <dgm:pt modelId="{7CD75B06-49E8-4222-9B15-6207F5C3050D}" type="pres">
      <dgm:prSet presAssocID="{6D4A3535-4828-4133-B957-7ABF32FE536E}" presName="parentNode" presStyleLbl="node1" presStyleIdx="2" presStyleCnt="6" custScaleX="133834" custScaleY="133834" custLinFactNeighborX="37076" custLinFactNeighborY="-94622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91A337-6B27-4D42-9763-0BAF28BC6CBB}" type="pres">
      <dgm:prSet presAssocID="{6D4A3535-4828-4133-B957-7ABF32FE536E}" presName="childNode" presStyleLbl="revTx" presStyleIdx="0" presStyleCnt="0">
        <dgm:presLayoutVars>
          <dgm:bulletEnabled val="1"/>
        </dgm:presLayoutVars>
      </dgm:prSet>
      <dgm:spPr/>
    </dgm:pt>
    <dgm:pt modelId="{E2790335-4AE1-47E9-9528-5C141AB30AE4}" type="pres">
      <dgm:prSet presAssocID="{99C772A2-56C9-4785-A299-3662D80436C9}" presName="Name25" presStyleLbl="parChTrans1D1" presStyleIdx="2" presStyleCnt="5" custScaleX="2000000" custScaleY="133833"/>
      <dgm:spPr/>
      <dgm:t>
        <a:bodyPr/>
        <a:lstStyle/>
        <a:p>
          <a:endParaRPr lang="zh-CN" altLang="en-US"/>
        </a:p>
      </dgm:t>
    </dgm:pt>
    <dgm:pt modelId="{281B6CF6-B081-4673-BA53-9BA0E0D0B623}" type="pres">
      <dgm:prSet presAssocID="{54CB05E3-29CF-4D74-A852-54E133B5F9DB}" presName="node" presStyleCnt="0"/>
      <dgm:spPr/>
    </dgm:pt>
    <dgm:pt modelId="{BDF71223-D15B-4A54-8873-B9EAA622B1AD}" type="pres">
      <dgm:prSet presAssocID="{54CB05E3-29CF-4D74-A852-54E133B5F9DB}" presName="parentNode" presStyleLbl="node1" presStyleIdx="3" presStyleCnt="6" custScaleX="133834" custScaleY="133834" custLinFactNeighborX="71543" custLinFactNeighborY="-83365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6CD68D5-424C-43A1-B1AD-7495ADD4935E}" type="pres">
      <dgm:prSet presAssocID="{54CB05E3-29CF-4D74-A852-54E133B5F9DB}" presName="childNode" presStyleLbl="revTx" presStyleIdx="0" presStyleCnt="0">
        <dgm:presLayoutVars>
          <dgm:bulletEnabled val="1"/>
        </dgm:presLayoutVars>
      </dgm:prSet>
      <dgm:spPr/>
    </dgm:pt>
    <dgm:pt modelId="{1A04EE59-B662-4AF8-9EE0-CE36361A00D3}" type="pres">
      <dgm:prSet presAssocID="{A09C6679-6BC6-417B-B1C3-E5928099E343}" presName="Name25" presStyleLbl="parChTrans1D1" presStyleIdx="3" presStyleCnt="5" custScaleX="2000000" custScaleY="133833"/>
      <dgm:spPr/>
      <dgm:t>
        <a:bodyPr/>
        <a:lstStyle/>
        <a:p>
          <a:endParaRPr lang="zh-CN" altLang="en-US"/>
        </a:p>
      </dgm:t>
    </dgm:pt>
    <dgm:pt modelId="{8DB46C5A-55DC-4D44-BE6F-C4A9AF656D47}" type="pres">
      <dgm:prSet presAssocID="{E40D3521-B46D-418E-A277-CB2304F842D1}" presName="node" presStyleCnt="0"/>
      <dgm:spPr/>
    </dgm:pt>
    <dgm:pt modelId="{E4A0EBDF-A833-4093-97B9-5CD429757FD8}" type="pres">
      <dgm:prSet presAssocID="{E40D3521-B46D-418E-A277-CB2304F842D1}" presName="parentNode" presStyleLbl="node1" presStyleIdx="4" presStyleCnt="6" custScaleX="133834" custScaleY="133834" custLinFactNeighborX="97989" custLinFactNeighborY="-65201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AC550D4-3B10-43D0-882D-8F348E0640A1}" type="pres">
      <dgm:prSet presAssocID="{E40D3521-B46D-418E-A277-CB2304F842D1}" presName="childNode" presStyleLbl="revTx" presStyleIdx="0" presStyleCnt="0">
        <dgm:presLayoutVars>
          <dgm:bulletEnabled val="1"/>
        </dgm:presLayoutVars>
      </dgm:prSet>
      <dgm:spPr/>
    </dgm:pt>
    <dgm:pt modelId="{1830BB74-35AD-42FA-866B-1FFE6793EF41}" type="pres">
      <dgm:prSet presAssocID="{218A55A7-2CE4-46EC-A2FD-8A5931A480AF}" presName="Name25" presStyleLbl="parChTrans1D1" presStyleIdx="4" presStyleCnt="5" custScaleX="2000000" custScaleY="133833"/>
      <dgm:spPr/>
      <dgm:t>
        <a:bodyPr/>
        <a:lstStyle/>
        <a:p>
          <a:endParaRPr lang="zh-CN" altLang="en-US"/>
        </a:p>
      </dgm:t>
    </dgm:pt>
    <dgm:pt modelId="{5EA25B2D-CA73-4273-8819-6DD75BED8EDD}" type="pres">
      <dgm:prSet presAssocID="{DD4484E6-2452-486A-B615-02A7085F3DA4}" presName="node" presStyleCnt="0"/>
      <dgm:spPr/>
    </dgm:pt>
    <dgm:pt modelId="{74303F9F-E720-4C2C-A2E9-9B915C05A827}" type="pres">
      <dgm:prSet presAssocID="{DD4484E6-2452-486A-B615-02A7085F3DA4}" presName="parentNode" presStyleLbl="node1" presStyleIdx="5" presStyleCnt="6" custScaleX="133834" custScaleY="133834" custLinFactX="45720" custLinFactNeighborX="100000" custLinFactNeighborY="-30536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7F33DB-2BED-4AB0-BBB8-6297021361A0}" type="pres">
      <dgm:prSet presAssocID="{DD4484E6-2452-486A-B615-02A7085F3DA4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7922E7DD-EEE9-40F9-90C2-CC96272EA8DF}" type="presOf" srcId="{C65C332C-B629-4C43-BABA-2289E005BAA9}" destId="{EDC128B0-F1AE-40CB-BD0C-AA63B1A12C0B}" srcOrd="0" destOrd="0" presId="urn:microsoft.com/office/officeart/2005/8/layout/radial2"/>
    <dgm:cxn modelId="{0C41B371-1811-40B1-ACEF-8AE13D4FD15D}" type="presOf" srcId="{E40D3521-B46D-418E-A277-CB2304F842D1}" destId="{E4A0EBDF-A833-4093-97B9-5CD429757FD8}" srcOrd="0" destOrd="0" presId="urn:microsoft.com/office/officeart/2005/8/layout/radial2"/>
    <dgm:cxn modelId="{1FC3783B-E2AF-4E81-A66F-E630E27F1A25}" type="presOf" srcId="{B838D8E8-A358-411B-99E2-831130DA8F9C}" destId="{B7E19A05-AB4B-495F-8BDF-42715B103144}" srcOrd="0" destOrd="0" presId="urn:microsoft.com/office/officeart/2005/8/layout/radial2"/>
    <dgm:cxn modelId="{5B5F891E-C3EA-45E3-A58F-C32244B3AADF}" srcId="{D0CA3149-8FDE-4AEE-8A03-002FBFB2D29C}" destId="{54CB05E3-29CF-4D74-A852-54E133B5F9DB}" srcOrd="2" destOrd="0" parTransId="{99C772A2-56C9-4785-A299-3662D80436C9}" sibTransId="{D111C748-B0FA-4B7C-AA0A-C22ED6767DC5}"/>
    <dgm:cxn modelId="{162D4E77-D2B8-40CB-9745-2FE11FFCA1BF}" type="presOf" srcId="{EDE57ED5-D83E-486F-8799-CB8708A64457}" destId="{081CE3F1-6867-47BF-A171-81CBA040F1F4}" srcOrd="0" destOrd="0" presId="urn:microsoft.com/office/officeart/2005/8/layout/radial2"/>
    <dgm:cxn modelId="{51D0E5F8-02D2-4B55-8C02-A7D7AA7DA636}" type="presOf" srcId="{218A55A7-2CE4-46EC-A2FD-8A5931A480AF}" destId="{1830BB74-35AD-42FA-866B-1FFE6793EF41}" srcOrd="0" destOrd="0" presId="urn:microsoft.com/office/officeart/2005/8/layout/radial2"/>
    <dgm:cxn modelId="{4DD4E5C9-C265-4688-B488-12F508FF34D6}" srcId="{D0CA3149-8FDE-4AEE-8A03-002FBFB2D29C}" destId="{E40D3521-B46D-418E-A277-CB2304F842D1}" srcOrd="3" destOrd="0" parTransId="{A09C6679-6BC6-417B-B1C3-E5928099E343}" sibTransId="{3B5B6F8B-D70C-4518-BBCA-7E22E9247683}"/>
    <dgm:cxn modelId="{67E5E82E-ACA0-4E14-84B9-9E556C62172B}" srcId="{D0CA3149-8FDE-4AEE-8A03-002FBFB2D29C}" destId="{B838D8E8-A358-411B-99E2-831130DA8F9C}" srcOrd="0" destOrd="0" parTransId="{EDE57ED5-D83E-486F-8799-CB8708A64457}" sibTransId="{AC8A5268-3ACC-4E25-93E1-2D451CCA731C}"/>
    <dgm:cxn modelId="{892662D5-AF67-4D58-B85E-C128D06C34E9}" srcId="{D0CA3149-8FDE-4AEE-8A03-002FBFB2D29C}" destId="{6D4A3535-4828-4133-B957-7ABF32FE536E}" srcOrd="1" destOrd="0" parTransId="{C65C332C-B629-4C43-BABA-2289E005BAA9}" sibTransId="{E1B0C000-FA26-4536-BE9D-982121CAC320}"/>
    <dgm:cxn modelId="{B2851940-C3AC-45D7-AC7A-7875234BA28E}" type="presOf" srcId="{D0CA3149-8FDE-4AEE-8A03-002FBFB2D29C}" destId="{9E6EE903-9596-4675-95E9-304A2A4D8023}" srcOrd="0" destOrd="0" presId="urn:microsoft.com/office/officeart/2005/8/layout/radial2"/>
    <dgm:cxn modelId="{98F86D2B-4252-49E0-8843-C149989C57EB}" type="presOf" srcId="{A09C6679-6BC6-417B-B1C3-E5928099E343}" destId="{1A04EE59-B662-4AF8-9EE0-CE36361A00D3}" srcOrd="0" destOrd="0" presId="urn:microsoft.com/office/officeart/2005/8/layout/radial2"/>
    <dgm:cxn modelId="{73858CE3-ED06-40CC-80C8-CE8F94B777E6}" type="presOf" srcId="{54CB05E3-29CF-4D74-A852-54E133B5F9DB}" destId="{BDF71223-D15B-4A54-8873-B9EAA622B1AD}" srcOrd="0" destOrd="0" presId="urn:microsoft.com/office/officeart/2005/8/layout/radial2"/>
    <dgm:cxn modelId="{3D74F0C1-7B91-48EE-8303-5237A1B304F3}" srcId="{D0CA3149-8FDE-4AEE-8A03-002FBFB2D29C}" destId="{DD4484E6-2452-486A-B615-02A7085F3DA4}" srcOrd="4" destOrd="0" parTransId="{218A55A7-2CE4-46EC-A2FD-8A5931A480AF}" sibTransId="{9989C548-FB6B-488F-BEC8-C72D14DC8939}"/>
    <dgm:cxn modelId="{4A8FC0DF-4EB7-4A8D-8973-6B56938D2113}" type="presOf" srcId="{6D4A3535-4828-4133-B957-7ABF32FE536E}" destId="{7CD75B06-49E8-4222-9B15-6207F5C3050D}" srcOrd="0" destOrd="0" presId="urn:microsoft.com/office/officeart/2005/8/layout/radial2"/>
    <dgm:cxn modelId="{8D6AB341-EB38-45CA-B1AD-B9A32CECAA57}" type="presOf" srcId="{99C772A2-56C9-4785-A299-3662D80436C9}" destId="{E2790335-4AE1-47E9-9528-5C141AB30AE4}" srcOrd="0" destOrd="0" presId="urn:microsoft.com/office/officeart/2005/8/layout/radial2"/>
    <dgm:cxn modelId="{B60A909A-42FC-43A3-9B97-573DC4E46C55}" type="presOf" srcId="{DD4484E6-2452-486A-B615-02A7085F3DA4}" destId="{74303F9F-E720-4C2C-A2E9-9B915C05A827}" srcOrd="0" destOrd="0" presId="urn:microsoft.com/office/officeart/2005/8/layout/radial2"/>
    <dgm:cxn modelId="{0DDCD75D-A813-4DC1-B51C-0A4446F3D3DB}" type="presParOf" srcId="{9E6EE903-9596-4675-95E9-304A2A4D8023}" destId="{075D76D1-927E-4136-92F1-2135A2243E8B}" srcOrd="0" destOrd="0" presId="urn:microsoft.com/office/officeart/2005/8/layout/radial2"/>
    <dgm:cxn modelId="{0DEB0BAF-E127-41D7-B161-70951EEAD0ED}" type="presParOf" srcId="{075D76D1-927E-4136-92F1-2135A2243E8B}" destId="{08A5911C-2C42-48AD-8D1D-0D929E3AC54D}" srcOrd="0" destOrd="0" presId="urn:microsoft.com/office/officeart/2005/8/layout/radial2"/>
    <dgm:cxn modelId="{D6C22794-2AB4-4752-A073-65AB97EE4B50}" type="presParOf" srcId="{08A5911C-2C42-48AD-8D1D-0D929E3AC54D}" destId="{E4F811E0-31B4-4E17-9AA0-9A4641564056}" srcOrd="0" destOrd="0" presId="urn:microsoft.com/office/officeart/2005/8/layout/radial2"/>
    <dgm:cxn modelId="{203AC323-CA1F-4329-9CFC-1FF6E8AF4467}" type="presParOf" srcId="{08A5911C-2C42-48AD-8D1D-0D929E3AC54D}" destId="{CF463BBD-7666-4F2B-B582-DEADE72D9E9B}" srcOrd="1" destOrd="0" presId="urn:microsoft.com/office/officeart/2005/8/layout/radial2"/>
    <dgm:cxn modelId="{7D22B765-523C-424F-90E9-6EA0BF0CC393}" type="presParOf" srcId="{075D76D1-927E-4136-92F1-2135A2243E8B}" destId="{081CE3F1-6867-47BF-A171-81CBA040F1F4}" srcOrd="1" destOrd="0" presId="urn:microsoft.com/office/officeart/2005/8/layout/radial2"/>
    <dgm:cxn modelId="{4E8997C5-C138-40C2-8D76-BA1315649CD4}" type="presParOf" srcId="{075D76D1-927E-4136-92F1-2135A2243E8B}" destId="{5FE9F5D2-3676-465A-9059-862354299D99}" srcOrd="2" destOrd="0" presId="urn:microsoft.com/office/officeart/2005/8/layout/radial2"/>
    <dgm:cxn modelId="{99BDEC2F-C553-403F-9C5D-556A1ABEE160}" type="presParOf" srcId="{5FE9F5D2-3676-465A-9059-862354299D99}" destId="{B7E19A05-AB4B-495F-8BDF-42715B103144}" srcOrd="0" destOrd="0" presId="urn:microsoft.com/office/officeart/2005/8/layout/radial2"/>
    <dgm:cxn modelId="{014447B4-7759-405A-B3D9-1505B386C454}" type="presParOf" srcId="{5FE9F5D2-3676-465A-9059-862354299D99}" destId="{77A1DAF4-2FF5-4D6B-A2BE-8626FC4C3FAD}" srcOrd="1" destOrd="0" presId="urn:microsoft.com/office/officeart/2005/8/layout/radial2"/>
    <dgm:cxn modelId="{813A413D-6C8C-4E63-8F74-C9CB3665F499}" type="presParOf" srcId="{075D76D1-927E-4136-92F1-2135A2243E8B}" destId="{EDC128B0-F1AE-40CB-BD0C-AA63B1A12C0B}" srcOrd="3" destOrd="0" presId="urn:microsoft.com/office/officeart/2005/8/layout/radial2"/>
    <dgm:cxn modelId="{D4E70E1C-E07A-466F-B63C-8A9B04E571AC}" type="presParOf" srcId="{075D76D1-927E-4136-92F1-2135A2243E8B}" destId="{8A9E4A19-F0AF-4486-9BDC-AC644EC5DEE4}" srcOrd="4" destOrd="0" presId="urn:microsoft.com/office/officeart/2005/8/layout/radial2"/>
    <dgm:cxn modelId="{FAFEA923-B6E4-449E-BE29-041DE4E6E8FC}" type="presParOf" srcId="{8A9E4A19-F0AF-4486-9BDC-AC644EC5DEE4}" destId="{7CD75B06-49E8-4222-9B15-6207F5C3050D}" srcOrd="0" destOrd="0" presId="urn:microsoft.com/office/officeart/2005/8/layout/radial2"/>
    <dgm:cxn modelId="{1F13459A-2E0E-4613-B304-F9C2F7C5E032}" type="presParOf" srcId="{8A9E4A19-F0AF-4486-9BDC-AC644EC5DEE4}" destId="{2591A337-6B27-4D42-9763-0BAF28BC6CBB}" srcOrd="1" destOrd="0" presId="urn:microsoft.com/office/officeart/2005/8/layout/radial2"/>
    <dgm:cxn modelId="{2FF5813A-C5B0-47E4-9AFA-D7D40B621038}" type="presParOf" srcId="{075D76D1-927E-4136-92F1-2135A2243E8B}" destId="{E2790335-4AE1-47E9-9528-5C141AB30AE4}" srcOrd="5" destOrd="0" presId="urn:microsoft.com/office/officeart/2005/8/layout/radial2"/>
    <dgm:cxn modelId="{4A7ABA9C-C673-4D79-9653-D9B9BACA4660}" type="presParOf" srcId="{075D76D1-927E-4136-92F1-2135A2243E8B}" destId="{281B6CF6-B081-4673-BA53-9BA0E0D0B623}" srcOrd="6" destOrd="0" presId="urn:microsoft.com/office/officeart/2005/8/layout/radial2"/>
    <dgm:cxn modelId="{730E0794-2EED-4665-BEC4-46ACE4636B17}" type="presParOf" srcId="{281B6CF6-B081-4673-BA53-9BA0E0D0B623}" destId="{BDF71223-D15B-4A54-8873-B9EAA622B1AD}" srcOrd="0" destOrd="0" presId="urn:microsoft.com/office/officeart/2005/8/layout/radial2"/>
    <dgm:cxn modelId="{0073CF30-A648-45D5-8876-F4BE2088425F}" type="presParOf" srcId="{281B6CF6-B081-4673-BA53-9BA0E0D0B623}" destId="{76CD68D5-424C-43A1-B1AD-7495ADD4935E}" srcOrd="1" destOrd="0" presId="urn:microsoft.com/office/officeart/2005/8/layout/radial2"/>
    <dgm:cxn modelId="{C951E87F-D2E0-428E-8A5C-82648E26A2CA}" type="presParOf" srcId="{075D76D1-927E-4136-92F1-2135A2243E8B}" destId="{1A04EE59-B662-4AF8-9EE0-CE36361A00D3}" srcOrd="7" destOrd="0" presId="urn:microsoft.com/office/officeart/2005/8/layout/radial2"/>
    <dgm:cxn modelId="{6537197D-1CF5-46C0-8405-D9330358358F}" type="presParOf" srcId="{075D76D1-927E-4136-92F1-2135A2243E8B}" destId="{8DB46C5A-55DC-4D44-BE6F-C4A9AF656D47}" srcOrd="8" destOrd="0" presId="urn:microsoft.com/office/officeart/2005/8/layout/radial2"/>
    <dgm:cxn modelId="{2A76386F-9271-47B7-9D34-B0585BBE3897}" type="presParOf" srcId="{8DB46C5A-55DC-4D44-BE6F-C4A9AF656D47}" destId="{E4A0EBDF-A833-4093-97B9-5CD429757FD8}" srcOrd="0" destOrd="0" presId="urn:microsoft.com/office/officeart/2005/8/layout/radial2"/>
    <dgm:cxn modelId="{204682CD-D226-4668-86F5-ABC0AFFE43D3}" type="presParOf" srcId="{8DB46C5A-55DC-4D44-BE6F-C4A9AF656D47}" destId="{3AC550D4-3B10-43D0-882D-8F348E0640A1}" srcOrd="1" destOrd="0" presId="urn:microsoft.com/office/officeart/2005/8/layout/radial2"/>
    <dgm:cxn modelId="{1DDF8BA0-4D54-4C61-8351-D368D8E1A44A}" type="presParOf" srcId="{075D76D1-927E-4136-92F1-2135A2243E8B}" destId="{1830BB74-35AD-42FA-866B-1FFE6793EF41}" srcOrd="9" destOrd="0" presId="urn:microsoft.com/office/officeart/2005/8/layout/radial2"/>
    <dgm:cxn modelId="{18A57EE5-254B-49A9-9D3C-9AA3D2B42CD3}" type="presParOf" srcId="{075D76D1-927E-4136-92F1-2135A2243E8B}" destId="{5EA25B2D-CA73-4273-8819-6DD75BED8EDD}" srcOrd="10" destOrd="0" presId="urn:microsoft.com/office/officeart/2005/8/layout/radial2"/>
    <dgm:cxn modelId="{C8434408-E5DE-4785-B244-B5E0C91AEFB9}" type="presParOf" srcId="{5EA25B2D-CA73-4273-8819-6DD75BED8EDD}" destId="{74303F9F-E720-4C2C-A2E9-9B915C05A827}" srcOrd="0" destOrd="0" presId="urn:microsoft.com/office/officeart/2005/8/layout/radial2"/>
    <dgm:cxn modelId="{91C42A86-956D-4081-850C-8A598753DD42}" type="presParOf" srcId="{5EA25B2D-CA73-4273-8819-6DD75BED8EDD}" destId="{1F7F33DB-2BED-4AB0-BBB8-6297021361A0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172200" cy="1944216"/>
        <a:chOff x="0" y="0"/>
        <a:chExt cx="6172200" cy="1944216"/>
      </a:xfrm>
    </dsp:grpSpPr>
    <dsp:sp modelId="{97527EBF-0E0A-4225-BED5-15810BA395FC}">
      <dsp:nvSpPr>
        <dsp:cNvPr id="3" name="圆角矩形 2"/>
        <dsp:cNvSpPr/>
      </dsp:nvSpPr>
      <dsp:spPr bwMode="white">
        <a:xfrm>
          <a:off x="0" y="162800"/>
          <a:ext cx="6172200" cy="1618615"/>
        </a:xfrm>
        <a:prstGeom prst="roundRect">
          <a:avLst/>
        </a:prstGeom>
      </dsp:spPr>
      <dsp:style>
        <a:lnRef idx="0">
          <a:schemeClr val="lt1"/>
        </a:lnRef>
        <a:fillRef idx="3">
          <a:schemeClr val="accent1"/>
        </a:fillRef>
        <a:effectRef idx="3">
          <a:scrgbClr r="0" g="0" b="0"/>
        </a:effectRef>
        <a:fontRef idx="minor">
          <a:schemeClr val="lt1"/>
        </a:fontRef>
      </dsp:style>
      <dsp:txBody>
        <a:bodyPr lIns="232410" tIns="232410" rIns="232410" bIns="232410" anchor="ctr"/>
        <a:lstStyle>
          <a:lvl1pPr algn="l">
            <a:defRPr sz="6100"/>
          </a:lvl1pPr>
          <a:lvl2pPr marL="285750" indent="-285750" algn="l">
            <a:defRPr sz="4700"/>
          </a:lvl2pPr>
          <a:lvl3pPr marL="571500" indent="-285750" algn="l">
            <a:defRPr sz="4700"/>
          </a:lvl3pPr>
          <a:lvl4pPr marL="857250" indent="-285750" algn="l">
            <a:defRPr sz="4700"/>
          </a:lvl4pPr>
          <a:lvl5pPr marL="1143000" indent="-285750" algn="l">
            <a:defRPr sz="4700"/>
          </a:lvl5pPr>
          <a:lvl6pPr marL="1428750" indent="-285750" algn="l">
            <a:defRPr sz="4700"/>
          </a:lvl6pPr>
          <a:lvl7pPr marL="1714500" indent="-285750" algn="l">
            <a:defRPr sz="4700"/>
          </a:lvl7pPr>
          <a:lvl8pPr marL="2000250" indent="-285750" algn="l">
            <a:defRPr sz="4700"/>
          </a:lvl8pPr>
          <a:lvl9pPr marL="2286000" indent="-285750" algn="l">
            <a:defRPr sz="47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b="1" baseline="0" dirty="0" smtClean="0"/>
            <a:t>计算机应用基础</a:t>
          </a:r>
          <a:endParaRPr lang="zh-CN" b="1" baseline="0" dirty="0"/>
        </a:p>
      </dsp:txBody>
      <dsp:txXfrm>
        <a:off x="0" y="162800"/>
        <a:ext cx="6172200" cy="16186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873752" cy="4873752"/>
        <a:chOff x="0" y="0"/>
        <a:chExt cx="4873752" cy="4873752"/>
      </a:xfrm>
    </dsp:grpSpPr>
    <dsp:sp modelId="{F986CA9A-76C3-40BF-BB96-8A83EB9C7CA5}">
      <dsp:nvSpPr>
        <dsp:cNvPr id="3" name="椭圆 2"/>
        <dsp:cNvSpPr/>
      </dsp:nvSpPr>
      <dsp:spPr bwMode="white">
        <a:xfrm>
          <a:off x="1296924" y="0"/>
          <a:ext cx="4873752" cy="4873752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>
            <a:alpha val="50000"/>
          </a:schemeClr>
        </a:fillRef>
        <a:effectRef idx="0">
          <a:scrgbClr r="0" g="0" b="0"/>
        </a:effectRef>
        <a:fontRef idx="minor">
          <a:schemeClr val="tx1"/>
        </a:fontRef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dirty="0" smtClean="0"/>
            <a:t>      </a:t>
          </a:r>
          <a:r>
            <a:rPr lang="zh-CN" sz="2000" dirty="0" smtClean="0"/>
            <a:t>本章主要介绍</a:t>
          </a:r>
          <a:r>
            <a:rPr lang="en-US" sz="2000" dirty="0" smtClean="0"/>
            <a:t>Microsoft Office</a:t>
          </a:r>
          <a:r>
            <a:rPr lang="zh-CN" sz="2000" dirty="0" smtClean="0"/>
            <a:t>办公套件中的文字处理软件</a:t>
          </a:r>
          <a:r>
            <a:rPr lang="en-US" sz="2000" dirty="0" smtClean="0"/>
            <a:t>Word 2010,</a:t>
          </a:r>
          <a:r>
            <a:rPr lang="zh-CN" sz="2000" dirty="0" smtClean="0"/>
            <a:t>通过详细操作步骤的讲解由基础到提高、分层次地展示</a:t>
          </a:r>
          <a:r>
            <a:rPr lang="en-US" sz="2000" dirty="0" smtClean="0"/>
            <a:t>Word</a:t>
          </a:r>
          <a:r>
            <a:rPr lang="zh-CN" sz="2000" dirty="0" smtClean="0"/>
            <a:t>的文本编辑、排版、表格处理、图文处理等功能。</a:t>
          </a:r>
          <a:endParaRPr lang="zh-CN" sz="2000" dirty="0"/>
        </a:p>
      </dsp:txBody>
      <dsp:txXfrm>
        <a:off x="1296924" y="0"/>
        <a:ext cx="4873752" cy="48737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572560" cy="3444020"/>
        <a:chOff x="0" y="0"/>
        <a:chExt cx="8572560" cy="3444020"/>
      </a:xfrm>
    </dsp:grpSpPr>
    <dsp:sp modelId="{EBD3C886-7C44-46EE-93DC-D070576DD55F}">
      <dsp:nvSpPr>
        <dsp:cNvPr id="3" name="流程图: 手动操作 2"/>
        <dsp:cNvSpPr/>
      </dsp:nvSpPr>
      <dsp:spPr bwMode="white">
        <a:xfrm rot="-5400000">
          <a:off x="-1049652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(1)</a:t>
          </a:r>
          <a:r>
            <a:rPr lang="zh-CN" dirty="0" smtClean="0">
              <a:solidFill>
                <a:schemeClr val="tx1"/>
              </a:solidFill>
            </a:rPr>
            <a:t>文字编辑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可进行各种字符的输入、修改、删除、移动、复制、查找、替换等操作。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-1049652" y="1049652"/>
        <a:ext cx="3444020" cy="1344715"/>
      </dsp:txXfrm>
    </dsp:sp>
    <dsp:sp modelId="{C7446AFB-A7B9-4F82-BB66-11365E4062E2}">
      <dsp:nvSpPr>
        <dsp:cNvPr id="4" name="流程图: 手动操作 3"/>
        <dsp:cNvSpPr/>
      </dsp:nvSpPr>
      <dsp:spPr bwMode="white">
        <a:xfrm rot="-5400000">
          <a:off x="395917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(2)</a:t>
          </a:r>
          <a:r>
            <a:rPr lang="zh-CN" dirty="0" smtClean="0">
              <a:solidFill>
                <a:schemeClr val="tx1"/>
              </a:solidFill>
            </a:rPr>
            <a:t>文字校对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可以进行文档拼写检查、自动更正、英文语法检查等操作。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395917" y="1049652"/>
        <a:ext cx="3444020" cy="1344715"/>
      </dsp:txXfrm>
    </dsp:sp>
    <dsp:sp modelId="{4A1BB2A5-DCE4-404E-AC28-1DF92F9FBEFF}">
      <dsp:nvSpPr>
        <dsp:cNvPr id="5" name="流程图: 手动操作 4"/>
        <dsp:cNvSpPr/>
      </dsp:nvSpPr>
      <dsp:spPr bwMode="white">
        <a:xfrm rot="-5400000">
          <a:off x="1841486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(3)</a:t>
          </a:r>
          <a:r>
            <a:rPr lang="zh-CN" dirty="0" smtClean="0">
              <a:solidFill>
                <a:schemeClr val="tx1"/>
              </a:solidFill>
            </a:rPr>
            <a:t>文档排版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可以进行文档格式、页面格式的编排。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1841486" y="1049652"/>
        <a:ext cx="3444020" cy="1344715"/>
      </dsp:txXfrm>
    </dsp:sp>
    <dsp:sp modelId="{9929A0F3-C56C-4C7D-8E6F-59BFFB0A9F25}">
      <dsp:nvSpPr>
        <dsp:cNvPr id="6" name="流程图: 手动操作 5"/>
        <dsp:cNvSpPr/>
      </dsp:nvSpPr>
      <dsp:spPr bwMode="white">
        <a:xfrm rot="-5400000">
          <a:off x="3287054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(4)</a:t>
          </a:r>
          <a:r>
            <a:rPr lang="zh-CN" dirty="0" smtClean="0">
              <a:solidFill>
                <a:schemeClr val="tx1"/>
              </a:solidFill>
            </a:rPr>
            <a:t>图文处理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可以制作图形、图片、</a:t>
          </a:r>
          <a:r>
            <a:rPr lang="en-US" dirty="0" smtClean="0">
              <a:solidFill>
                <a:schemeClr val="tx1"/>
              </a:solidFill>
            </a:rPr>
            <a:t>SmartArt</a:t>
          </a:r>
          <a:r>
            <a:rPr lang="zh-CN" dirty="0" smtClean="0">
              <a:solidFill>
                <a:schemeClr val="tx1"/>
              </a:solidFill>
            </a:rPr>
            <a:t>图形等</a:t>
          </a:r>
          <a:r>
            <a:rPr lang="en-US" dirty="0" smtClean="0">
              <a:solidFill>
                <a:schemeClr val="tx1"/>
              </a:solidFill>
            </a:rPr>
            <a:t>,</a:t>
          </a:r>
          <a:r>
            <a:rPr lang="zh-CN" dirty="0" smtClean="0">
              <a:solidFill>
                <a:schemeClr val="tx1"/>
              </a:solidFill>
            </a:rPr>
            <a:t>可以进行图文混排等操作。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3287054" y="1049652"/>
        <a:ext cx="3444020" cy="1344715"/>
      </dsp:txXfrm>
    </dsp:sp>
    <dsp:sp modelId="{418DAE8D-CFC9-4B36-B093-969CF392C177}">
      <dsp:nvSpPr>
        <dsp:cNvPr id="7" name="流程图: 手动操作 6"/>
        <dsp:cNvSpPr/>
      </dsp:nvSpPr>
      <dsp:spPr bwMode="white">
        <a:xfrm rot="-5400000">
          <a:off x="4732623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(5)</a:t>
          </a:r>
          <a:r>
            <a:rPr lang="zh-CN" dirty="0" smtClean="0">
              <a:solidFill>
                <a:schemeClr val="tx1"/>
              </a:solidFill>
            </a:rPr>
            <a:t>制作表格</a:t>
          </a:r>
          <a:r>
            <a:rPr lang="en-US" dirty="0" smtClean="0">
              <a:solidFill>
                <a:schemeClr val="tx1"/>
              </a:solidFill>
            </a:rPr>
            <a:t>:</a:t>
          </a:r>
          <a:r>
            <a:rPr lang="zh-CN" dirty="0" smtClean="0">
              <a:solidFill>
                <a:schemeClr val="tx1"/>
              </a:solidFill>
            </a:rPr>
            <a:t>可以创建和修改表格</a:t>
          </a:r>
          <a:r>
            <a:rPr lang="en-US" dirty="0" smtClean="0">
              <a:solidFill>
                <a:schemeClr val="tx1"/>
              </a:solidFill>
            </a:rPr>
            <a:t>,</a:t>
          </a:r>
          <a:r>
            <a:rPr lang="zh-CN" dirty="0" smtClean="0">
              <a:solidFill>
                <a:schemeClr val="tx1"/>
              </a:solidFill>
            </a:rPr>
            <a:t>进行文本与表格间的转换。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4732623" y="1049652"/>
        <a:ext cx="3444020" cy="1344715"/>
      </dsp:txXfrm>
    </dsp:sp>
    <dsp:sp modelId="{01B508AC-CE5D-441B-A122-E9A66B2E9FC1}">
      <dsp:nvSpPr>
        <dsp:cNvPr id="8" name="流程图: 手动操作 7"/>
        <dsp:cNvSpPr/>
      </dsp:nvSpPr>
      <dsp:spPr bwMode="white">
        <a:xfrm rot="-5400000">
          <a:off x="6178192" y="1049652"/>
          <a:ext cx="3444020" cy="1344715"/>
        </a:xfrm>
        <a:prstGeom prst="flowChartManualOperation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rot="5400000" lIns="107950" tIns="0" rIns="107950" bIns="0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solidFill>
                <a:schemeClr val="tx1"/>
              </a:solidFill>
            </a:rPr>
            <a:t>(6)</a:t>
          </a:r>
          <a:r>
            <a:rPr lang="zh-CN" dirty="0" smtClean="0">
              <a:solidFill>
                <a:schemeClr val="tx1"/>
              </a:solidFill>
            </a:rPr>
            <a:t>帮助</a:t>
          </a:r>
          <a:r>
            <a:rPr lang="en-US" dirty="0" smtClean="0">
              <a:solidFill>
                <a:schemeClr val="tx1"/>
              </a:solidFill>
            </a:rPr>
            <a:t>:Word</a:t>
          </a:r>
          <a:r>
            <a:rPr lang="zh-CN" dirty="0" smtClean="0">
              <a:solidFill>
                <a:schemeClr val="tx1"/>
              </a:solidFill>
            </a:rPr>
            <a:t>中提供了</a:t>
          </a:r>
          <a:r>
            <a:rPr lang="en-US" dirty="0" smtClean="0">
              <a:solidFill>
                <a:schemeClr val="tx1"/>
              </a:solidFill>
            </a:rPr>
            <a:t>Office</a:t>
          </a:r>
          <a:r>
            <a:rPr lang="zh-CN" dirty="0" smtClean="0">
              <a:solidFill>
                <a:schemeClr val="tx1"/>
              </a:solidFill>
            </a:rPr>
            <a:t>帮助功能。</a:t>
          </a:r>
          <a:endParaRPr lang="zh-CN" dirty="0">
            <a:solidFill>
              <a:schemeClr val="tx1"/>
            </a:solidFill>
          </a:endParaRPr>
        </a:p>
      </dsp:txBody>
      <dsp:txXfrm rot="-5400000">
        <a:off x="6178192" y="1049652"/>
        <a:ext cx="3444020" cy="13447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00553" cy="3000395"/>
        <a:chOff x="0" y="0"/>
        <a:chExt cx="4200553" cy="3000395"/>
      </a:xfrm>
    </dsp:grpSpPr>
    <dsp:sp modelId="{19EDBDF8-E8B7-4B53-97A0-A1A909EE61F7}">
      <dsp:nvSpPr>
        <dsp:cNvPr id="3" name="椭圆 2"/>
        <dsp:cNvSpPr/>
      </dsp:nvSpPr>
      <dsp:spPr bwMode="white">
        <a:xfrm>
          <a:off x="2546765" y="855113"/>
          <a:ext cx="1050138" cy="105013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Xfrm>
        <a:off x="2546765" y="855113"/>
        <a:ext cx="1050138" cy="1050138"/>
      </dsp:txXfrm>
    </dsp:sp>
    <dsp:sp modelId="{CB565A8D-B4C1-4B90-946D-68726B013468}">
      <dsp:nvSpPr>
        <dsp:cNvPr id="5" name="椭圆 4"/>
        <dsp:cNvSpPr/>
      </dsp:nvSpPr>
      <dsp:spPr bwMode="white">
        <a:xfrm>
          <a:off x="2946237" y="1145251"/>
          <a:ext cx="1050138" cy="105013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alpha val="50000"/>
            <a:hueOff val="300000"/>
            <a:satOff val="3333"/>
            <a:lumOff val="-2058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Xfrm>
        <a:off x="2946237" y="1145251"/>
        <a:ext cx="1050138" cy="1050138"/>
      </dsp:txXfrm>
    </dsp:sp>
    <dsp:sp modelId="{C05A8EEA-339D-43D9-BF17-488A29FFB4E5}">
      <dsp:nvSpPr>
        <dsp:cNvPr id="7" name="椭圆 6"/>
        <dsp:cNvSpPr/>
      </dsp:nvSpPr>
      <dsp:spPr bwMode="white">
        <a:xfrm>
          <a:off x="2793757" y="1615113"/>
          <a:ext cx="1050138" cy="105013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alpha val="50000"/>
            <a:hueOff val="600000"/>
            <a:satOff val="6667"/>
            <a:lumOff val="-4117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Xfrm>
        <a:off x="2793757" y="1615113"/>
        <a:ext cx="1050138" cy="1050138"/>
      </dsp:txXfrm>
    </dsp:sp>
    <dsp:sp modelId="{F73ECC50-266F-4797-92CD-82F50B1041F6}">
      <dsp:nvSpPr>
        <dsp:cNvPr id="9" name="椭圆 8"/>
        <dsp:cNvSpPr/>
      </dsp:nvSpPr>
      <dsp:spPr bwMode="white">
        <a:xfrm>
          <a:off x="2299772" y="1615113"/>
          <a:ext cx="1050138" cy="105013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alpha val="50000"/>
            <a:hueOff val="900000"/>
            <a:satOff val="10000"/>
            <a:lumOff val="-6175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Xfrm>
        <a:off x="2299772" y="1615113"/>
        <a:ext cx="1050138" cy="1050138"/>
      </dsp:txXfrm>
    </dsp:sp>
    <dsp:sp modelId="{4EB173C1-3C7C-4317-83C4-9515E6A66F16}">
      <dsp:nvSpPr>
        <dsp:cNvPr id="11" name="椭圆 10"/>
        <dsp:cNvSpPr/>
      </dsp:nvSpPr>
      <dsp:spPr bwMode="white">
        <a:xfrm>
          <a:off x="2147292" y="1145251"/>
          <a:ext cx="1050138" cy="1050138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alpha val="50000"/>
            <a:hueOff val="1200000"/>
            <a:satOff val="13333"/>
            <a:lumOff val="-8234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Xfrm>
        <a:off x="2147292" y="1145251"/>
        <a:ext cx="1050138" cy="1050138"/>
      </dsp:txXfrm>
    </dsp:sp>
    <dsp:sp modelId="{1DE02CC8-568A-4D46-B948-946DDC45FB1A}">
      <dsp:nvSpPr>
        <dsp:cNvPr id="4" name="矩形 3"/>
        <dsp:cNvSpPr/>
      </dsp:nvSpPr>
      <dsp:spPr bwMode="white">
        <a:xfrm>
          <a:off x="2462754" y="0"/>
          <a:ext cx="1218160" cy="705093"/>
        </a:xfrm>
        <a:prstGeom prst="rect">
          <a:avLst/>
        </a:prstGeom>
        <a:noFill/>
        <a:ln>
          <a:noFill/>
        </a:ln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(1)</a:t>
          </a:r>
          <a:r>
            <a:rPr lang="zh-CN" sz="1400" dirty="0" smtClean="0">
              <a:solidFill>
                <a:schemeClr val="tx1"/>
              </a:solidFill>
            </a:rPr>
            <a:t>页面视图</a:t>
          </a:r>
          <a:r>
            <a:rPr lang="en-US" sz="1400" dirty="0" smtClean="0">
              <a:solidFill>
                <a:schemeClr val="tx1"/>
              </a:solidFill>
            </a:rPr>
            <a:t> </a:t>
          </a:r>
          <a:r>
            <a:rPr lang="zh-CN" sz="1400" dirty="0" smtClean="0">
              <a:solidFill>
                <a:schemeClr val="tx1"/>
              </a:solidFill>
            </a:rPr>
            <a:t>。</a:t>
          </a:r>
          <a:endParaRPr lang="zh-CN" sz="1400" dirty="0">
            <a:solidFill>
              <a:schemeClr val="tx1"/>
            </a:solidFill>
          </a:endParaRPr>
        </a:p>
      </dsp:txBody>
      <dsp:txXfrm>
        <a:off x="2462754" y="0"/>
        <a:ext cx="1218160" cy="705093"/>
      </dsp:txXfrm>
    </dsp:sp>
    <dsp:sp modelId="{98F3C676-BE63-42BF-A740-0AACA3CD5B7C}">
      <dsp:nvSpPr>
        <dsp:cNvPr id="6" name="矩形 5"/>
        <dsp:cNvSpPr/>
      </dsp:nvSpPr>
      <dsp:spPr bwMode="white">
        <a:xfrm>
          <a:off x="4079967" y="930122"/>
          <a:ext cx="1092144" cy="765101"/>
        </a:xfrm>
        <a:prstGeom prst="rect">
          <a:avLst/>
        </a:prstGeom>
        <a:noFill/>
        <a:ln>
          <a:noFill/>
        </a:ln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(2)</a:t>
          </a:r>
          <a:r>
            <a:rPr lang="zh-CN" sz="1400" dirty="0" smtClean="0">
              <a:solidFill>
                <a:schemeClr val="tx1"/>
              </a:solidFill>
            </a:rPr>
            <a:t>阅读版式视图</a:t>
          </a:r>
          <a:r>
            <a:rPr lang="en-US" sz="1400" dirty="0" smtClean="0">
              <a:solidFill>
                <a:schemeClr val="tx1"/>
              </a:solidFill>
            </a:rPr>
            <a:t> </a:t>
          </a:r>
          <a:r>
            <a:rPr lang="zh-CN" sz="1400" dirty="0" smtClean="0">
              <a:solidFill>
                <a:schemeClr val="tx1"/>
              </a:solidFill>
            </a:rPr>
            <a:t>。</a:t>
          </a:r>
          <a:endParaRPr lang="zh-CN" sz="1400" dirty="0">
            <a:solidFill>
              <a:schemeClr val="tx1"/>
            </a:solidFill>
          </a:endParaRPr>
        </a:p>
      </dsp:txBody>
      <dsp:txXfrm>
        <a:off x="4079967" y="930122"/>
        <a:ext cx="1092144" cy="765101"/>
      </dsp:txXfrm>
    </dsp:sp>
    <dsp:sp modelId="{41E55172-2553-4679-B32C-BFEA5FCB9E43}">
      <dsp:nvSpPr>
        <dsp:cNvPr id="8" name="矩形 7"/>
        <dsp:cNvSpPr/>
      </dsp:nvSpPr>
      <dsp:spPr bwMode="white">
        <a:xfrm>
          <a:off x="3911945" y="2235294"/>
          <a:ext cx="1092144" cy="765101"/>
        </a:xfrm>
        <a:prstGeom prst="rect">
          <a:avLst/>
        </a:prstGeom>
        <a:noFill/>
        <a:ln>
          <a:noFill/>
        </a:ln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(3)Web</a:t>
          </a:r>
          <a:r>
            <a:rPr lang="zh-CN" sz="1400" dirty="0" smtClean="0">
              <a:solidFill>
                <a:schemeClr val="tx1"/>
              </a:solidFill>
            </a:rPr>
            <a:t>版式。</a:t>
          </a:r>
          <a:endParaRPr lang="zh-CN" sz="1400" dirty="0">
            <a:solidFill>
              <a:schemeClr val="tx1"/>
            </a:solidFill>
          </a:endParaRPr>
        </a:p>
      </dsp:txBody>
      <dsp:txXfrm>
        <a:off x="3911945" y="2235294"/>
        <a:ext cx="1092144" cy="765101"/>
      </dsp:txXfrm>
    </dsp:sp>
    <dsp:sp modelId="{3C586F85-D62D-420D-8AF5-30640FEC30CB}">
      <dsp:nvSpPr>
        <dsp:cNvPr id="10" name="矩形 9"/>
        <dsp:cNvSpPr/>
      </dsp:nvSpPr>
      <dsp:spPr bwMode="white">
        <a:xfrm>
          <a:off x="1139580" y="2235294"/>
          <a:ext cx="1092144" cy="765101"/>
        </a:xfrm>
        <a:prstGeom prst="rect">
          <a:avLst/>
        </a:prstGeom>
        <a:noFill/>
        <a:ln>
          <a:noFill/>
        </a:ln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(4)</a:t>
          </a:r>
          <a:r>
            <a:rPr lang="zh-CN" sz="1400" dirty="0" smtClean="0">
              <a:solidFill>
                <a:schemeClr val="tx1"/>
              </a:solidFill>
            </a:rPr>
            <a:t>大纲。</a:t>
          </a:r>
          <a:endParaRPr lang="zh-CN" sz="1400" dirty="0">
            <a:solidFill>
              <a:schemeClr val="tx1"/>
            </a:solidFill>
          </a:endParaRPr>
        </a:p>
      </dsp:txBody>
      <dsp:txXfrm>
        <a:off x="1139580" y="2235294"/>
        <a:ext cx="1092144" cy="765101"/>
      </dsp:txXfrm>
    </dsp:sp>
    <dsp:sp modelId="{528D76D0-5293-45D7-B08A-72155619FB40}">
      <dsp:nvSpPr>
        <dsp:cNvPr id="12" name="矩形 11"/>
        <dsp:cNvSpPr/>
      </dsp:nvSpPr>
      <dsp:spPr bwMode="white">
        <a:xfrm>
          <a:off x="971558" y="930122"/>
          <a:ext cx="1092144" cy="765101"/>
        </a:xfrm>
        <a:prstGeom prst="rect">
          <a:avLst/>
        </a:prstGeom>
        <a:noFill/>
        <a:ln>
          <a:noFill/>
        </a:ln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dirty="0" smtClean="0">
              <a:solidFill>
                <a:schemeClr val="tx1"/>
              </a:solidFill>
            </a:rPr>
            <a:t>(5)</a:t>
          </a:r>
          <a:r>
            <a:rPr lang="zh-CN" sz="1400" dirty="0" smtClean="0">
              <a:solidFill>
                <a:schemeClr val="tx1"/>
              </a:solidFill>
            </a:rPr>
            <a:t>草稿视图</a:t>
          </a:r>
          <a:r>
            <a:rPr lang="en-US" sz="1400" dirty="0" smtClean="0">
              <a:solidFill>
                <a:schemeClr val="tx1"/>
              </a:solidFill>
            </a:rPr>
            <a:t> </a:t>
          </a:r>
          <a:r>
            <a:rPr lang="zh-CN" sz="1400" dirty="0" smtClean="0">
              <a:solidFill>
                <a:schemeClr val="tx1"/>
              </a:solidFill>
            </a:rPr>
            <a:t>。</a:t>
          </a:r>
          <a:endParaRPr lang="zh-CN" sz="1400" dirty="0">
            <a:solidFill>
              <a:schemeClr val="tx1"/>
            </a:solidFill>
          </a:endParaRPr>
        </a:p>
      </dsp:txBody>
      <dsp:txXfrm>
        <a:off x="971558" y="930122"/>
        <a:ext cx="1092144" cy="7651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358114" cy="3500462"/>
        <a:chOff x="0" y="0"/>
        <a:chExt cx="7358114" cy="3500462"/>
      </a:xfrm>
    </dsp:grpSpPr>
    <dsp:sp modelId="{B8F35B23-B89D-436E-974D-8E5FED129B63}">
      <dsp:nvSpPr>
        <dsp:cNvPr id="3" name="圆角矩形 2"/>
        <dsp:cNvSpPr/>
      </dsp:nvSpPr>
      <dsp:spPr bwMode="white">
        <a:xfrm>
          <a:off x="0" y="0"/>
          <a:ext cx="7358114" cy="3500462"/>
        </a:xfrm>
        <a:prstGeom prst="roundRect">
          <a:avLst/>
        </a:prstGeom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 rtl="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800" dirty="0" smtClean="0"/>
            <a:t>    </a:t>
          </a:r>
          <a:r>
            <a:rPr lang="zh-CN" sz="1800" dirty="0" smtClean="0"/>
            <a:t>模板在</a:t>
          </a:r>
          <a:r>
            <a:rPr lang="en-US" sz="1800" dirty="0" smtClean="0"/>
            <a:t>Word</a:t>
          </a:r>
          <a:r>
            <a:rPr lang="zh-CN" sz="1800" dirty="0" smtClean="0"/>
            <a:t>中是以</a:t>
          </a:r>
          <a:r>
            <a:rPr lang="en-US" sz="1800" dirty="0" smtClean="0"/>
            <a:t>.dot</a:t>
          </a:r>
          <a:r>
            <a:rPr lang="zh-CN" sz="1800" dirty="0" smtClean="0"/>
            <a:t>为扩展名的文档</a:t>
          </a:r>
          <a:r>
            <a:rPr lang="en-US" sz="1800" dirty="0" smtClean="0"/>
            <a:t>,</a:t>
          </a:r>
          <a:r>
            <a:rPr lang="zh-CN" sz="1800" dirty="0" smtClean="0"/>
            <a:t>它通常由一个或多个样式组成</a:t>
          </a:r>
          <a:r>
            <a:rPr lang="en-US" sz="1800" dirty="0" smtClean="0"/>
            <a:t>,</a:t>
          </a:r>
          <a:r>
            <a:rPr lang="zh-CN" sz="1800" dirty="0" smtClean="0"/>
            <a:t>主要为了方便用户使用预先设计好的文档格式。单击</a:t>
          </a:r>
          <a:r>
            <a:rPr lang="en-US" sz="1800" dirty="0" smtClean="0"/>
            <a:t>“</a:t>
          </a:r>
          <a:r>
            <a:rPr lang="zh-CN" sz="1800" dirty="0" smtClean="0"/>
            <a:t>文件</a:t>
          </a:r>
          <a:r>
            <a:rPr lang="en-US" sz="1800" dirty="0" smtClean="0"/>
            <a:t>—</a:t>
          </a:r>
          <a:r>
            <a:rPr lang="zh-CN" sz="1800" dirty="0" smtClean="0"/>
            <a:t>新建</a:t>
          </a:r>
          <a:r>
            <a:rPr lang="en-US" sz="1800" dirty="0" smtClean="0"/>
            <a:t>”,</a:t>
          </a:r>
          <a:r>
            <a:rPr lang="zh-CN" sz="1800" dirty="0" smtClean="0"/>
            <a:t>可选择</a:t>
          </a:r>
          <a:r>
            <a:rPr lang="en-US" sz="1800" dirty="0" smtClean="0"/>
            <a:t>Word</a:t>
          </a:r>
          <a:r>
            <a:rPr lang="zh-CN" sz="1800" dirty="0" smtClean="0"/>
            <a:t>中提供的模板新建文档</a:t>
          </a:r>
          <a:r>
            <a:rPr lang="en-US" sz="1800" dirty="0" smtClean="0"/>
            <a:t>,</a:t>
          </a:r>
          <a:r>
            <a:rPr lang="zh-CN" sz="1800" dirty="0" smtClean="0"/>
            <a:t>如图</a:t>
          </a:r>
          <a:r>
            <a:rPr lang="en-US" sz="1800" dirty="0" smtClean="0"/>
            <a:t>3—25</a:t>
          </a:r>
          <a:r>
            <a:rPr lang="zh-CN" sz="1800" dirty="0" smtClean="0"/>
            <a:t>所示</a:t>
          </a:r>
          <a:r>
            <a:rPr lang="en-US" sz="1800" dirty="0" smtClean="0"/>
            <a:t>,</a:t>
          </a:r>
          <a:r>
            <a:rPr lang="zh-CN" sz="1800" dirty="0" smtClean="0"/>
            <a:t>也可以登录</a:t>
          </a:r>
          <a:r>
            <a:rPr lang="en-US" sz="1800" dirty="0" smtClean="0"/>
            <a:t>office.com</a:t>
          </a:r>
          <a:r>
            <a:rPr lang="zh-CN" sz="1800" dirty="0" smtClean="0"/>
            <a:t>下载模板。用户也可以</a:t>
          </a:r>
          <a:r>
            <a:rPr lang="en-US" sz="1800" dirty="0" smtClean="0"/>
            <a:t>“</a:t>
          </a:r>
          <a:r>
            <a:rPr lang="zh-CN" sz="1800" dirty="0" smtClean="0"/>
            <a:t>根据现有内容新建</a:t>
          </a:r>
          <a:r>
            <a:rPr lang="en-US" sz="1800" dirty="0" smtClean="0"/>
            <a:t>”</a:t>
          </a:r>
          <a:r>
            <a:rPr lang="zh-CN" sz="1800" dirty="0" smtClean="0"/>
            <a:t>模板</a:t>
          </a:r>
          <a:r>
            <a:rPr lang="en-US" sz="1800" dirty="0" smtClean="0"/>
            <a:t>,</a:t>
          </a:r>
          <a:r>
            <a:rPr lang="zh-CN" sz="1800" dirty="0" smtClean="0"/>
            <a:t>新建模板以</a:t>
          </a:r>
          <a:r>
            <a:rPr lang="en-US" sz="1800" dirty="0" smtClean="0"/>
            <a:t>.dot</a:t>
          </a:r>
          <a:r>
            <a:rPr lang="zh-CN" sz="1800" dirty="0" smtClean="0"/>
            <a:t>格式保存后</a:t>
          </a:r>
          <a:r>
            <a:rPr lang="en-US" sz="1800" dirty="0" smtClean="0"/>
            <a:t>,</a:t>
          </a:r>
          <a:r>
            <a:rPr lang="zh-CN" sz="1800" dirty="0" smtClean="0"/>
            <a:t>就可以在以后的操作中重复使用了。</a:t>
          </a:r>
          <a:endParaRPr lang="zh-CN" sz="1800" dirty="0"/>
        </a:p>
      </dsp:txBody>
      <dsp:txXfrm>
        <a:off x="0" y="0"/>
        <a:ext cx="7358114" cy="35004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467600" cy="4873752"/>
        <a:chOff x="0" y="0"/>
        <a:chExt cx="7467600" cy="4873752"/>
      </a:xfrm>
    </dsp:grpSpPr>
    <dsp:sp modelId="{081CE3F1-6867-47BF-A171-81CBA040F1F4}">
      <dsp:nvSpPr>
        <dsp:cNvPr id="5" name="任意多边形 4"/>
        <dsp:cNvSpPr/>
      </dsp:nvSpPr>
      <dsp:spPr bwMode="white">
        <a:xfrm>
          <a:off x="2177698" y="2128165"/>
          <a:ext cx="280661" cy="33513"/>
        </a:xfrm>
        <a:custGeom>
          <a:avLst/>
          <a:gdLst/>
          <a:ahLst/>
          <a:cxnLst/>
          <a:pathLst>
            <a:path w="442" h="53">
              <a:moveTo>
                <a:pt x="340" y="-160"/>
              </a:moveTo>
              <a:lnTo>
                <a:pt x="102" y="213"/>
              </a:lnTo>
            </a:path>
          </a:pathLst>
        </a:custGeom>
      </dsp:spPr>
      <dsp:style>
        <a:lnRef idx="2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177698" y="2128165"/>
        <a:ext cx="280661" cy="33513"/>
      </dsp:txXfrm>
    </dsp:sp>
    <dsp:sp modelId="{EDC128B0-F1AE-40CB-BD0C-AA63B1A12C0B}">
      <dsp:nvSpPr>
        <dsp:cNvPr id="8" name="任意多边形 7"/>
        <dsp:cNvSpPr/>
      </dsp:nvSpPr>
      <dsp:spPr bwMode="white">
        <a:xfrm>
          <a:off x="2326640" y="1557577"/>
          <a:ext cx="1868286" cy="33513"/>
        </a:xfrm>
        <a:custGeom>
          <a:avLst/>
          <a:gdLst/>
          <a:ahLst/>
          <a:cxnLst/>
          <a:pathLst>
            <a:path w="2942" h="53">
              <a:moveTo>
                <a:pt x="302" y="919"/>
              </a:moveTo>
              <a:lnTo>
                <a:pt x="2640" y="-867"/>
              </a:lnTo>
            </a:path>
          </a:pathLst>
        </a:custGeom>
      </dsp:spPr>
      <dsp:style>
        <a:lnRef idx="2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326640" y="1557577"/>
        <a:ext cx="1868286" cy="33513"/>
      </dsp:txXfrm>
    </dsp:sp>
    <dsp:sp modelId="{E2790335-4AE1-47E9-9528-5C141AB30AE4}">
      <dsp:nvSpPr>
        <dsp:cNvPr id="11" name="任意多边形 10"/>
        <dsp:cNvSpPr/>
      </dsp:nvSpPr>
      <dsp:spPr bwMode="white">
        <a:xfrm>
          <a:off x="2592397" y="2153584"/>
          <a:ext cx="1782000" cy="33513"/>
        </a:xfrm>
        <a:custGeom>
          <a:avLst/>
          <a:gdLst/>
          <a:ahLst/>
          <a:cxnLst/>
          <a:pathLst>
            <a:path w="2806" h="53">
              <a:moveTo>
                <a:pt x="27" y="298"/>
              </a:moveTo>
              <a:lnTo>
                <a:pt x="2780" y="-245"/>
              </a:lnTo>
            </a:path>
          </a:pathLst>
        </a:custGeom>
      </dsp:spPr>
      <dsp:style>
        <a:lnRef idx="2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592397" y="2153584"/>
        <a:ext cx="1782000" cy="33513"/>
      </dsp:txXfrm>
    </dsp:sp>
    <dsp:sp modelId="{1A04EE59-B662-4AF8-9EE0-CE36361A00D3}">
      <dsp:nvSpPr>
        <dsp:cNvPr id="14" name="任意多边形 13"/>
        <dsp:cNvSpPr/>
      </dsp:nvSpPr>
      <dsp:spPr bwMode="white">
        <a:xfrm>
          <a:off x="2572390" y="2772398"/>
          <a:ext cx="1768404" cy="33513"/>
        </a:xfrm>
        <a:custGeom>
          <a:avLst/>
          <a:gdLst/>
          <a:ahLst/>
          <a:cxnLst/>
          <a:pathLst>
            <a:path w="2785" h="53">
              <a:moveTo>
                <a:pt x="47" y="-331"/>
              </a:moveTo>
              <a:lnTo>
                <a:pt x="2738" y="384"/>
              </a:lnTo>
            </a:path>
          </a:pathLst>
        </a:custGeom>
      </dsp:spPr>
      <dsp:style>
        <a:lnRef idx="2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572390" y="2772398"/>
        <a:ext cx="1768404" cy="33513"/>
      </dsp:txXfrm>
    </dsp:sp>
    <dsp:sp modelId="{1830BB74-35AD-42FA-866B-1FFE6793EF41}">
      <dsp:nvSpPr>
        <dsp:cNvPr id="17" name="任意多边形 16"/>
        <dsp:cNvSpPr/>
      </dsp:nvSpPr>
      <dsp:spPr bwMode="white">
        <a:xfrm>
          <a:off x="2286939" y="3356706"/>
          <a:ext cx="2004485" cy="33513"/>
        </a:xfrm>
        <a:custGeom>
          <a:avLst/>
          <a:gdLst/>
          <a:ahLst/>
          <a:cxnLst/>
          <a:pathLst>
            <a:path w="3157" h="53">
              <a:moveTo>
                <a:pt x="351" y="-966"/>
              </a:moveTo>
              <a:lnTo>
                <a:pt x="2805" y="1019"/>
              </a:lnTo>
            </a:path>
          </a:pathLst>
        </a:custGeom>
      </dsp:spPr>
      <dsp:style>
        <a:lnRef idx="2">
          <a:schemeClr val="accent2"/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286939" y="3356706"/>
        <a:ext cx="2004485" cy="33513"/>
      </dsp:txXfrm>
    </dsp:sp>
    <dsp:sp modelId="{CF463BBD-7666-4F2B-B582-DEADE72D9E9B}">
      <dsp:nvSpPr>
        <dsp:cNvPr id="4" name="椭圆 3"/>
        <dsp:cNvSpPr/>
      </dsp:nvSpPr>
      <dsp:spPr bwMode="white">
        <a:xfrm>
          <a:off x="1436645" y="1741710"/>
          <a:ext cx="1390333" cy="1390333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436645" y="1741710"/>
        <a:ext cx="1390333" cy="1390333"/>
      </dsp:txXfrm>
    </dsp:sp>
    <dsp:sp modelId="{B7E19A05-AB4B-495F-8BDF-42715B103144}">
      <dsp:nvSpPr>
        <dsp:cNvPr id="6" name="椭圆 5"/>
        <dsp:cNvSpPr/>
      </dsp:nvSpPr>
      <dsp:spPr bwMode="white">
        <a:xfrm>
          <a:off x="2049762" y="1494477"/>
          <a:ext cx="834200" cy="83420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240000"/>
            <a:satOff val="2667"/>
            <a:lumOff val="-164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 dirty="0" smtClean="0">
              <a:solidFill>
                <a:schemeClr val="tx1"/>
              </a:solidFill>
            </a:rPr>
            <a:t>1.</a:t>
          </a:r>
          <a:r>
            <a:rPr lang="zh-CN" b="1" dirty="0" smtClean="0">
              <a:solidFill>
                <a:schemeClr val="tx1"/>
              </a:solidFill>
            </a:rPr>
            <a:t>选择表格</a:t>
          </a:r>
          <a:endParaRPr lang="en-US" b="1" dirty="0">
            <a:solidFill>
              <a:schemeClr val="tx1"/>
            </a:solidFill>
          </a:endParaRPr>
        </a:p>
      </dsp:txBody>
      <dsp:txXfrm>
        <a:off x="2049762" y="1494477"/>
        <a:ext cx="834200" cy="834200"/>
      </dsp:txXfrm>
    </dsp:sp>
    <dsp:sp modelId="{7CD75B06-49E8-4222-9B15-6207F5C3050D}">
      <dsp:nvSpPr>
        <dsp:cNvPr id="9" name="椭圆 8"/>
        <dsp:cNvSpPr/>
      </dsp:nvSpPr>
      <dsp:spPr bwMode="white">
        <a:xfrm>
          <a:off x="3917414" y="336894"/>
          <a:ext cx="834200" cy="83420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480000"/>
            <a:satOff val="5333"/>
            <a:lumOff val="-329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 smtClean="0">
              <a:solidFill>
                <a:schemeClr val="tx1"/>
              </a:solidFill>
            </a:rPr>
            <a:t>(1)</a:t>
          </a:r>
          <a:r>
            <a:rPr lang="zh-CN" sz="1400" b="1" dirty="0" smtClean="0">
              <a:solidFill>
                <a:schemeClr val="tx1"/>
              </a:solidFill>
            </a:rPr>
            <a:t>选择单元格。</a:t>
          </a:r>
          <a:endParaRPr lang="zh-CN" sz="1400" b="1" dirty="0">
            <a:solidFill>
              <a:schemeClr val="tx1"/>
            </a:solidFill>
          </a:endParaRPr>
        </a:p>
      </dsp:txBody>
      <dsp:txXfrm>
        <a:off x="3917414" y="336894"/>
        <a:ext cx="834200" cy="834200"/>
      </dsp:txXfrm>
    </dsp:sp>
    <dsp:sp modelId="{BDF71223-D15B-4A54-8873-B9EAA622B1AD}">
      <dsp:nvSpPr>
        <dsp:cNvPr id="12" name="椭圆 11"/>
        <dsp:cNvSpPr/>
      </dsp:nvSpPr>
      <dsp:spPr bwMode="white">
        <a:xfrm>
          <a:off x="4349680" y="1500154"/>
          <a:ext cx="834200" cy="83420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720000"/>
            <a:satOff val="8000"/>
            <a:lumOff val="-49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 smtClean="0">
              <a:solidFill>
                <a:schemeClr val="tx1"/>
              </a:solidFill>
            </a:rPr>
            <a:t>(2)</a:t>
          </a:r>
          <a:r>
            <a:rPr lang="zh-CN" sz="1400" b="1" dirty="0" smtClean="0">
              <a:solidFill>
                <a:schemeClr val="tx1"/>
              </a:solidFill>
            </a:rPr>
            <a:t>选择一行。</a:t>
          </a:r>
          <a:endParaRPr lang="zh-CN" sz="1400" b="1" dirty="0">
            <a:solidFill>
              <a:schemeClr val="tx1"/>
            </a:solidFill>
          </a:endParaRPr>
        </a:p>
      </dsp:txBody>
      <dsp:txXfrm>
        <a:off x="4349680" y="1500154"/>
        <a:ext cx="834200" cy="834200"/>
      </dsp:txXfrm>
    </dsp:sp>
    <dsp:sp modelId="{E4A0EBDF-A833-4093-97B9-5CD429757FD8}">
      <dsp:nvSpPr>
        <dsp:cNvPr id="15" name="椭圆 14"/>
        <dsp:cNvSpPr/>
      </dsp:nvSpPr>
      <dsp:spPr bwMode="white">
        <a:xfrm>
          <a:off x="4297091" y="2706467"/>
          <a:ext cx="834200" cy="83420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960000"/>
            <a:satOff val="10667"/>
            <a:lumOff val="-658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 smtClean="0">
              <a:solidFill>
                <a:schemeClr val="tx1"/>
              </a:solidFill>
            </a:rPr>
            <a:t>(3)</a:t>
          </a:r>
          <a:r>
            <a:rPr lang="zh-CN" sz="1400" b="1" dirty="0" smtClean="0">
              <a:solidFill>
                <a:schemeClr val="tx1"/>
              </a:solidFill>
            </a:rPr>
            <a:t>选择一列。</a:t>
          </a:r>
          <a:endParaRPr lang="zh-CN" sz="1400" b="1" dirty="0">
            <a:solidFill>
              <a:schemeClr val="tx1"/>
            </a:solidFill>
          </a:endParaRPr>
        </a:p>
      </dsp:txBody>
      <dsp:txXfrm>
        <a:off x="4297091" y="2706467"/>
        <a:ext cx="834200" cy="834200"/>
      </dsp:txXfrm>
    </dsp:sp>
    <dsp:sp modelId="{74303F9F-E720-4C2C-A2E9-9B915C05A827}">
      <dsp:nvSpPr>
        <dsp:cNvPr id="18" name="椭圆 17"/>
        <dsp:cNvSpPr/>
      </dsp:nvSpPr>
      <dsp:spPr bwMode="white">
        <a:xfrm>
          <a:off x="3975414" y="3849219"/>
          <a:ext cx="834200" cy="834200"/>
        </a:xfrm>
        <a:prstGeom prst="ellipse">
          <a:avLst/>
        </a:prstGeom>
      </dsp:spPr>
      <dsp:style>
        <a:lnRef idx="2">
          <a:schemeClr val="lt1"/>
        </a:lnRef>
        <a:fillRef idx="1">
          <a:schemeClr val="accent2">
            <a:hueOff val="1200000"/>
            <a:satOff val="13333"/>
            <a:lumOff val="-823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 smtClean="0">
              <a:solidFill>
                <a:schemeClr val="tx1"/>
              </a:solidFill>
            </a:rPr>
            <a:t>(4)</a:t>
          </a:r>
          <a:r>
            <a:rPr lang="zh-CN" sz="1400" b="1" dirty="0" smtClean="0">
              <a:solidFill>
                <a:schemeClr val="tx1"/>
              </a:solidFill>
            </a:rPr>
            <a:t>选择整个表格。</a:t>
          </a:r>
          <a:endParaRPr lang="zh-CN" sz="1400" b="1" dirty="0">
            <a:solidFill>
              <a:schemeClr val="tx1"/>
            </a:solidFill>
          </a:endParaRPr>
        </a:p>
      </dsp:txBody>
      <dsp:txXfrm>
        <a:off x="3975414" y="3849219"/>
        <a:ext cx="834200" cy="834200"/>
      </dsp:txXfrm>
    </dsp:sp>
    <dsp:sp modelId="{E4F811E0-31B4-4E17-9AA0-9A4641564056}">
      <dsp:nvSpPr>
        <dsp:cNvPr id="3" name="椭圆 2" hidden="1"/>
        <dsp:cNvSpPr/>
      </dsp:nvSpPr>
      <dsp:spPr>
        <a:xfrm>
          <a:off x="1645195" y="1950260"/>
          <a:ext cx="973233" cy="973233"/>
        </a:xfrm>
        <a:prstGeom prst="ellipse">
          <a:avLst/>
        </a:prstGeom>
      </dsp:spPr>
      <dsp:txXfrm>
        <a:off x="1645195" y="1950260"/>
        <a:ext cx="973233" cy="973233"/>
      </dsp:txXfrm>
    </dsp:sp>
    <dsp:sp modelId="{77A1DAF4-2FF5-4D6B-A2BE-8626FC4C3FAD}">
      <dsp:nvSpPr>
        <dsp:cNvPr id="7" name="矩形 6"/>
        <dsp:cNvSpPr/>
      </dsp:nvSpPr>
      <dsp:spPr bwMode="white">
        <a:xfrm>
          <a:off x="2967382" y="1494477"/>
          <a:ext cx="1251299" cy="834200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2967382" y="1494477"/>
        <a:ext cx="1251299" cy="834200"/>
      </dsp:txXfrm>
    </dsp:sp>
    <dsp:sp modelId="{2591A337-6B27-4D42-9763-0BAF28BC6CBB}">
      <dsp:nvSpPr>
        <dsp:cNvPr id="10" name="矩形 9"/>
        <dsp:cNvSpPr/>
      </dsp:nvSpPr>
      <dsp:spPr bwMode="white">
        <a:xfrm>
          <a:off x="4835034" y="336894"/>
          <a:ext cx="1251299" cy="834200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4835034" y="336894"/>
        <a:ext cx="1251299" cy="834200"/>
      </dsp:txXfrm>
    </dsp:sp>
    <dsp:sp modelId="{76CD68D5-424C-43A1-B1AD-7495ADD4935E}">
      <dsp:nvSpPr>
        <dsp:cNvPr id="13" name="矩形 12"/>
        <dsp:cNvSpPr/>
      </dsp:nvSpPr>
      <dsp:spPr bwMode="white">
        <a:xfrm>
          <a:off x="5267300" y="1500154"/>
          <a:ext cx="1251299" cy="834200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267300" y="1500154"/>
        <a:ext cx="1251299" cy="834200"/>
      </dsp:txXfrm>
    </dsp:sp>
    <dsp:sp modelId="{3AC550D4-3B10-43D0-882D-8F348E0640A1}">
      <dsp:nvSpPr>
        <dsp:cNvPr id="16" name="矩形 15"/>
        <dsp:cNvSpPr/>
      </dsp:nvSpPr>
      <dsp:spPr bwMode="white">
        <a:xfrm>
          <a:off x="5214710" y="2706467"/>
          <a:ext cx="1251299" cy="834200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214710" y="2706467"/>
        <a:ext cx="1251299" cy="834200"/>
      </dsp:txXfrm>
    </dsp:sp>
    <dsp:sp modelId="{1F7F33DB-2BED-4AB0-BBB8-6297021361A0}">
      <dsp:nvSpPr>
        <dsp:cNvPr id="19" name="矩形 18"/>
        <dsp:cNvSpPr/>
      </dsp:nvSpPr>
      <dsp:spPr bwMode="white">
        <a:xfrm>
          <a:off x="4893033" y="3849219"/>
          <a:ext cx="1251299" cy="834200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0" tIns="0" rIns="0" bIns="0" anchor="ctr"/>
        <a:lstStyle>
          <a:lvl1pPr algn="l">
            <a:defRPr sz="54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4893033" y="3849219"/>
        <a:ext cx="1251299" cy="834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srcNode" val="connSite"/>
              <dgm:param type="dstNode" val="parentNode"/>
              <dgm:param type="dim" val="1D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2BC719-7C55-4B95-8FD5-639CCFF772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jpeg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3" Type="http://schemas.openxmlformats.org/officeDocument/2006/relationships/diagramData" Target="../diagrams/data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3" Type="http://schemas.openxmlformats.org/officeDocument/2006/relationships/diagramData" Target="../diagrams/data4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diagramDrawing" Target="../diagrams/drawing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3" Type="http://schemas.openxmlformats.org/officeDocument/2006/relationships/diagramData" Target="../diagrams/data5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jpeg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jpeg"/><Relationship Id="rId3" Type="http://schemas.openxmlformats.org/officeDocument/2006/relationships/image" Target="../media/image4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9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jpeg"/><Relationship Id="rId3" Type="http://schemas.openxmlformats.org/officeDocument/2006/relationships/image" Target="../media/image5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9.jpe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2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/>
        </p:nvGraphicFramePr>
        <p:xfrm>
          <a:off x="3191034" y="2276872"/>
          <a:ext cx="6172200" cy="1944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912" y="188640"/>
            <a:ext cx="51845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zh-CN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sz="quarter" idx="1"/>
          </p:nvPr>
        </p:nvGraphicFramePr>
        <p:xfrm>
          <a:off x="1981200" y="1600200"/>
          <a:ext cx="7467600" cy="4873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9375" y="12668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53365" y="10890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7" name="3A0.EPS" descr="id:214749307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2794" y="1500174"/>
            <a:ext cx="6000792" cy="44291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6" name="知识导论.EPS" descr="id:2147493064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1993" y="2133271"/>
            <a:ext cx="1785950" cy="50006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3.1</a:t>
            </a:r>
            <a:r>
              <a:rPr lang="zh-CN" altLang="en-US" dirty="0" smtClean="0"/>
              <a:t>　</a:t>
            </a:r>
            <a:r>
              <a:rPr lang="en-US" dirty="0" smtClean="0"/>
              <a:t>Word</a:t>
            </a:r>
            <a:r>
              <a:rPr lang="zh-CN" altLang="en-US" dirty="0" smtClean="0"/>
              <a:t>基本知识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了解</a:t>
            </a:r>
            <a:r>
              <a:rPr lang="en-US" dirty="0" smtClean="0"/>
              <a:t>Word</a:t>
            </a:r>
            <a:r>
              <a:rPr lang="zh-CN" altLang="en-US" dirty="0" smtClean="0"/>
              <a:t>的主要功能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熟悉</a:t>
            </a:r>
            <a:r>
              <a:rPr lang="en-US" dirty="0" smtClean="0"/>
              <a:t>Word</a:t>
            </a:r>
            <a:r>
              <a:rPr lang="zh-CN" altLang="en-US" dirty="0" smtClean="0"/>
              <a:t>工作窗口的组成元素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掌握文档新建、打开、保存、关闭等基本操作</a:t>
            </a:r>
            <a:r>
              <a:rPr lang="en-US" dirty="0" smtClean="0"/>
              <a:t>,</a:t>
            </a:r>
            <a:r>
              <a:rPr lang="zh-CN" altLang="en-US" dirty="0" smtClean="0"/>
              <a:t>学会使用常用视图。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19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8" name="学习目标.EPS" descr="id:214749308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4740" y="3333743"/>
            <a:ext cx="1857388" cy="500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 smtClean="0"/>
              <a:t>3.1.1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的主要功能 </a:t>
            </a:r>
            <a:endParaRPr lang="zh-CN" altLang="en-US" sz="2000" dirty="0" smtClean="0"/>
          </a:p>
          <a:p>
            <a:pPr>
              <a:lnSpc>
                <a:spcPct val="110000"/>
              </a:lnSpc>
              <a:buNone/>
            </a:pPr>
            <a:r>
              <a:rPr lang="en-US" sz="2000" dirty="0" smtClean="0"/>
              <a:t>       Word 2010</a:t>
            </a:r>
            <a:r>
              <a:rPr lang="zh-CN" altLang="en-US" sz="2000" dirty="0" smtClean="0"/>
              <a:t>是</a:t>
            </a:r>
            <a:r>
              <a:rPr lang="en-US" sz="2000" dirty="0" smtClean="0"/>
              <a:t>Office 2010</a:t>
            </a:r>
            <a:r>
              <a:rPr lang="zh-CN" altLang="en-US" sz="2000" dirty="0" smtClean="0"/>
              <a:t>的核心软件之一</a:t>
            </a:r>
            <a:r>
              <a:rPr lang="en-US" sz="2000" dirty="0" smtClean="0"/>
              <a:t>,Word</a:t>
            </a:r>
            <a:r>
              <a:rPr lang="zh-CN" altLang="en-US" sz="2000" dirty="0" smtClean="0"/>
              <a:t>主要用于文档的编辑排版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它的主要功能有</a:t>
            </a:r>
            <a:r>
              <a:rPr lang="en-US" sz="2000" dirty="0" smtClean="0"/>
              <a:t>: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705" y="13557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7" name="图示 6"/>
          <p:cNvGraphicFramePr/>
          <p:nvPr/>
        </p:nvGraphicFramePr>
        <p:xfrm>
          <a:off x="1738282" y="2928934"/>
          <a:ext cx="8572560" cy="3444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3.1.2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的启动和退出 </a:t>
            </a: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启动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可在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菜单中查找 </a:t>
            </a:r>
            <a:r>
              <a:rPr lang="en-US" sz="2000" dirty="0" smtClean="0"/>
              <a:t>Word </a:t>
            </a:r>
            <a:r>
              <a:rPr lang="zh-CN" altLang="en-US" sz="2000" dirty="0" smtClean="0"/>
              <a:t>图标并启动程序。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endParaRPr lang="zh-CN" altLang="en-US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退出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若要退出</a:t>
            </a:r>
            <a:r>
              <a:rPr lang="en-US" sz="2000" dirty="0" smtClean="0"/>
              <a:t>Word,</a:t>
            </a:r>
            <a:r>
              <a:rPr lang="zh-CN" altLang="en-US" sz="2000" dirty="0" smtClean="0"/>
              <a:t>可选择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菜单栏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退出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8115" y="6572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3.1.3</a:t>
            </a:r>
            <a:r>
              <a:rPr lang="zh-CN" altLang="en-US" sz="2000" dirty="0" smtClean="0"/>
              <a:t>　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工作窗口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启动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后即打开工作界面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图</a:t>
            </a:r>
            <a:r>
              <a:rPr lang="en-US" sz="2000" dirty="0" smtClean="0"/>
              <a:t>3—1</a:t>
            </a:r>
            <a:r>
              <a:rPr lang="zh-CN" altLang="en-US" sz="2000" dirty="0" smtClean="0"/>
              <a:t>所示为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窗口的组成。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686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1.jpg" descr="id:214749313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6844" y="2643182"/>
            <a:ext cx="4929222" cy="34290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95604" y="6345816"/>
            <a:ext cx="244919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Word</a:t>
            </a:r>
            <a:r>
              <a:rPr lang="zh-CN" altLang="en-US" sz="1600" dirty="0" smtClean="0"/>
              <a:t>窗口的组成</a:t>
            </a:r>
            <a:endParaRPr lang="zh-CN" altLang="en-US" sz="1600" dirty="0"/>
          </a:p>
        </p:txBody>
      </p:sp>
      <p:pic>
        <p:nvPicPr>
          <p:cNvPr id="8" name="3a2.jpg" descr="id:2147493140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0446" y="2714620"/>
            <a:ext cx="2428892" cy="328614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110719" y="6357958"/>
            <a:ext cx="30111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</a:t>
            </a:r>
            <a:r>
              <a:rPr lang="zh-CN" altLang="en-US" sz="1600" dirty="0" smtClean="0"/>
              <a:t>　自定义快速访问工具栏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 smtClean="0"/>
              <a:t>3.1.4</a:t>
            </a:r>
            <a:r>
              <a:rPr lang="zh-CN" altLang="en-US" sz="2000" dirty="0" smtClean="0"/>
              <a:t>　帮助命令的使用</a:t>
            </a:r>
            <a:endParaRPr lang="zh-CN" altLang="en-US" sz="2000" dirty="0" smtClean="0"/>
          </a:p>
          <a:p>
            <a:pPr>
              <a:lnSpc>
                <a:spcPct val="20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窗口右上角的</a:t>
            </a:r>
            <a:r>
              <a:rPr lang="en-US" sz="2000" dirty="0" smtClean="0"/>
              <a:t> </a:t>
            </a:r>
            <a:r>
              <a:rPr lang="zh-CN" altLang="en-US" sz="2000" dirty="0" smtClean="0"/>
              <a:t>按钮或按</a:t>
            </a:r>
            <a:r>
              <a:rPr lang="en-US" sz="2000" dirty="0" smtClean="0"/>
              <a:t>F1</a:t>
            </a:r>
            <a:r>
              <a:rPr lang="zh-CN" altLang="en-US" sz="2000" dirty="0" smtClean="0"/>
              <a:t>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可以打开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帮助页面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这是一个非常实用的使用手册。在帮助页面中可以查看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的使用指南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用户可以通过目录或查找功能查看自己所需了解的内容。</a:t>
            </a:r>
            <a:endParaRPr lang="en-US" altLang="zh-CN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 smtClean="0"/>
              <a:t>3.1.5</a:t>
            </a:r>
            <a:r>
              <a:rPr lang="zh-CN" altLang="en-US" sz="2000" dirty="0" smtClean="0"/>
              <a:t>　文档的基本操作</a:t>
            </a:r>
            <a:endParaRPr lang="zh-CN" altLang="en-US" sz="2000" dirty="0" smtClean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新建文档</a:t>
            </a:r>
            <a:endParaRPr lang="zh-CN" altLang="en-US" sz="2000" dirty="0" smtClean="0"/>
          </a:p>
          <a:p>
            <a:pPr>
              <a:lnSpc>
                <a:spcPct val="200000"/>
              </a:lnSpc>
              <a:buNone/>
            </a:pPr>
            <a:r>
              <a:rPr lang="zh-CN" altLang="en-US" sz="2000" dirty="0" smtClean="0"/>
              <a:t>       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新建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将会显示可用模板页面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用户可以选择所需的模板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根据模板建立一个新文档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也可以新建一个空白文档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3—3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26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274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3.jpg" descr="id:2147493185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1356" y="1643050"/>
            <a:ext cx="5429288" cy="41434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5080337" y="5988626"/>
            <a:ext cx="17919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</a:t>
            </a:r>
            <a:r>
              <a:rPr lang="zh-CN" altLang="en-US" sz="1600" dirty="0" smtClean="0"/>
              <a:t>　新建文档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2.</a:t>
            </a:r>
            <a:r>
              <a:rPr lang="zh-CN" altLang="zh-CN" sz="2000" dirty="0" smtClean="0"/>
              <a:t>保存文档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   </a:t>
            </a:r>
            <a:r>
              <a:rPr lang="zh-CN" altLang="zh-CN" sz="2000" dirty="0" smtClean="0"/>
              <a:t>用户对新文档进行了编辑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选择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文件</a:t>
            </a:r>
            <a:r>
              <a:rPr lang="en-US" altLang="zh-CN" sz="2000" dirty="0" smtClean="0"/>
              <a:t>—</a:t>
            </a:r>
            <a:r>
              <a:rPr lang="zh-CN" altLang="zh-CN" sz="2000" dirty="0" smtClean="0"/>
              <a:t>另存为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后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即弹出图</a:t>
            </a:r>
            <a:r>
              <a:rPr lang="en-US" altLang="zh-CN" sz="2000" dirty="0" smtClean="0"/>
              <a:t>3—4</a:t>
            </a:r>
            <a:r>
              <a:rPr lang="zh-CN" altLang="zh-CN" sz="2000" dirty="0" smtClean="0"/>
              <a:t>所示的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另存为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对话框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在保存的位置输入文件名、选择保存类型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然后单击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保存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即可。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79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4.jpg" descr="id:2147493207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3792" y="3573016"/>
            <a:ext cx="3601720" cy="2736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4746912" y="6372036"/>
            <a:ext cx="236855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dirty="0" smtClean="0"/>
              <a:t>图</a:t>
            </a:r>
            <a:r>
              <a:rPr lang="en-US" altLang="zh-CN" sz="1600" dirty="0" smtClean="0"/>
              <a:t>3—4</a:t>
            </a:r>
            <a:r>
              <a:rPr lang="zh-CN" altLang="zh-CN" sz="1600" dirty="0" smtClean="0"/>
              <a:t>　</a:t>
            </a:r>
            <a:r>
              <a:rPr lang="en-US" altLang="zh-CN" sz="1600" dirty="0" smtClean="0"/>
              <a:t>“</a:t>
            </a:r>
            <a:r>
              <a:rPr lang="zh-CN" altLang="zh-CN" sz="1600" dirty="0" smtClean="0"/>
              <a:t>另存为</a:t>
            </a:r>
            <a:r>
              <a:rPr lang="en-US" altLang="zh-CN" sz="1600" dirty="0" smtClean="0"/>
              <a:t>”</a:t>
            </a:r>
            <a:r>
              <a:rPr lang="zh-CN" altLang="zh-CN" sz="1600" dirty="0" smtClean="0"/>
              <a:t>对话框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3.</a:t>
            </a:r>
            <a:r>
              <a:rPr lang="zh-CN" altLang="zh-CN" sz="2000" dirty="0" smtClean="0"/>
              <a:t>打开文档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  </a:t>
            </a:r>
            <a:r>
              <a:rPr lang="zh-CN" altLang="zh-CN" sz="2000" dirty="0" smtClean="0"/>
              <a:t>选择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文件</a:t>
            </a:r>
            <a:r>
              <a:rPr lang="en-US" altLang="zh-CN" sz="2000" dirty="0" smtClean="0"/>
              <a:t>—</a:t>
            </a:r>
            <a:r>
              <a:rPr lang="zh-CN" altLang="zh-CN" sz="2000" dirty="0" smtClean="0"/>
              <a:t>打开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命令或单击快速访问工具栏中的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按钮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在弹出的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打开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对话框中选中要打开的文件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然后点击</a:t>
            </a:r>
            <a:r>
              <a:rPr lang="en-US" altLang="zh-CN" sz="2000" dirty="0" smtClean="0"/>
              <a:t> </a:t>
            </a:r>
            <a:r>
              <a:rPr lang="zh-CN" altLang="zh-CN" sz="2000" dirty="0" smtClean="0"/>
              <a:t>按钮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即可在</a:t>
            </a:r>
            <a:r>
              <a:rPr lang="en-US" altLang="zh-CN" sz="2000" dirty="0" smtClean="0"/>
              <a:t>Word</a:t>
            </a:r>
            <a:r>
              <a:rPr lang="zh-CN" altLang="zh-CN" sz="2000" dirty="0" smtClean="0"/>
              <a:t>工作窗口中打开该文档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如图</a:t>
            </a:r>
            <a:r>
              <a:rPr lang="en-US" altLang="zh-CN" sz="2000" dirty="0" smtClean="0"/>
              <a:t>3—5</a:t>
            </a:r>
            <a:r>
              <a:rPr lang="zh-CN" altLang="zh-CN" sz="2000" dirty="0" smtClean="0"/>
              <a:t>所示。</a:t>
            </a:r>
            <a:endParaRPr lang="zh-CN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6225" y="6572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5.jpg" descr="id:214749323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9776" y="3594616"/>
            <a:ext cx="3888432" cy="257068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4862329" y="6372036"/>
            <a:ext cx="216535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dirty="0" smtClean="0"/>
              <a:t>图</a:t>
            </a:r>
            <a:r>
              <a:rPr lang="en-US" altLang="zh-CN" sz="1600" dirty="0" smtClean="0"/>
              <a:t>3—5</a:t>
            </a:r>
            <a:r>
              <a:rPr lang="zh-CN" altLang="zh-CN" sz="1600" dirty="0" smtClean="0"/>
              <a:t>　</a:t>
            </a:r>
            <a:r>
              <a:rPr lang="en-US" altLang="zh-CN" sz="1600" dirty="0" smtClean="0"/>
              <a:t>“</a:t>
            </a:r>
            <a:r>
              <a:rPr lang="zh-CN" altLang="zh-CN" sz="1600" dirty="0" smtClean="0"/>
              <a:t>打开</a:t>
            </a:r>
            <a:r>
              <a:rPr lang="en-US" altLang="zh-CN" sz="1600" dirty="0" smtClean="0"/>
              <a:t>”</a:t>
            </a:r>
            <a:r>
              <a:rPr lang="zh-CN" altLang="zh-CN" sz="1600" dirty="0" smtClean="0"/>
              <a:t>对话框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4.</a:t>
            </a:r>
            <a:r>
              <a:rPr lang="zh-CN" altLang="zh-CN" sz="2000" dirty="0" smtClean="0"/>
              <a:t>关闭文档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  </a:t>
            </a:r>
            <a:r>
              <a:rPr lang="zh-CN" altLang="zh-CN" sz="2000" dirty="0" smtClean="0"/>
              <a:t>选择</a:t>
            </a:r>
            <a:r>
              <a:rPr lang="en-US" altLang="zh-CN" sz="2000" dirty="0" smtClean="0"/>
              <a:t>“</a:t>
            </a:r>
            <a:r>
              <a:rPr lang="zh-CN" altLang="zh-CN" sz="2000" dirty="0" smtClean="0"/>
              <a:t>文件</a:t>
            </a:r>
            <a:r>
              <a:rPr lang="en-US" altLang="zh-CN" sz="2000" dirty="0" smtClean="0"/>
              <a:t>—</a:t>
            </a:r>
            <a:r>
              <a:rPr lang="zh-CN" altLang="zh-CN" sz="2000" dirty="0" smtClean="0"/>
              <a:t>关闭</a:t>
            </a:r>
            <a:r>
              <a:rPr lang="en-US" altLang="zh-CN" sz="2000" dirty="0" smtClean="0"/>
              <a:t>”</a:t>
            </a:r>
            <a:r>
              <a:rPr lang="zh-CN" altLang="zh-CN" sz="2000" dirty="0" smtClean="0"/>
              <a:t>命令或单击窗口右上角的</a:t>
            </a:r>
            <a:r>
              <a:rPr lang="en-US" altLang="zh-CN" sz="2000" dirty="0" smtClean="0"/>
              <a:t>×</a:t>
            </a:r>
            <a:r>
              <a:rPr lang="zh-CN" altLang="zh-CN" sz="2000" dirty="0" smtClean="0"/>
              <a:t>关闭按钮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即可关闭正在编辑的文档。如果在关闭前没有对文档进行保存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则会弹出保存对话框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请用户做出选择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如图</a:t>
            </a:r>
            <a:r>
              <a:rPr lang="en-US" altLang="zh-CN" sz="2000" dirty="0" smtClean="0"/>
              <a:t>3—6</a:t>
            </a:r>
            <a:r>
              <a:rPr lang="zh-CN" altLang="zh-CN" sz="2000" dirty="0" smtClean="0"/>
              <a:t>所示。</a:t>
            </a:r>
            <a:endParaRPr lang="zh-CN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95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655840" y="5826750"/>
            <a:ext cx="216535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dirty="0" smtClean="0"/>
              <a:t>图</a:t>
            </a:r>
            <a:r>
              <a:rPr lang="en-US" altLang="zh-CN" sz="1600" dirty="0" smtClean="0"/>
              <a:t>3—6</a:t>
            </a:r>
            <a:r>
              <a:rPr lang="zh-CN" altLang="zh-CN" sz="1600" dirty="0" smtClean="0"/>
              <a:t>　</a:t>
            </a:r>
            <a:r>
              <a:rPr lang="en-US" altLang="zh-CN" sz="1600" dirty="0" smtClean="0"/>
              <a:t>“</a:t>
            </a:r>
            <a:r>
              <a:rPr lang="zh-CN" altLang="zh-CN" sz="1600" dirty="0" smtClean="0"/>
              <a:t>关闭</a:t>
            </a:r>
            <a:r>
              <a:rPr lang="en-US" altLang="zh-CN" sz="1600" dirty="0" smtClean="0"/>
              <a:t>”</a:t>
            </a:r>
            <a:r>
              <a:rPr lang="zh-CN" altLang="zh-CN" sz="1600" dirty="0" smtClean="0"/>
              <a:t>对话框</a:t>
            </a:r>
            <a:endParaRPr lang="zh-CN" altLang="zh-CN" sz="1600" dirty="0"/>
          </a:p>
        </p:txBody>
      </p:sp>
      <p:pic>
        <p:nvPicPr>
          <p:cNvPr id="8" name="3a6.jpg" descr="id:214749325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5720" y="3861048"/>
            <a:ext cx="4608512" cy="1584176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5.</a:t>
            </a:r>
            <a:r>
              <a:rPr lang="zh-CN" altLang="zh-CN" sz="2000" dirty="0" smtClean="0"/>
              <a:t>视图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zh-CN" sz="2000" dirty="0" smtClean="0"/>
              <a:t>视图是</a:t>
            </a:r>
            <a:r>
              <a:rPr lang="en-US" altLang="zh-CN" sz="2000" dirty="0" smtClean="0"/>
              <a:t>Word</a:t>
            </a:r>
            <a:r>
              <a:rPr lang="zh-CN" altLang="zh-CN" sz="2000" dirty="0" smtClean="0"/>
              <a:t>文档窗口的显示方式</a:t>
            </a:r>
            <a:r>
              <a:rPr lang="en-US" altLang="zh-CN" sz="2000" dirty="0" smtClean="0"/>
              <a:t>,Word</a:t>
            </a:r>
            <a:r>
              <a:rPr lang="zh-CN" altLang="zh-CN" sz="2000" dirty="0" smtClean="0"/>
              <a:t>提供了以下几种视图方式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分别对应不同的图标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用户可以通过状态栏上的视图图标了解当前视图状态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也可以切换到其他视图。</a:t>
            </a:r>
            <a:endParaRPr lang="zh-CN" altLang="zh-CN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3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7" name="图示 6"/>
          <p:cNvGraphicFramePr/>
          <p:nvPr/>
        </p:nvGraphicFramePr>
        <p:xfrm>
          <a:off x="3024166" y="3643314"/>
          <a:ext cx="6143668" cy="3000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>3.2</a:t>
            </a:r>
            <a:r>
              <a:rPr lang="zh-CN" altLang="zh-CN" dirty="0" smtClean="0"/>
              <a:t>　文本编辑与排版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zh-CN" dirty="0" smtClean="0"/>
          </a:p>
          <a:p>
            <a:pPr>
              <a:lnSpc>
                <a:spcPct val="200000"/>
              </a:lnSpc>
              <a:buNone/>
            </a:pPr>
            <a:r>
              <a:rPr lang="en-US" altLang="zh-CN" sz="2000" dirty="0" smtClean="0"/>
              <a:t>※ </a:t>
            </a:r>
            <a:r>
              <a:rPr lang="zh-CN" altLang="zh-CN" sz="2000" dirty="0" smtClean="0"/>
              <a:t>熟练掌握文本编辑的基本操作</a:t>
            </a:r>
            <a:r>
              <a:rPr lang="en-US" altLang="zh-CN" sz="2000" dirty="0" smtClean="0"/>
              <a:t>:</a:t>
            </a:r>
            <a:r>
              <a:rPr lang="zh-CN" altLang="zh-CN" sz="2000" dirty="0" smtClean="0"/>
              <a:t>剪贴、复制、移动、查找替换</a:t>
            </a:r>
            <a:r>
              <a:rPr lang="en-US" altLang="zh-CN" sz="2000" dirty="0" smtClean="0"/>
              <a:t>;</a:t>
            </a:r>
            <a:endParaRPr lang="zh-CN" altLang="zh-CN" sz="2000" dirty="0" smtClean="0"/>
          </a:p>
          <a:p>
            <a:pPr>
              <a:lnSpc>
                <a:spcPct val="200000"/>
              </a:lnSpc>
              <a:buNone/>
            </a:pPr>
            <a:r>
              <a:rPr lang="en-US" altLang="zh-CN" sz="2000" dirty="0" smtClean="0"/>
              <a:t>※ </a:t>
            </a:r>
            <a:r>
              <a:rPr lang="zh-CN" altLang="zh-CN" sz="2000" dirty="0" smtClean="0"/>
              <a:t>熟练掌握字体、段落格式的设置方法</a:t>
            </a:r>
            <a:r>
              <a:rPr lang="en-US" altLang="zh-CN" sz="2000" dirty="0" smtClean="0"/>
              <a:t>;</a:t>
            </a:r>
            <a:endParaRPr lang="zh-CN" altLang="zh-CN" sz="2000" dirty="0" smtClean="0"/>
          </a:p>
          <a:p>
            <a:pPr>
              <a:lnSpc>
                <a:spcPct val="200000"/>
              </a:lnSpc>
              <a:buNone/>
            </a:pPr>
            <a:r>
              <a:rPr lang="en-US" altLang="zh-CN" sz="2000" dirty="0" smtClean="0"/>
              <a:t>※ </a:t>
            </a:r>
            <a:r>
              <a:rPr lang="zh-CN" altLang="zh-CN" sz="2000" dirty="0" smtClean="0"/>
              <a:t>熟练掌握页眉和页脚、页面背景的设置方法。</a:t>
            </a:r>
            <a:endParaRPr lang="zh-CN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14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学习目标.EPS" descr="id:214749330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3230" y="2710630"/>
            <a:ext cx="1728192" cy="50405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3.2.1</a:t>
            </a:r>
            <a:r>
              <a:rPr lang="zh-CN" altLang="zh-CN" sz="2000" dirty="0" smtClean="0"/>
              <a:t>　文本编辑的基本操作</a:t>
            </a:r>
            <a:endParaRPr lang="zh-CN" altLang="zh-CN" sz="2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1.</a:t>
            </a:r>
            <a:r>
              <a:rPr lang="zh-CN" altLang="zh-CN" sz="2000" dirty="0" smtClean="0"/>
              <a:t>插入</a:t>
            </a:r>
            <a:r>
              <a:rPr lang="zh-CN" altLang="en-US" sz="2000" dirty="0" smtClean="0"/>
              <a:t>：</a:t>
            </a:r>
            <a:r>
              <a:rPr lang="zh-CN" altLang="zh-CN" sz="2000" dirty="0" smtClean="0"/>
              <a:t>插入点是指在文档中要输入字符的位置。也可以使用表</a:t>
            </a:r>
            <a:r>
              <a:rPr lang="en-US" altLang="zh-CN" sz="2000" dirty="0" smtClean="0"/>
              <a:t>3—1</a:t>
            </a:r>
            <a:r>
              <a:rPr lang="zh-CN" altLang="zh-CN" sz="2000" dirty="0" smtClean="0"/>
              <a:t>中的键盘操作键进行快速定位。</a:t>
            </a:r>
            <a:endParaRPr lang="zh-CN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05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095604" y="3643318"/>
          <a:ext cx="6456680" cy="272669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037205"/>
                <a:gridCol w="3419475"/>
              </a:tblGrid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操作键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功　能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↑</a:t>
                      </a:r>
                      <a:r>
                        <a:rPr lang="zh-CN" sz="1400" kern="100"/>
                        <a:t>或</a:t>
                      </a:r>
                      <a:r>
                        <a:rPr lang="en-US" sz="1400" kern="100"/>
                        <a:t>↓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向上或向下移动一行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←</a:t>
                      </a:r>
                      <a:r>
                        <a:rPr lang="zh-CN" sz="1400" kern="100"/>
                        <a:t>或</a:t>
                      </a:r>
                      <a:r>
                        <a:rPr lang="en-US" sz="1400" kern="100"/>
                        <a:t>→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向左或向右移动一个字符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Home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移到行首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End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移到行尾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PageUp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向上移动一屏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PageDown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向下移动一屏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Ctrl+PageUp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移到上一页顶端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Ctrl+PageDown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移到下一页顶端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Ctrl+Home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移到文档开头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47907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 err="1"/>
                        <a:t>Ctrl+End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移到文档结尾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598612" y="3143248"/>
            <a:ext cx="247967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 smtClean="0"/>
              <a:t>表</a:t>
            </a:r>
            <a:r>
              <a:rPr lang="en-US" altLang="zh-CN" sz="1400" dirty="0" smtClean="0"/>
              <a:t>3—1</a:t>
            </a:r>
            <a:r>
              <a:rPr lang="zh-CN" altLang="zh-CN" sz="1400" dirty="0" smtClean="0"/>
              <a:t>键盘操作键的定位功能</a:t>
            </a:r>
            <a:endParaRPr lang="zh-CN" altLang="zh-CN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2.</a:t>
            </a:r>
            <a:r>
              <a:rPr lang="zh-CN" altLang="zh-CN" sz="2000" dirty="0" smtClean="0"/>
              <a:t>选择内容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1800" dirty="0" smtClean="0"/>
              <a:t>            </a:t>
            </a:r>
            <a:r>
              <a:rPr lang="zh-CN" altLang="zh-CN" sz="1800" dirty="0" smtClean="0"/>
              <a:t>用鼠标拖动可以选择文本</a:t>
            </a:r>
            <a:r>
              <a:rPr lang="en-US" altLang="zh-CN" sz="1800" dirty="0" smtClean="0"/>
              <a:t>,</a:t>
            </a:r>
            <a:r>
              <a:rPr lang="zh-CN" altLang="zh-CN" sz="1800" dirty="0" smtClean="0"/>
              <a:t>将光标移到要选择的文本区域第一个字符的左侧</a:t>
            </a:r>
            <a:r>
              <a:rPr lang="en-US" altLang="zh-CN" sz="1800" dirty="0" smtClean="0"/>
              <a:t>,</a:t>
            </a:r>
            <a:r>
              <a:rPr lang="zh-CN" altLang="zh-CN" sz="1800" dirty="0" smtClean="0"/>
              <a:t>然后拖动鼠标到最后一个字符</a:t>
            </a:r>
            <a:r>
              <a:rPr lang="en-US" altLang="zh-CN" sz="1800" dirty="0" smtClean="0"/>
              <a:t>,</a:t>
            </a:r>
            <a:r>
              <a:rPr lang="zh-CN" altLang="zh-CN" sz="1800" dirty="0" smtClean="0"/>
              <a:t>被选中的文本区域反白显示</a:t>
            </a:r>
            <a:r>
              <a:rPr lang="en-US" altLang="zh-CN" sz="1800" dirty="0" smtClean="0"/>
              <a:t>,</a:t>
            </a:r>
            <a:r>
              <a:rPr lang="zh-CN" altLang="zh-CN" sz="1800" dirty="0" smtClean="0"/>
              <a:t>释放鼠标就可以选中所需的内容。也可以通过一些键盘组合键进行内容的选择</a:t>
            </a:r>
            <a:r>
              <a:rPr lang="en-US" altLang="zh-CN" sz="1800" dirty="0" smtClean="0"/>
              <a:t>,</a:t>
            </a:r>
            <a:r>
              <a:rPr lang="zh-CN" altLang="zh-CN" sz="1800" dirty="0" smtClean="0"/>
              <a:t>如表</a:t>
            </a:r>
            <a:r>
              <a:rPr lang="en-US" altLang="zh-CN" sz="1800" dirty="0" smtClean="0"/>
              <a:t>3—2</a:t>
            </a:r>
            <a:r>
              <a:rPr lang="zh-CN" altLang="zh-CN" sz="1800" dirty="0" smtClean="0"/>
              <a:t>所示。</a:t>
            </a:r>
            <a:endParaRPr lang="zh-CN" altLang="zh-CN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817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351584" y="4286256"/>
          <a:ext cx="6912610" cy="214312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25600"/>
                <a:gridCol w="1950720"/>
                <a:gridCol w="1463040"/>
                <a:gridCol w="1873250"/>
              </a:tblGrid>
              <a:tr h="216404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组合键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功　能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组合键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功　能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216404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Shift+→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向右选取一个字符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Shift+←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向左选取一个字符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  <a:tr h="216404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Shift+↑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向上选取一行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Shift+↓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选择下一行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  <a:tr h="216404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Shift+Home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选取到当前行开头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Shift+End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选择到当前行尾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  <a:tr h="422358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Shift+PageUp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选择上一屏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Shift+PageDown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选取下一屏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  <a:tr h="432808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Shift+Ctrl+—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向右选取一个字或单词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Shift+Ctrl+—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向左选取一个字或单词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  <a:tr h="422358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Shift+Ctrl+Home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选取到文档开头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Shift+Ctrl+End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选取到文档末尾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66675" marR="66675" marT="0" marB="0" anchor="ctr"/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309786" y="3978479"/>
            <a:ext cx="247967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dirty="0" smtClean="0"/>
              <a:t>表</a:t>
            </a:r>
            <a:r>
              <a:rPr lang="en-US" altLang="zh-CN" sz="1400" dirty="0" smtClean="0"/>
              <a:t>3—2</a:t>
            </a:r>
            <a:r>
              <a:rPr lang="zh-CN" altLang="zh-CN" sz="1400" dirty="0" smtClean="0"/>
              <a:t>键盘组合键的选择功能</a:t>
            </a:r>
            <a:endParaRPr lang="zh-CN" altLang="zh-CN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3.</a:t>
            </a:r>
            <a:r>
              <a:rPr lang="zh-CN" altLang="zh-CN" sz="2000" dirty="0" smtClean="0"/>
              <a:t>删除内容</a:t>
            </a:r>
            <a:endParaRPr lang="zh-CN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/>
              <a:t>     </a:t>
            </a:r>
            <a:r>
              <a:rPr lang="zh-CN" altLang="zh-CN" sz="2000" dirty="0" smtClean="0"/>
              <a:t>选择文本内容后</a:t>
            </a:r>
            <a:r>
              <a:rPr lang="en-US" altLang="zh-CN" sz="2000" dirty="0" smtClean="0"/>
              <a:t>,</a:t>
            </a:r>
            <a:r>
              <a:rPr lang="zh-CN" altLang="zh-CN" sz="2000" dirty="0" smtClean="0"/>
              <a:t>可按</a:t>
            </a:r>
            <a:r>
              <a:rPr lang="en-US" altLang="zh-CN" sz="2000" dirty="0" smtClean="0"/>
              <a:t>Delete</a:t>
            </a:r>
            <a:r>
              <a:rPr lang="zh-CN" altLang="zh-CN" sz="2000" dirty="0" smtClean="0"/>
              <a:t>键删除文本。如图</a:t>
            </a:r>
            <a:r>
              <a:rPr lang="en-US" altLang="zh-CN" sz="2000" dirty="0" smtClean="0"/>
              <a:t>3—7</a:t>
            </a:r>
            <a:r>
              <a:rPr lang="zh-CN" altLang="zh-CN" sz="2000" dirty="0" smtClean="0"/>
              <a:t>所示。</a:t>
            </a:r>
            <a:endParaRPr lang="zh-CN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86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8" name="3a7.jpg" descr="id:214749339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1784" y="3214686"/>
            <a:ext cx="2880320" cy="23762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4295800" y="6000768"/>
            <a:ext cx="219837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dirty="0" smtClean="0"/>
              <a:t>图</a:t>
            </a:r>
            <a:r>
              <a:rPr lang="en-US" altLang="zh-CN" sz="1600" dirty="0" smtClean="0"/>
              <a:t>3—7</a:t>
            </a:r>
            <a:r>
              <a:rPr lang="zh-CN" altLang="zh-CN" sz="1600" dirty="0" smtClean="0"/>
              <a:t>　撤销键入按钮</a:t>
            </a:r>
            <a:endParaRPr lang="zh-CN" altLang="zh-CN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剪贴、移动和复制</a:t>
            </a:r>
            <a:endParaRPr lang="zh-CN" altLang="en-US" sz="2000" dirty="0" smtClean="0"/>
          </a:p>
          <a:p>
            <a:pPr>
              <a:lnSpc>
                <a:spcPct val="110000"/>
              </a:lnSpc>
              <a:buNone/>
            </a:pPr>
            <a:r>
              <a:rPr lang="zh-CN" altLang="en-US" sz="2000" dirty="0" smtClean="0"/>
              <a:t>      使用剪贴板功能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可以对选择的文本内容进行移动、复制。</a:t>
            </a:r>
            <a:endParaRPr lang="zh-CN" altLang="en-US" sz="2000" dirty="0" smtClean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查找、替换和定位</a:t>
            </a:r>
            <a:endParaRPr lang="en-US" altLang="zh-CN" sz="2000" dirty="0" smtClean="0"/>
          </a:p>
          <a:p>
            <a:pPr>
              <a:lnSpc>
                <a:spcPct val="11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查找。</a:t>
            </a:r>
            <a:endParaRPr lang="zh-CN" altLang="en-US" sz="2000" dirty="0" smtClean="0"/>
          </a:p>
          <a:p>
            <a:pPr>
              <a:lnSpc>
                <a:spcPct val="110000"/>
              </a:lnSpc>
              <a:buNone/>
            </a:pPr>
            <a:r>
              <a:rPr lang="zh-CN" altLang="en-US" sz="2000" dirty="0" smtClean="0"/>
              <a:t>       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   </a:t>
            </a:r>
            <a:r>
              <a:rPr lang="en-US" sz="2000" dirty="0" smtClean="0"/>
              <a:t>    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弹出图</a:t>
            </a:r>
            <a:r>
              <a:rPr lang="en-US" sz="2000" dirty="0" smtClean="0"/>
              <a:t>3—8</a:t>
            </a:r>
            <a:r>
              <a:rPr lang="zh-CN" altLang="en-US" sz="2000" dirty="0" smtClean="0"/>
              <a:t>所示的界面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在文档编辑区左侧显示导航窗口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输入要搜索的内容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可以在文档中进行查找。</a:t>
            </a:r>
            <a:endParaRPr lang="zh-CN" altLang="en-US" sz="2000" dirty="0" smtClean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74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295800" y="6421948"/>
            <a:ext cx="5300662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3—8</a:t>
            </a:r>
            <a:r>
              <a:rPr lang="zh-CN" altLang="en-US" sz="1600" dirty="0" smtClean="0"/>
              <a:t>　查找</a:t>
            </a:r>
            <a:endParaRPr lang="zh-CN" altLang="en-US" sz="1600" dirty="0"/>
          </a:p>
        </p:txBody>
      </p:sp>
      <p:pic>
        <p:nvPicPr>
          <p:cNvPr id="7" name="3a7d.jpg" descr="id:214749344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0248" y="3214686"/>
            <a:ext cx="774904" cy="290094"/>
          </a:xfrm>
          <a:prstGeom prst="rect">
            <a:avLst/>
          </a:prstGeom>
        </p:spPr>
      </p:pic>
      <p:pic>
        <p:nvPicPr>
          <p:cNvPr id="11" name="3a8.jpg" descr="id:2147493450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6409681" y="4278317"/>
            <a:ext cx="3591000" cy="202104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替换。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    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    </a:t>
            </a:r>
            <a:r>
              <a:rPr lang="en-US" sz="2000" dirty="0" smtClean="0"/>
              <a:t>   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弹出图</a:t>
            </a:r>
            <a:r>
              <a:rPr lang="en-US" sz="2000" dirty="0" smtClean="0"/>
              <a:t>3—9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查找和替换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输入要查找替换的内容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查找下一处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符合条件的字符就在文档中反相显示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替换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或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全部替换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就可以完成新内容的替换。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69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295800" y="6300028"/>
            <a:ext cx="5300662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3—9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查找和替换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8" name="3a8a.jpg" descr="id:2147493457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3124" y="2000240"/>
            <a:ext cx="714380" cy="285752"/>
          </a:xfrm>
          <a:prstGeom prst="rect">
            <a:avLst/>
          </a:prstGeom>
        </p:spPr>
      </p:pic>
      <p:pic>
        <p:nvPicPr>
          <p:cNvPr id="12" name="3a9.jpg" descr="id:2147493464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3104" y="3636647"/>
            <a:ext cx="6000792" cy="23574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(3)</a:t>
            </a:r>
            <a:r>
              <a:rPr lang="zh-CN" altLang="en-US" sz="2000" dirty="0" smtClean="0"/>
              <a:t>定位。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在图</a:t>
            </a:r>
            <a:r>
              <a:rPr lang="en-US" sz="2000" dirty="0" smtClean="0"/>
              <a:t>3—9</a:t>
            </a:r>
            <a:r>
              <a:rPr lang="zh-CN" altLang="en-US" sz="2000" dirty="0" smtClean="0"/>
              <a:t>所示对话框中选择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定位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就可以选择定位目标进行定位操作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3—10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10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67304" y="6072206"/>
            <a:ext cx="28717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3—10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定位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  <p:pic>
        <p:nvPicPr>
          <p:cNvPr id="11" name="3a10.jpg" descr="id:214749347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881290" y="2928934"/>
            <a:ext cx="6643734" cy="30003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6.</a:t>
            </a:r>
            <a:r>
              <a:rPr lang="zh-CN" altLang="en-US" sz="2000" dirty="0" smtClean="0"/>
              <a:t>插入符号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   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文档中还可以插入一些特殊符号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符号</a:t>
            </a:r>
            <a:r>
              <a:rPr lang="en-US" sz="2000" dirty="0" smtClean="0"/>
              <a:t>    —</a:t>
            </a:r>
            <a:r>
              <a:rPr lang="zh-CN" altLang="en-US" sz="2000" dirty="0" smtClean="0"/>
              <a:t>其他符号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弹出如图</a:t>
            </a:r>
            <a:r>
              <a:rPr lang="en-US" sz="2000" dirty="0" smtClean="0"/>
              <a:t>3—11</a:t>
            </a:r>
            <a:r>
              <a:rPr lang="zh-CN" altLang="en-US" sz="2000" dirty="0" smtClean="0"/>
              <a:t>所示的对话框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选择要插入的符号。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75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67304" y="6072206"/>
            <a:ext cx="28717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符号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7" name="3a10a.jpg" descr="id:214749348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5538" y="2357430"/>
            <a:ext cx="428628" cy="428628"/>
          </a:xfrm>
          <a:prstGeom prst="rect">
            <a:avLst/>
          </a:prstGeom>
        </p:spPr>
      </p:pic>
      <p:pic>
        <p:nvPicPr>
          <p:cNvPr id="8" name="3a11.jpg" descr="id:2147493493;Founde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3952860" y="2928934"/>
            <a:ext cx="3929090" cy="27860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3.2.2</a:t>
            </a:r>
            <a:r>
              <a:rPr lang="zh-CN" altLang="en-US" sz="2000" dirty="0" smtClean="0"/>
              <a:t>　字体和段落设置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Word</a:t>
            </a:r>
            <a:r>
              <a:rPr lang="zh-CN" altLang="en-US" sz="2000" dirty="0" smtClean="0"/>
              <a:t>中可以对英文字母、汉字、数字、符号等进行字体格式设置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对段落的对齐方式、行距、缩进、间距、分栏等进行设置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对文档的显示方式、打印效果进行设置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以实现用户的排版需求。页面设置将在</a:t>
            </a:r>
            <a:r>
              <a:rPr lang="en-US" sz="2000" dirty="0" smtClean="0"/>
              <a:t>3.7</a:t>
            </a:r>
            <a:r>
              <a:rPr lang="zh-CN" altLang="en-US" sz="2000" dirty="0" smtClean="0"/>
              <a:t>节详细介绍。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字体格式设置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(1)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字体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功能区命令进行设置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3—12</a:t>
            </a:r>
            <a:r>
              <a:rPr lang="zh-CN" altLang="en-US" sz="2000" dirty="0" smtClean="0"/>
              <a:t>所示。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(2)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字体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功能区右下角的</a:t>
            </a:r>
            <a:r>
              <a:rPr lang="en-US" sz="2000" dirty="0" smtClean="0"/>
              <a:t> </a:t>
            </a:r>
            <a:r>
              <a:rPr lang="zh-CN" altLang="en-US" sz="2000" dirty="0" smtClean="0"/>
              <a:t>按钮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在弹出的对话框中进行设置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3—13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12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3580" y="30448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12.jpg" descr="id:2147493523;FounderCES"/>
          <p:cNvPicPr>
            <a:picLocks noGrp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666976" y="1500174"/>
            <a:ext cx="5786478" cy="18573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4909036" y="3447636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3—12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字体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功能区</a:t>
            </a:r>
            <a:endParaRPr lang="zh-CN" altLang="en-US" sz="1600" dirty="0"/>
          </a:p>
        </p:txBody>
      </p:sp>
      <p:pic>
        <p:nvPicPr>
          <p:cNvPr id="8" name="3a13.jpg" descr="id:2147493530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66910" y="3500438"/>
            <a:ext cx="2643206" cy="30718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0" name="矩形 9"/>
          <p:cNvSpPr/>
          <p:nvPr/>
        </p:nvSpPr>
        <p:spPr>
          <a:xfrm>
            <a:off x="5453058" y="6060064"/>
            <a:ext cx="25044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3—13</a:t>
            </a:r>
            <a:r>
              <a:rPr lang="zh-CN" altLang="en-US" sz="1600" dirty="0" smtClean="0"/>
              <a:t>　字体设置对话框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段落格式设置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在进行段落设置前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要先选中需设置的段落。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(1)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段落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功能区命令进行设置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3—14</a:t>
            </a:r>
            <a:r>
              <a:rPr lang="zh-CN" altLang="en-US" sz="2000" dirty="0" smtClean="0"/>
              <a:t>所示。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(2)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段落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功能区右下角的</a:t>
            </a:r>
            <a:r>
              <a:rPr lang="en-US" sz="2000" dirty="0" smtClean="0"/>
              <a:t> </a:t>
            </a:r>
            <a:r>
              <a:rPr lang="zh-CN" altLang="en-US" sz="2000" dirty="0" smtClean="0"/>
              <a:t>按钮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在弹出的对话框中进行设置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3—15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06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83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14.jpg" descr="id:214749355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095472" y="3286124"/>
            <a:ext cx="3643338" cy="171451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2524100" y="5988626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3—14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段落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功能区</a:t>
            </a:r>
            <a:endParaRPr lang="zh-CN" altLang="en-US" sz="1600" dirty="0"/>
          </a:p>
        </p:txBody>
      </p:sp>
      <p:pic>
        <p:nvPicPr>
          <p:cNvPr id="8" name="3a15.jpg" descr="id:2147493559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0314" y="1785926"/>
            <a:ext cx="2943702" cy="40005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6453190" y="6072206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3—15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段落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3.2.3</a:t>
            </a:r>
            <a:r>
              <a:rPr lang="zh-CN" altLang="en-US" sz="2000" dirty="0" smtClean="0"/>
              <a:t>　项目符号和编号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选中要进行编号的段落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段落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功能区中的</a:t>
            </a:r>
            <a:r>
              <a:rPr lang="en-US" sz="2000" dirty="0" smtClean="0"/>
              <a:t>    ,</a:t>
            </a:r>
            <a:r>
              <a:rPr lang="zh-CN" altLang="en-US" sz="2000" dirty="0" smtClean="0"/>
              <a:t>可设置项目符号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单击右侧的倒三角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显示如图</a:t>
            </a:r>
            <a:r>
              <a:rPr lang="en-US" sz="2000" dirty="0" smtClean="0"/>
              <a:t>3—16</a:t>
            </a:r>
            <a:r>
              <a:rPr lang="zh-CN" altLang="en-US" sz="2000" dirty="0" smtClean="0"/>
              <a:t>所示的项目符号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用户可根据需要选择。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段落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功能区中的</a:t>
            </a:r>
            <a:r>
              <a:rPr lang="en-US" sz="2000" dirty="0" smtClean="0"/>
              <a:t>    ,</a:t>
            </a:r>
            <a:r>
              <a:rPr lang="zh-CN" altLang="en-US" sz="2000" dirty="0" smtClean="0"/>
              <a:t>可设置项目编号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单击右侧的倒三角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显示项目编号库如图</a:t>
            </a:r>
            <a:r>
              <a:rPr lang="en-US" sz="2000" dirty="0" smtClean="0"/>
              <a:t>3—17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用户可从编号库中选择所需的编号格式。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(3)    </a:t>
            </a:r>
            <a:r>
              <a:rPr lang="zh-CN" altLang="en-US" sz="2000" dirty="0" smtClean="0"/>
              <a:t>选项提供了多级列表格式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3—18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可用于大篇幅文档的列表编排。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163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15f.jpg" descr="id:214749360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4892" y="2143116"/>
            <a:ext cx="357190" cy="357190"/>
          </a:xfrm>
          <a:prstGeom prst="rect">
            <a:avLst/>
          </a:prstGeom>
        </p:spPr>
      </p:pic>
      <p:pic>
        <p:nvPicPr>
          <p:cNvPr id="7" name="3a15g.jpg" descr="id:214749362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10182" y="3643314"/>
            <a:ext cx="428628" cy="343756"/>
          </a:xfrm>
          <a:prstGeom prst="rect">
            <a:avLst/>
          </a:prstGeom>
        </p:spPr>
      </p:pic>
      <p:pic>
        <p:nvPicPr>
          <p:cNvPr id="8" name="3a15h.jpg" descr="id:2147493630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24100" y="5214950"/>
            <a:ext cx="357190" cy="2143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452662" y="6072206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3—16</a:t>
            </a:r>
            <a:r>
              <a:rPr lang="zh-CN" altLang="en-US" sz="1600" dirty="0" smtClean="0"/>
              <a:t>　项目符号</a:t>
            </a:r>
            <a:endParaRPr lang="zh-CN" altLang="en-US" sz="1600" dirty="0"/>
          </a:p>
        </p:txBody>
      </p:sp>
      <p:pic>
        <p:nvPicPr>
          <p:cNvPr id="11" name="3a16.jpg" descr="id:214749361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2000240"/>
            <a:ext cx="2500330" cy="3286148"/>
          </a:xfrm>
          <a:prstGeom prst="rect">
            <a:avLst/>
          </a:prstGeom>
        </p:spPr>
      </p:pic>
      <p:pic>
        <p:nvPicPr>
          <p:cNvPr id="12" name="3a17.jpg" descr="id:2147493637;FounderCES"/>
          <p:cNvPicPr>
            <a:picLocks noGrp="1"/>
          </p:cNvPicPr>
          <p:nvPr>
            <p:ph sz="quarter" idx="1"/>
          </p:nvPr>
        </p:nvPicPr>
        <p:blipFill>
          <a:blip r:embed="rId4" cstate="print"/>
          <a:stretch>
            <a:fillRect/>
          </a:stretch>
        </p:blipFill>
        <p:spPr>
          <a:xfrm>
            <a:off x="4810116" y="1643050"/>
            <a:ext cx="2571768" cy="4286280"/>
          </a:xfrm>
          <a:prstGeom prst="rect">
            <a:avLst/>
          </a:prstGeom>
        </p:spPr>
      </p:pic>
      <p:pic>
        <p:nvPicPr>
          <p:cNvPr id="13" name="3a18.jpg" descr="id:2147493644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1950" y="1785926"/>
            <a:ext cx="2143140" cy="435771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022629" y="6202940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3—17</a:t>
            </a:r>
            <a:r>
              <a:rPr lang="zh-CN" altLang="en-US" sz="1600" dirty="0" smtClean="0"/>
              <a:t>　项目编号</a:t>
            </a:r>
            <a:endParaRPr lang="zh-CN" altLang="en-US" sz="1600" dirty="0"/>
          </a:p>
        </p:txBody>
      </p:sp>
      <p:sp>
        <p:nvSpPr>
          <p:cNvPr id="15" name="矩形 14"/>
          <p:cNvSpPr/>
          <p:nvPr/>
        </p:nvSpPr>
        <p:spPr>
          <a:xfrm>
            <a:off x="7953481" y="6274378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3—18</a:t>
            </a:r>
            <a:r>
              <a:rPr lang="zh-CN" altLang="en-US" sz="1600" dirty="0" smtClean="0"/>
              <a:t>　多级列表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3.2.4</a:t>
            </a:r>
            <a:r>
              <a:rPr lang="zh-CN" altLang="en-US" sz="2000" dirty="0" smtClean="0"/>
              <a:t>　页眉背景、页眉和页脚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页眉背景设置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20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0" name="3a19.jpg" descr="id:2147493667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282" y="3143248"/>
            <a:ext cx="3000396" cy="25003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矩形 10"/>
          <p:cNvSpPr/>
          <p:nvPr/>
        </p:nvSpPr>
        <p:spPr>
          <a:xfrm>
            <a:off x="1952596" y="6162280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3—19</a:t>
            </a:r>
            <a:r>
              <a:rPr lang="zh-CN" altLang="en-US" sz="1600" dirty="0" smtClean="0"/>
              <a:t>　自定义水印</a:t>
            </a:r>
            <a:endParaRPr lang="zh-CN" altLang="en-US" sz="1600" dirty="0"/>
          </a:p>
        </p:txBody>
      </p:sp>
      <p:pic>
        <p:nvPicPr>
          <p:cNvPr id="12" name="3a20.jpg" descr="id:2147493674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2992" y="2500306"/>
            <a:ext cx="1928826" cy="3071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矩形 12"/>
          <p:cNvSpPr/>
          <p:nvPr/>
        </p:nvSpPr>
        <p:spPr>
          <a:xfrm>
            <a:off x="4881554" y="6274378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3—20</a:t>
            </a:r>
            <a:r>
              <a:rPr lang="zh-CN" altLang="en-US" sz="1600" dirty="0" smtClean="0"/>
              <a:t>　页面颜色设置</a:t>
            </a:r>
            <a:endParaRPr lang="zh-CN" altLang="en-US" sz="1600" dirty="0"/>
          </a:p>
        </p:txBody>
      </p:sp>
      <p:pic>
        <p:nvPicPr>
          <p:cNvPr id="14" name="3a21.jpg" descr="id:2147493681;FounderCES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67570" y="2714620"/>
            <a:ext cx="3143272" cy="27860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矩形 14"/>
          <p:cNvSpPr/>
          <p:nvPr/>
        </p:nvSpPr>
        <p:spPr>
          <a:xfrm>
            <a:off x="7685988" y="6233718"/>
            <a:ext cx="23012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3—21</a:t>
            </a:r>
            <a:r>
              <a:rPr lang="zh-CN" altLang="en-US" sz="1600" dirty="0" smtClean="0"/>
              <a:t>　边框底纹设置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页眉、页脚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页眉和页脚是页面顶部和底部显示的注释性文字、编号、图形等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页眉和页脚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功能区中进行设置。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590695" y="6305156"/>
            <a:ext cx="22682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3—22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页眉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编辑区</a:t>
            </a:r>
            <a:endParaRPr lang="zh-CN" altLang="en-US" sz="1600" dirty="0"/>
          </a:p>
        </p:txBody>
      </p:sp>
      <p:sp>
        <p:nvSpPr>
          <p:cNvPr id="15" name="矩形 14"/>
          <p:cNvSpPr/>
          <p:nvPr/>
        </p:nvSpPr>
        <p:spPr>
          <a:xfrm>
            <a:off x="6810380" y="6233718"/>
            <a:ext cx="2714644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3—23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页脚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编辑区</a:t>
            </a:r>
            <a:endParaRPr lang="zh-CN" altLang="en-US" sz="1600" dirty="0"/>
          </a:p>
        </p:txBody>
      </p:sp>
      <p:pic>
        <p:nvPicPr>
          <p:cNvPr id="16" name="3a22.jpg" descr="id:214749369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472" y="3286124"/>
            <a:ext cx="3464544" cy="27806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3a23.jpg" descr="id:214749370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7438" y="3143248"/>
            <a:ext cx="3821734" cy="29235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3.3</a:t>
            </a:r>
            <a:r>
              <a:rPr lang="zh-CN" altLang="en-US" dirty="0" smtClean="0"/>
              <a:t>　文档模板与样式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endParaRPr lang="en-US" altLang="zh-CN" dirty="0" smtClean="0"/>
          </a:p>
          <a:p>
            <a:pPr>
              <a:lnSpc>
                <a:spcPct val="200000"/>
              </a:lnSpc>
            </a:pPr>
            <a:endParaRPr lang="zh-CN" altLang="en-US" dirty="0" smtClean="0"/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掌握如何使用</a:t>
            </a:r>
            <a:r>
              <a:rPr lang="en-US" dirty="0" smtClean="0"/>
              <a:t>Word</a:t>
            </a:r>
            <a:r>
              <a:rPr lang="zh-CN" altLang="en-US" dirty="0" smtClean="0"/>
              <a:t>提供的模板和创建新的模板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掌握创建和使用样式的方法。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3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0" name="学习目标.EPS" descr="id:2147493718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238348" y="2786058"/>
            <a:ext cx="1928826" cy="5000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3.3.1</a:t>
            </a:r>
            <a:r>
              <a:rPr lang="zh-CN" altLang="en-US" sz="2000" dirty="0" smtClean="0"/>
              <a:t>　样式的建立与使用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样式是指用名称保存的字符格式和段落格式的集合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这样在编排重复格式时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先创建一个该格式的样式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然后在需要的地方套用这种样式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就无须一次次地对它们进行重复的格式设置了。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24.jpg" descr="id:2147493740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8546" y="3643314"/>
            <a:ext cx="3431511" cy="21300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4595895" y="6233718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3—24</a:t>
            </a:r>
            <a:r>
              <a:rPr lang="zh-CN" altLang="en-US" sz="1600" dirty="0" smtClean="0"/>
              <a:t>　新建样式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3.3.2</a:t>
            </a:r>
            <a:r>
              <a:rPr lang="zh-CN" altLang="en-US" sz="2000" dirty="0" smtClean="0"/>
              <a:t>　模板 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aphicFrame>
        <p:nvGraphicFramePr>
          <p:cNvPr id="7" name="图示 6"/>
          <p:cNvGraphicFramePr/>
          <p:nvPr/>
        </p:nvGraphicFramePr>
        <p:xfrm>
          <a:off x="2166910" y="2428868"/>
          <a:ext cx="7358114" cy="3500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3120" y="714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25.jpg" descr="id:2147493755;FounderCES"/>
          <p:cNvPicPr>
            <a:picLocks noGrp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666976" y="1857364"/>
            <a:ext cx="6715172" cy="32147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4560964" y="5715016"/>
            <a:ext cx="274947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3—25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Word</a:t>
            </a:r>
            <a:r>
              <a:rPr lang="zh-CN" altLang="en-US" sz="1600" dirty="0" smtClean="0"/>
              <a:t>中的可用模板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3.4</a:t>
            </a:r>
            <a:r>
              <a:rPr lang="zh-CN" altLang="en-US" dirty="0" smtClean="0"/>
              <a:t>　表格的建立与编辑</a:t>
            </a:r>
            <a:endParaRPr lang="en-US" altLang="zh-CN" dirty="0" smtClean="0"/>
          </a:p>
          <a:p>
            <a:pPr>
              <a:lnSpc>
                <a:spcPct val="200000"/>
              </a:lnSpc>
            </a:pPr>
            <a:endParaRPr lang="zh-CN" altLang="en-US" dirty="0" smtClean="0"/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掌握一到两种创建表格的方法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20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能够熟练使用表格</a:t>
            </a:r>
            <a:r>
              <a:rPr lang="en-US" dirty="0" smtClean="0"/>
              <a:t>“</a:t>
            </a:r>
            <a:r>
              <a:rPr lang="zh-CN" altLang="en-US" dirty="0" smtClean="0"/>
              <a:t>布局</a:t>
            </a:r>
            <a:r>
              <a:rPr lang="en-US" dirty="0" smtClean="0"/>
              <a:t>”</a:t>
            </a:r>
            <a:r>
              <a:rPr lang="zh-CN" altLang="en-US" dirty="0" smtClean="0"/>
              <a:t>功能</a:t>
            </a:r>
            <a:r>
              <a:rPr lang="en-US" dirty="0" smtClean="0"/>
              <a:t>,</a:t>
            </a:r>
            <a:r>
              <a:rPr lang="zh-CN" altLang="en-US" dirty="0" smtClean="0"/>
              <a:t>完成表格的插入、删除以及调整表格内容格式的操作。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学习目标.EPS" descr="id:214749377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381224" y="2571744"/>
            <a:ext cx="2000264" cy="50006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3.4.1</a:t>
            </a:r>
            <a:r>
              <a:rPr lang="zh-CN" altLang="en-US" sz="2000" dirty="0" smtClean="0"/>
              <a:t>　表格的建立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用鼠标单击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表格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即显示插入表格命令列表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3—26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16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26.jpg" descr="id:2147493785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2342" y="3199476"/>
            <a:ext cx="1887840" cy="32299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6097763" y="5845750"/>
            <a:ext cx="2707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3—26</a:t>
            </a:r>
            <a:r>
              <a:rPr lang="zh-CN" altLang="en-US" sz="1600" dirty="0" smtClean="0"/>
              <a:t>　插入表格功能列表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3.3.2</a:t>
            </a:r>
            <a:r>
              <a:rPr lang="zh-CN" altLang="en-US" sz="2000" dirty="0" smtClean="0"/>
              <a:t>　模板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模板在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中是以</a:t>
            </a:r>
            <a:r>
              <a:rPr lang="en-US" sz="2000" dirty="0" smtClean="0"/>
              <a:t>.dot</a:t>
            </a:r>
            <a:r>
              <a:rPr lang="zh-CN" altLang="en-US" sz="2000" dirty="0" smtClean="0"/>
              <a:t>为扩展名的文档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它通常由一个或多个样式组成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主要为了方便用户使用预先设计好的文档格式。单击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文件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新建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可选择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中提供的模板新建文档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3—25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也可以登录</a:t>
            </a:r>
            <a:r>
              <a:rPr lang="en-US" sz="2000" dirty="0" smtClean="0"/>
              <a:t>office.com</a:t>
            </a:r>
            <a:r>
              <a:rPr lang="zh-CN" altLang="en-US" sz="2000" dirty="0" smtClean="0"/>
              <a:t>下载模板。用户也可以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根据现有内容新建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模板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新建模板以</a:t>
            </a:r>
            <a:r>
              <a:rPr lang="en-US" sz="2000" dirty="0" smtClean="0"/>
              <a:t>.dot</a:t>
            </a:r>
            <a:r>
              <a:rPr lang="zh-CN" altLang="en-US" sz="2000" dirty="0" smtClean="0"/>
              <a:t>格式保存后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就可以在以后的操作中重复使用了。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使用网格快捷方式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使用插入表格对话框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插入表格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弹出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插入表格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在如图</a:t>
            </a:r>
            <a:r>
              <a:rPr lang="en-US" sz="2000" dirty="0" smtClean="0"/>
              <a:t>3—27</a:t>
            </a:r>
            <a:r>
              <a:rPr lang="zh-CN" altLang="en-US" sz="2000" dirty="0" smtClean="0"/>
              <a:t>所示的对话框中输入所需插入表格的列数和行数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设置列宽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确定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即可插入表格。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4815" y="10064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27.jpg" descr="id:2147493808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5604" y="4214818"/>
            <a:ext cx="2286016" cy="2428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5570237" y="6162280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3—27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插入表格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绘制表格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绘制表格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鼠标指针变成画笔形状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用户可以通过鼠标拖动画笔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在文档所需位置绘制表格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3—28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7970" y="1184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10209" y="6162280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3—28</a:t>
            </a:r>
            <a:r>
              <a:rPr lang="zh-CN" altLang="en-US" sz="1600" dirty="0" smtClean="0"/>
              <a:t>　绘制表格</a:t>
            </a:r>
            <a:endParaRPr lang="zh-CN" altLang="en-US" sz="1600" dirty="0"/>
          </a:p>
        </p:txBody>
      </p:sp>
      <p:pic>
        <p:nvPicPr>
          <p:cNvPr id="8" name="3a28.jpg" descr="id:214749382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7108" y="3214686"/>
            <a:ext cx="4321800" cy="2395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文本转换成表格</a:t>
            </a:r>
            <a:endParaRPr lang="en-US" altLang="zh-CN" sz="2000" dirty="0" smtClean="0"/>
          </a:p>
          <a:p>
            <a:pPr>
              <a:lnSpc>
                <a:spcPct val="130000"/>
              </a:lnSpc>
              <a:buNone/>
            </a:pPr>
            <a:r>
              <a:rPr lang="en-US" sz="2000" dirty="0" smtClean="0"/>
              <a:t>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文本转换成表格</a:t>
            </a:r>
            <a:r>
              <a:rPr lang="en-US" sz="2000" dirty="0" smtClean="0"/>
              <a:t>]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将下面一段文本转换成表格</a:t>
            </a:r>
            <a:r>
              <a:rPr lang="en-US" sz="2000" dirty="0" smtClean="0"/>
              <a:t>: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班级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学号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姓名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性别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出生日期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计算机</a:t>
            </a:r>
            <a:r>
              <a:rPr lang="en-US" sz="2000" dirty="0" smtClean="0"/>
              <a:t>94</a:t>
            </a:r>
            <a:r>
              <a:rPr lang="zh-CN" altLang="en-US" sz="2000" dirty="0" smtClean="0"/>
              <a:t>班</a:t>
            </a:r>
            <a:r>
              <a:rPr lang="en-US" sz="2000" dirty="0" smtClean="0"/>
              <a:t>,01,</a:t>
            </a:r>
            <a:r>
              <a:rPr lang="zh-CN" altLang="en-US" sz="2000" dirty="0" smtClean="0"/>
              <a:t>张明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男</a:t>
            </a:r>
            <a:r>
              <a:rPr lang="en-US" sz="2000" dirty="0" smtClean="0"/>
              <a:t>,1994.1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计算机</a:t>
            </a:r>
            <a:r>
              <a:rPr lang="en-US" sz="2000" dirty="0" smtClean="0"/>
              <a:t>94</a:t>
            </a:r>
            <a:r>
              <a:rPr lang="zh-CN" altLang="en-US" sz="2000" dirty="0" smtClean="0"/>
              <a:t>班</a:t>
            </a:r>
            <a:r>
              <a:rPr lang="en-US" sz="2000" dirty="0" smtClean="0"/>
              <a:t>,02,</a:t>
            </a:r>
            <a:r>
              <a:rPr lang="zh-CN" altLang="en-US" sz="2000" dirty="0" smtClean="0"/>
              <a:t>李然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女</a:t>
            </a:r>
            <a:r>
              <a:rPr lang="en-US" sz="2000" dirty="0" smtClean="0"/>
              <a:t>,1994.6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计算机</a:t>
            </a:r>
            <a:r>
              <a:rPr lang="en-US" sz="2000" dirty="0" smtClean="0"/>
              <a:t>94</a:t>
            </a:r>
            <a:r>
              <a:rPr lang="zh-CN" altLang="en-US" sz="2000" dirty="0" smtClean="0"/>
              <a:t>班</a:t>
            </a:r>
            <a:r>
              <a:rPr lang="en-US" sz="2000" dirty="0" smtClean="0"/>
              <a:t>,03,</a:t>
            </a:r>
            <a:r>
              <a:rPr lang="zh-CN" altLang="en-US" sz="2000" dirty="0" smtClean="0"/>
              <a:t>王淼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女</a:t>
            </a:r>
            <a:r>
              <a:rPr lang="en-US" sz="2000" dirty="0" smtClean="0"/>
              <a:t>,1994.3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 选中上面文本内容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表格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将文本转换成表格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在弹出的如图</a:t>
            </a:r>
            <a:r>
              <a:rPr lang="en-US" sz="2000" dirty="0" smtClean="0"/>
              <a:t>3—29</a:t>
            </a:r>
            <a:r>
              <a:rPr lang="zh-CN" altLang="en-US" sz="2000" dirty="0" smtClean="0"/>
              <a:t>所示的对话框中输入列数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确定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这段被选中的文本就转换成了图</a:t>
            </a:r>
            <a:r>
              <a:rPr lang="en-US" sz="2000" dirty="0" smtClean="0"/>
              <a:t>3—30</a:t>
            </a:r>
            <a:r>
              <a:rPr lang="zh-CN" altLang="en-US" sz="2000" dirty="0" smtClean="0"/>
              <a:t>所示的表格。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7533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29.jpg" descr="id:2147493838;FounderCES"/>
          <p:cNvPicPr>
            <a:picLocks noGrp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870337" y="1643050"/>
            <a:ext cx="3000396" cy="39290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矩形 6"/>
          <p:cNvSpPr/>
          <p:nvPr/>
        </p:nvSpPr>
        <p:spPr>
          <a:xfrm>
            <a:off x="1523968" y="6143644"/>
            <a:ext cx="34874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3—29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将文本转换成表格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095869" y="2643184"/>
          <a:ext cx="5071745" cy="200025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073785"/>
                <a:gridCol w="953770"/>
                <a:gridCol w="953770"/>
                <a:gridCol w="954405"/>
                <a:gridCol w="1136015"/>
              </a:tblGrid>
              <a:tr h="500066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班级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学号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姓名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性别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出生日期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500066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计算机</a:t>
                      </a:r>
                      <a:r>
                        <a:rPr lang="en-US" sz="1400" kern="100" dirty="0"/>
                        <a:t>94</a:t>
                      </a:r>
                      <a:r>
                        <a:rPr lang="zh-CN" sz="1400" kern="100" dirty="0"/>
                        <a:t>班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/>
                        <a:t>01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张明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男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1994.1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500066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计算机</a:t>
                      </a:r>
                      <a:r>
                        <a:rPr lang="en-US" sz="1400" kern="100"/>
                        <a:t>94</a:t>
                      </a:r>
                      <a:r>
                        <a:rPr lang="zh-CN" sz="1400" kern="100"/>
                        <a:t>班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02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李然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女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1994.6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  <a:tr h="500066"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/>
                        <a:t>计算机</a:t>
                      </a:r>
                      <a:r>
                        <a:rPr lang="en-US" sz="1400" kern="100"/>
                        <a:t>94</a:t>
                      </a:r>
                      <a:r>
                        <a:rPr lang="zh-CN" sz="1400" kern="100"/>
                        <a:t>班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/>
                        <a:t>03</a:t>
                      </a:r>
                      <a:endParaRPr lang="zh-CN" sz="1800" kern="10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王淼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 dirty="0"/>
                        <a:t>女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1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/>
                        <a:t>1994.3</a:t>
                      </a:r>
                      <a:endParaRPr lang="zh-CN" sz="1800" kern="100" dirty="0">
                        <a:solidFill>
                          <a:srgbClr val="000000"/>
                        </a:solidFill>
                        <a:latin typeface="NEU-BZ"/>
                        <a:ea typeface="方正书宋_GBK"/>
                        <a:cs typeface="Times New Roman" panose="020206030504050203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204049" y="5000636"/>
            <a:ext cx="2707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3—30</a:t>
            </a:r>
            <a:r>
              <a:rPr lang="zh-CN" altLang="en-US" sz="1600" dirty="0" smtClean="0"/>
              <a:t>　文本转换表格样例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3.4.2</a:t>
            </a:r>
            <a:r>
              <a:rPr lang="zh-CN" altLang="en-US" sz="2000" dirty="0" smtClean="0"/>
              <a:t>　表格格式和内容的基本编辑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在插入表格后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可以对表格的格式、表格中的内容进行编辑。当鼠标指针定位在表格上的任意位置时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即自动显示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表格工具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在该功能下有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设计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两个选项卡如图</a:t>
            </a:r>
            <a:r>
              <a:rPr lang="en-US" sz="2000" dirty="0" smtClean="0"/>
              <a:t>3—31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用户可以使用这两个选项卡中的功能进行表格的编辑。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86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31.jpg" descr="id:214749386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881290" y="4071942"/>
            <a:ext cx="6072230" cy="192882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445548" y="5917188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3—31</a:t>
            </a:r>
            <a:r>
              <a:rPr lang="zh-CN" altLang="en-US" sz="1600" dirty="0" smtClean="0"/>
              <a:t>　表格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布局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内容占位符 5"/>
          <p:cNvGraphicFramePr>
            <a:graphicFrameLocks noGrp="1"/>
          </p:cNvGraphicFramePr>
          <p:nvPr>
            <p:ph sz="quarter" idx="1"/>
          </p:nvPr>
        </p:nvGraphicFramePr>
        <p:xfrm>
          <a:off x="1981200" y="1600200"/>
          <a:ext cx="7467600" cy="4873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070" y="11779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删除表格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zh-CN" altLang="en-US" sz="2000" dirty="0" smtClean="0"/>
              <a:t>       在选中要删除的表格单元格、行、列之后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单击鼠标右键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在弹出的快捷菜单中选择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删除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即可删除选择项。也可以使用表格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删除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命令。如图</a:t>
            </a:r>
            <a:r>
              <a:rPr lang="en-US" sz="2000" dirty="0" smtClean="0"/>
              <a:t>3—32</a:t>
            </a:r>
            <a:r>
              <a:rPr lang="zh-CN" altLang="en-US" sz="2000" dirty="0" smtClean="0"/>
              <a:t>所示在列表中选择对应的命令即可完成删除操作。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610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81554" y="6233718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3—32</a:t>
            </a:r>
            <a:r>
              <a:rPr lang="zh-CN" altLang="en-US" sz="1600" dirty="0" smtClean="0"/>
              <a:t>　删除表格</a:t>
            </a:r>
            <a:endParaRPr lang="zh-CN" altLang="en-US" sz="1600" dirty="0"/>
          </a:p>
        </p:txBody>
      </p:sp>
      <p:pic>
        <p:nvPicPr>
          <p:cNvPr id="8" name="3a32.jpg" descr="id:214749389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881554" y="3786190"/>
            <a:ext cx="1785950" cy="228601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插入表格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将鼠标指针定位到要插入单元格、行或列的位置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然后选择表格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行和列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功能区相应的插入命令即可完成。如图</a:t>
            </a:r>
            <a:r>
              <a:rPr lang="en-US" sz="2000" dirty="0" smtClean="0"/>
              <a:t>3—33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09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33.jpg" descr="id:214749390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738810" y="3214686"/>
            <a:ext cx="2857520" cy="278608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6004442" y="6345816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3—33</a:t>
            </a:r>
            <a:r>
              <a:rPr lang="zh-CN" altLang="en-US" sz="1600" dirty="0" smtClean="0"/>
              <a:t>　插入单元格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合并、拆分单元格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合并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选择要合并的两个或多个单元格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单击鼠标右键选择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合并单元格</a:t>
            </a:r>
            <a:r>
              <a:rPr lang="en-US" sz="2000" dirty="0" smtClean="0"/>
              <a:t>”</a:t>
            </a:r>
            <a:endParaRPr lang="zh-CN" altLang="en-US" sz="2000" dirty="0" smtClean="0"/>
          </a:p>
          <a:p>
            <a:pPr>
              <a:lnSpc>
                <a:spcPct val="12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拆分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选择要拆分的单元格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单击鼠标右键选择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拆分单元格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在弹出的对话框中输入要拆分成的列数和行数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确定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即可完成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3—34</a:t>
            </a:r>
            <a:r>
              <a:rPr lang="zh-CN" altLang="en-US" sz="2000" dirty="0" smtClean="0"/>
              <a:t>所示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8310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22381" y="6345816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600" dirty="0" smtClean="0"/>
              <a:t>图</a:t>
            </a:r>
            <a:r>
              <a:rPr lang="en-US" sz="1600" dirty="0" smtClean="0"/>
              <a:t>3—34</a:t>
            </a:r>
            <a:r>
              <a:rPr lang="zh-CN" altLang="en-US" sz="1600" dirty="0" smtClean="0"/>
              <a:t>　拆分单元格</a:t>
            </a:r>
            <a:endParaRPr lang="zh-CN" altLang="en-US" sz="1600" dirty="0"/>
          </a:p>
        </p:txBody>
      </p:sp>
      <p:pic>
        <p:nvPicPr>
          <p:cNvPr id="8" name="3a34.jpg" descr="id:214749392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738810" y="3643314"/>
            <a:ext cx="3000396" cy="250033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表格属性设置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单击表格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单元格大小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功能区右下角的箭头可弹出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表格属性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(</a:t>
            </a:r>
            <a:r>
              <a:rPr lang="zh-CN" altLang="en-US" sz="2000" dirty="0" smtClean="0"/>
              <a:t>或在表格中单击鼠标右键选择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表格属性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),</a:t>
            </a:r>
            <a:r>
              <a:rPr lang="zh-CN" altLang="en-US" sz="2000" dirty="0" smtClean="0"/>
              <a:t>在这个对话框中可设定表格的尺寸、表格在文档中的对齐方式、表格周围文字环绕方式、行高、列宽、单元格内容的对齐方式等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3—35</a:t>
            </a:r>
            <a:r>
              <a:rPr lang="zh-CN" altLang="en-US" sz="2000" dirty="0" smtClean="0"/>
              <a:t>所示。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选项卡中还提供了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自动调整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对齐方式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方便用户进行表格格式的调整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3—36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13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09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35.jpg" descr="id:2147493936;FounderCES"/>
          <p:cNvPicPr>
            <a:picLocks noGrp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1881158" y="2071678"/>
            <a:ext cx="3286148" cy="37147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矩形 6"/>
          <p:cNvSpPr/>
          <p:nvPr/>
        </p:nvSpPr>
        <p:spPr>
          <a:xfrm>
            <a:off x="2024034" y="6162280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3—35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表格属性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8" name="3a36.jpg" descr="id:2147493943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3058" y="3000372"/>
            <a:ext cx="4572000" cy="168843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0" name="矩形 9"/>
          <p:cNvSpPr/>
          <p:nvPr/>
        </p:nvSpPr>
        <p:spPr>
          <a:xfrm>
            <a:off x="5667404" y="5000636"/>
            <a:ext cx="4572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3—36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布局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选项卡中的格式调整功能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6.</a:t>
            </a:r>
            <a:r>
              <a:rPr lang="zh-CN" altLang="en-US" sz="2000" dirty="0" smtClean="0"/>
              <a:t>表格设计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Word 2010</a:t>
            </a:r>
            <a:r>
              <a:rPr lang="zh-CN" altLang="en-US" sz="2000" dirty="0" smtClean="0"/>
              <a:t>还在表格工具的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设计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选项卡中提供了表格样式、边框、底纹等设置功能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用户可以设计出各种风格的表格样式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3—37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3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0" name="3a37.jpg" descr="id:2147493958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452662" y="3857628"/>
            <a:ext cx="7500990" cy="17145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  <a:headEnd/>
            <a:tailEnd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1" name="矩形 10"/>
          <p:cNvSpPr/>
          <p:nvPr/>
        </p:nvSpPr>
        <p:spPr>
          <a:xfrm>
            <a:off x="4445548" y="5988626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3—37</a:t>
            </a:r>
            <a:r>
              <a:rPr lang="zh-CN" altLang="en-US" sz="1600" dirty="0" smtClean="0"/>
              <a:t>　表格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设计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3.5</a:t>
            </a:r>
            <a:r>
              <a:rPr lang="zh-CN" altLang="en-US" dirty="0" smtClean="0"/>
              <a:t>　图形的制作与编辑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掌握在</a:t>
            </a:r>
            <a:r>
              <a:rPr lang="en-US" dirty="0" smtClean="0"/>
              <a:t>Word</a:t>
            </a:r>
            <a:r>
              <a:rPr lang="zh-CN" altLang="en-US" dirty="0" smtClean="0"/>
              <a:t>文档中插入各种形状图形的方法</a:t>
            </a:r>
            <a:r>
              <a:rPr lang="en-US" dirty="0" smtClean="0"/>
              <a:t>;</a:t>
            </a: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※ </a:t>
            </a:r>
            <a:r>
              <a:rPr lang="zh-CN" altLang="en-US" dirty="0" smtClean="0"/>
              <a:t>掌握设置图形格式的方法。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309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7" name="学习目标.EPS" descr="id:214749397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381224" y="2428868"/>
            <a:ext cx="1857388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3.5.1</a:t>
            </a:r>
            <a:r>
              <a:rPr lang="zh-CN" altLang="en-US" sz="2000" dirty="0" smtClean="0"/>
              <a:t>　绘制图形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Word 2010</a:t>
            </a:r>
            <a:r>
              <a:rPr lang="zh-CN" altLang="en-US" sz="2000" dirty="0" smtClean="0"/>
              <a:t>具有绘制各种图形的功能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图形类型包括线条、矩形、基本形状、箭头总汇、公式形状、流程图、星与旗帜、标注共八种。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[</a:t>
            </a:r>
            <a:r>
              <a:rPr lang="zh-CN" altLang="en-US" sz="2000" dirty="0" smtClean="0"/>
              <a:t>操作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插入形状</a:t>
            </a:r>
            <a:r>
              <a:rPr lang="en-US" sz="2000" dirty="0" smtClean="0"/>
              <a:t>]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在弹出的如图</a:t>
            </a:r>
            <a:r>
              <a:rPr lang="en-US" sz="2000" dirty="0" smtClean="0"/>
              <a:t>3—38</a:t>
            </a:r>
            <a:r>
              <a:rPr lang="zh-CN" altLang="en-US" sz="2000" dirty="0" smtClean="0"/>
              <a:t>所示的列表中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选择要插入的图形。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88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8892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11" name="3a38.jpg" descr="id:2147493988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4232" y="1285860"/>
            <a:ext cx="2786082" cy="492919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2" name="矩形 11"/>
          <p:cNvSpPr/>
          <p:nvPr/>
        </p:nvSpPr>
        <p:spPr>
          <a:xfrm rot="5400000">
            <a:off x="6684553" y="3407204"/>
            <a:ext cx="2398395" cy="369332"/>
          </a:xfrm>
          <a:prstGeom prst="rect">
            <a:avLst/>
          </a:prstGeom>
        </p:spPr>
        <p:txBody>
          <a:bodyPr vert="vert270" wrap="square" anchor="ctr">
            <a:spAutoFit/>
          </a:bodyPr>
          <a:lstStyle/>
          <a:p>
            <a:r>
              <a:rPr lang="zh-CN" altLang="en-US" dirty="0" smtClean="0"/>
              <a:t>图</a:t>
            </a:r>
            <a:r>
              <a:rPr lang="en-US" dirty="0" smtClean="0"/>
              <a:t>3</a:t>
            </a:r>
            <a:endParaRPr lang="en-US" dirty="0" smtClean="0"/>
          </a:p>
          <a:p>
            <a:r>
              <a:rPr lang="en-US" dirty="0" smtClean="0"/>
              <a:t>-38</a:t>
            </a:r>
            <a:r>
              <a:rPr lang="zh-CN" altLang="en-US" dirty="0" smtClean="0"/>
              <a:t>　插入形状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3.5.2</a:t>
            </a:r>
            <a:r>
              <a:rPr lang="zh-CN" altLang="en-US" sz="2000" dirty="0" smtClean="0"/>
              <a:t>　图形格式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在文档上插入所需图形后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单击图形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就在菜单栏出现如图</a:t>
            </a:r>
            <a:r>
              <a:rPr lang="en-US" sz="2000" dirty="0" smtClean="0"/>
              <a:t>3—39</a:t>
            </a:r>
            <a:r>
              <a:rPr lang="zh-CN" altLang="en-US" sz="2000" dirty="0" smtClean="0"/>
              <a:t>所示的绘图工具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利用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选项卡中的命令可以设置图形格式、美化图形。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98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39.jpg" descr="id:214749400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524100" y="3786190"/>
            <a:ext cx="6858048" cy="171451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4445548" y="5917188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3—39</a:t>
            </a:r>
            <a:r>
              <a:rPr lang="zh-CN" altLang="en-US" sz="1600" dirty="0" smtClean="0"/>
              <a:t>　图形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格式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选项卡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更改形状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单击要更改的形状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插入形状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编辑形状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指向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更改形状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然后选择其他形状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即可将原形状更改为新的形状。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使用形状样式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形状样式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将鼠标指针停留在某一样式上以查看应用该样式时形状的外观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单击样式即可应用</a:t>
            </a:r>
            <a:r>
              <a:rPr lang="en-US" sz="2000" dirty="0" smtClean="0"/>
              <a:t>;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形状填充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形状轮廓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选择所需的选项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改变形状外观</a:t>
            </a:r>
            <a:r>
              <a:rPr lang="en-US" sz="2000" dirty="0" smtClean="0"/>
              <a:t>;</a:t>
            </a:r>
            <a:r>
              <a:rPr lang="zh-CN" altLang="en-US" sz="2000" dirty="0" smtClean="0"/>
              <a:t>单击该功能区右下角箭头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将弹出如图</a:t>
            </a:r>
            <a:r>
              <a:rPr lang="en-US" sz="2000" dirty="0" smtClean="0"/>
              <a:t>3—40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设置形状格式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在该对话框内也可进行图形格式的设置。</a:t>
            </a:r>
            <a:endParaRPr lang="zh-CN" altLang="en-US" sz="2000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60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组合所选形状 </a:t>
            </a:r>
            <a:endParaRPr lang="zh-CN" altLang="en-US" sz="2000" dirty="0" smtClean="0"/>
          </a:p>
          <a:p>
            <a:pPr>
              <a:lnSpc>
                <a:spcPct val="200000"/>
              </a:lnSpc>
              <a:buNone/>
            </a:pPr>
            <a:r>
              <a:rPr lang="zh-CN" altLang="en-US" sz="2000" dirty="0" smtClean="0"/>
              <a:t>       在按住键盘上的 </a:t>
            </a:r>
            <a:r>
              <a:rPr lang="en-US" sz="2000" dirty="0" smtClean="0"/>
              <a:t>Ctrl</a:t>
            </a:r>
            <a:r>
              <a:rPr lang="zh-CN" altLang="en-US" sz="2000" dirty="0" smtClean="0"/>
              <a:t>键的同时单击要组合的每个形状。在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排列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组合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或单击鼠标右键选中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组合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3—41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就可以将所有形状作为单个图形来处理。图形组合后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可通过右键菜单中的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取消组合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命令来恢复。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06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65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40.jpg" descr="id:2147494034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1158" y="1928802"/>
            <a:ext cx="3357586" cy="30080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矩形 6"/>
          <p:cNvSpPr/>
          <p:nvPr/>
        </p:nvSpPr>
        <p:spPr>
          <a:xfrm>
            <a:off x="1738282" y="5929330"/>
            <a:ext cx="30810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3—40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设置形状格式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8" name="3a41.jpg" descr="id:2147494041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0314" y="1714488"/>
            <a:ext cx="3357586" cy="32861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9" name="矩形 8"/>
          <p:cNvSpPr/>
          <p:nvPr/>
        </p:nvSpPr>
        <p:spPr>
          <a:xfrm>
            <a:off x="6971608" y="5876528"/>
            <a:ext cx="20650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组合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命令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使用阴影和三维效果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 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形状样式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形状效果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然后选择一种效果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就可以增强形状的吸引力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3—42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1145" y="18827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42.jpg" descr="id:214749405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4166" y="3286124"/>
            <a:ext cx="3143272" cy="300039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矩形 6"/>
          <p:cNvSpPr/>
          <p:nvPr/>
        </p:nvSpPr>
        <p:spPr>
          <a:xfrm>
            <a:off x="6667597" y="5786454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3—42</a:t>
            </a:r>
            <a:r>
              <a:rPr lang="zh-CN" altLang="en-US" sz="1600" dirty="0" smtClean="0"/>
              <a:t>　形状效果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叠放图形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插入的图形可能会叠放在一起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选中图形后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单击鼠标右键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可通过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置于顶层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、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置于底层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的操作调整图形的叠放次序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3—43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90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38612" y="6143644"/>
            <a:ext cx="27076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3—43</a:t>
            </a:r>
            <a:r>
              <a:rPr lang="zh-CN" altLang="en-US" sz="1600" dirty="0" smtClean="0"/>
              <a:t>　调整图形叠放次序</a:t>
            </a:r>
            <a:endParaRPr lang="zh-CN" altLang="en-US" sz="1600" dirty="0"/>
          </a:p>
        </p:txBody>
      </p:sp>
      <p:pic>
        <p:nvPicPr>
          <p:cNvPr id="8" name="3a43.jpg" descr="id:2147494071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238480" y="4000504"/>
            <a:ext cx="4857784" cy="16430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3.6</a:t>
            </a:r>
            <a:r>
              <a:rPr lang="zh-CN" altLang="en-US" dirty="0" smtClean="0"/>
              <a:t>　</a:t>
            </a:r>
            <a:r>
              <a:rPr lang="en-US" dirty="0" smtClean="0"/>
              <a:t>Word</a:t>
            </a:r>
            <a:r>
              <a:rPr lang="zh-CN" altLang="en-US" dirty="0" smtClean="0"/>
              <a:t>对象的插入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熟练掌握在文档中插入图片、文本框、</a:t>
            </a:r>
            <a:r>
              <a:rPr lang="en-US" sz="2000" dirty="0" smtClean="0"/>
              <a:t>SmartArt</a:t>
            </a:r>
            <a:r>
              <a:rPr lang="zh-CN" altLang="en-US" sz="2000" dirty="0" smtClean="0"/>
              <a:t>的操作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熟练掌握调整各种图形对象格式的方法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掌握通过图文混排美化文档的操作。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27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学习目标.EPS" descr="id:214749408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238348" y="2428868"/>
            <a:ext cx="1928826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3.6.1</a:t>
            </a:r>
            <a:r>
              <a:rPr lang="zh-CN" altLang="en-US" sz="2000" dirty="0" smtClean="0"/>
              <a:t>　插入图片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(1)</a:t>
            </a:r>
            <a:r>
              <a:rPr lang="zh-CN" altLang="en-US" sz="2000" dirty="0" smtClean="0"/>
              <a:t>插入图片文件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图片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即弹出如图</a:t>
            </a:r>
            <a:r>
              <a:rPr lang="en-US" sz="2000" dirty="0" smtClean="0"/>
              <a:t>3—44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插入图片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用户可以选中计算机中已存储的图片插入到文档中。</a:t>
            </a:r>
            <a:endParaRPr lang="en-US" altLang="zh-CN" sz="2000" dirty="0" smtClean="0"/>
          </a:p>
          <a:p>
            <a:pPr>
              <a:lnSpc>
                <a:spcPct val="150000"/>
              </a:lnSpc>
              <a:buNone/>
            </a:pP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(2)</a:t>
            </a:r>
            <a:r>
              <a:rPr lang="zh-CN" altLang="en-US" sz="2000" dirty="0" smtClean="0"/>
              <a:t>插入剪贴画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选项卡上的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剪贴画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剪贴画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界面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用户可在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搜索文字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框内输入要搜索的文件关键词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如输入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人物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并单击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搜索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即在下方的显示区中显示与人物相关的图片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选中所需图片单击后即插入文档。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08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167174" y="5876528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3—44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插入图片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10" name="3a44.jpg" descr="id:214749410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1356" y="1714488"/>
            <a:ext cx="4929222" cy="37147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3.6.2</a:t>
            </a:r>
            <a:r>
              <a:rPr lang="zh-CN" altLang="en-US" sz="2000" dirty="0" smtClean="0"/>
              <a:t>　插入文本框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文本框被视为一种特殊的图形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经常用来在文档中建立特殊的文本。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文本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文本框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即显示如图</a:t>
            </a:r>
            <a:r>
              <a:rPr lang="en-US" sz="2000" dirty="0" smtClean="0"/>
              <a:t>3—45</a:t>
            </a:r>
            <a:r>
              <a:rPr lang="zh-CN" altLang="en-US" sz="2000" dirty="0" smtClean="0"/>
              <a:t>所示的下拉列表</a:t>
            </a:r>
            <a:r>
              <a:rPr lang="en-US" sz="2000" dirty="0" smtClean="0"/>
              <a:t>,Word</a:t>
            </a:r>
            <a:r>
              <a:rPr lang="zh-CN" altLang="en-US" sz="2000" dirty="0" smtClean="0"/>
              <a:t>内置了一些样式的文本框供用户选择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也可以选择自己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绘制文本框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。如选择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绘制文本框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则可拖动鼠标在文档上绘制一个文本框图形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然后在文本框内添加文字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默认的文本框是矩形的。对图形使用的格式操作也可以应用于文本框。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27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95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462148" y="6019404"/>
            <a:ext cx="20980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3—45</a:t>
            </a:r>
            <a:r>
              <a:rPr lang="zh-CN" altLang="en-US" sz="1600" dirty="0" smtClean="0"/>
              <a:t>　插入文本框</a:t>
            </a:r>
            <a:endParaRPr lang="zh-CN" altLang="en-US" sz="1600" dirty="0"/>
          </a:p>
        </p:txBody>
      </p:sp>
      <p:pic>
        <p:nvPicPr>
          <p:cNvPr id="6" name="3a45.jpg" descr="id:2147494116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7108" y="1428736"/>
            <a:ext cx="3643338" cy="42148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3.6.3</a:t>
            </a:r>
            <a:r>
              <a:rPr lang="zh-CN" altLang="en-US" sz="2000" dirty="0" smtClean="0"/>
              <a:t>　插入</a:t>
            </a:r>
            <a:r>
              <a:rPr lang="en-US" sz="2000" dirty="0" smtClean="0"/>
              <a:t>SmartArt </a:t>
            </a:r>
            <a:r>
              <a:rPr lang="zh-CN" altLang="en-US" sz="2000" dirty="0" smtClean="0"/>
              <a:t>图形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       SmartArt </a:t>
            </a:r>
            <a:r>
              <a:rPr lang="zh-CN" altLang="en-US" sz="2000" dirty="0" smtClean="0"/>
              <a:t>图形是信息和观点的视觉表示形式。可以通过从多种不同布局中进行选择来创建 </a:t>
            </a:r>
            <a:r>
              <a:rPr lang="en-US" sz="2000" dirty="0" smtClean="0"/>
              <a:t>SmartArt </a:t>
            </a:r>
            <a:r>
              <a:rPr lang="zh-CN" altLang="en-US" sz="2000" dirty="0" smtClean="0"/>
              <a:t>图形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从而快速、轻松、有效地传达信息。如要创建一个组织结构图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就可以通过下面插入</a:t>
            </a:r>
            <a:r>
              <a:rPr lang="en-US" sz="2000" dirty="0" smtClean="0"/>
              <a:t>SmartArt</a:t>
            </a:r>
            <a:r>
              <a:rPr lang="zh-CN" altLang="en-US" sz="2000" dirty="0" smtClean="0"/>
              <a:t>图形的操作来完成</a:t>
            </a:r>
            <a:r>
              <a:rPr lang="en-US" sz="2000" dirty="0" smtClean="0"/>
              <a:t>:</a:t>
            </a:r>
            <a:r>
              <a:rPr lang="zh-CN" altLang="en-US" sz="2000" dirty="0" smtClean="0"/>
              <a:t>点击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—SmartArt”,</a:t>
            </a:r>
            <a:r>
              <a:rPr lang="zh-CN" altLang="en-US" sz="2000" dirty="0" smtClean="0"/>
              <a:t>即弹出如图</a:t>
            </a:r>
            <a:r>
              <a:rPr lang="en-US" sz="2000" dirty="0" smtClean="0"/>
              <a:t>3—46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选择</a:t>
            </a:r>
            <a:r>
              <a:rPr lang="en-US" sz="2000" dirty="0" smtClean="0"/>
              <a:t>SmartArt</a:t>
            </a:r>
            <a:r>
              <a:rPr lang="zh-CN" altLang="en-US" sz="2000" dirty="0" smtClean="0"/>
              <a:t>图形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对话框。根据要创建的组织结构图的形状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可以在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层次结构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中选择一种图形。如选择第一种组织结构图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在文档中就会出现图</a:t>
            </a:r>
            <a:r>
              <a:rPr lang="en-US" sz="2000" dirty="0" smtClean="0"/>
              <a:t>3—47</a:t>
            </a:r>
            <a:r>
              <a:rPr lang="zh-CN" altLang="en-US" sz="2000" dirty="0" smtClean="0"/>
              <a:t>所示的编辑区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在编辑区的文本框内输入内容。然后通过设置图形格式即可轻松完成组织结构图的绘制。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905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4330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809720" y="6019404"/>
            <a:ext cx="342328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3—46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选择</a:t>
            </a:r>
            <a:r>
              <a:rPr lang="en-US" sz="1600" dirty="0" smtClean="0"/>
              <a:t>SmartArt</a:t>
            </a:r>
            <a:r>
              <a:rPr lang="zh-CN" altLang="en-US" sz="1600" dirty="0" smtClean="0"/>
              <a:t>图形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  <p:pic>
        <p:nvPicPr>
          <p:cNvPr id="7" name="3a46.jpg" descr="id:2147494131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9720" y="2500306"/>
            <a:ext cx="3929090" cy="21431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8" name="3a47.jpg" descr="id:2147494138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7438" y="2571744"/>
            <a:ext cx="3857652" cy="207170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0" name="矩形 9"/>
          <p:cNvSpPr/>
          <p:nvPr/>
        </p:nvSpPr>
        <p:spPr>
          <a:xfrm>
            <a:off x="6641807" y="6019404"/>
            <a:ext cx="284670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3—47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SmartArt</a:t>
            </a:r>
            <a:r>
              <a:rPr lang="zh-CN" altLang="en-US" sz="1600" dirty="0" smtClean="0"/>
              <a:t>图形编辑区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3.6.4</a:t>
            </a:r>
            <a:r>
              <a:rPr lang="zh-CN" altLang="en-US" sz="2000" dirty="0" smtClean="0"/>
              <a:t>　屏幕截图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插图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屏幕截图</a:t>
            </a:r>
            <a:r>
              <a:rPr lang="en-US" sz="2000" dirty="0" smtClean="0"/>
              <a:t>”,</a:t>
            </a:r>
            <a:r>
              <a:rPr lang="zh-CN" altLang="en-US" sz="2000" dirty="0" smtClean="0"/>
              <a:t>在弹出的图</a:t>
            </a:r>
            <a:r>
              <a:rPr lang="en-US" sz="2000" dirty="0" smtClean="0"/>
              <a:t>3—48</a:t>
            </a:r>
            <a:r>
              <a:rPr lang="zh-CN" altLang="en-US" sz="2000" dirty="0" smtClean="0"/>
              <a:t>所示的列表框中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选择要截图的视窗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该视窗的图像就直接显示在文档要插入的位置。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2135" y="29622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48.jpg" descr="id:2147494153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5670" y="3571876"/>
            <a:ext cx="4429156" cy="242889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矩形 6"/>
          <p:cNvSpPr/>
          <p:nvPr/>
        </p:nvSpPr>
        <p:spPr>
          <a:xfrm>
            <a:off x="4810116" y="6305156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3—48</a:t>
            </a:r>
            <a:r>
              <a:rPr lang="zh-CN" altLang="en-US" sz="1600" dirty="0" smtClean="0"/>
              <a:t>　屏幕截图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3.6.5</a:t>
            </a:r>
            <a:r>
              <a:rPr lang="zh-CN" altLang="en-US" sz="2000" dirty="0" smtClean="0"/>
              <a:t>　图文混排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 在图片或图形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格式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选项卡中单击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排列</a:t>
            </a:r>
            <a:r>
              <a:rPr lang="en-US" sz="2000" dirty="0" smtClean="0"/>
              <a:t>—</a:t>
            </a:r>
            <a:r>
              <a:rPr lang="zh-CN" altLang="en-US" sz="2000" dirty="0" smtClean="0"/>
              <a:t>位置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按钮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则显示图片布局功能列表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在该列表中可以根据图示效果选择文字和图片的混排样式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3—49</a:t>
            </a:r>
            <a:r>
              <a:rPr lang="zh-CN" altLang="en-US" sz="2000" dirty="0" smtClean="0"/>
              <a:t>所示。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370523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grpSp>
        <p:nvGrpSpPr>
          <p:cNvPr id="4" name="组合 3"/>
          <p:cNvGrpSpPr/>
          <p:nvPr>
            <p:custDataLst>
              <p:tags r:id="rId3"/>
            </p:custDataLst>
          </p:nvPr>
        </p:nvGrpSpPr>
        <p:grpSpPr>
          <a:xfrm>
            <a:off x="5160010" y="3515995"/>
            <a:ext cx="2645410" cy="542290"/>
            <a:chOff x="8126" y="5537"/>
            <a:chExt cx="4166" cy="854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11292" y="5537"/>
              <a:ext cx="1000" cy="855"/>
            </a:xfrm>
            <a:prstGeom prst="rect">
              <a:avLst/>
            </a:prstGeom>
            <a:noFill/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8126" y="5657"/>
              <a:ext cx="4001" cy="6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itle 6"/>
          <p:cNvSpPr txBox="1"/>
          <p:nvPr>
            <p:custDataLst>
              <p:tags r:id="rId6"/>
            </p:custDataLst>
          </p:nvPr>
        </p:nvSpPr>
        <p:spPr>
          <a:xfrm>
            <a:off x="4798060" y="4820920"/>
            <a:ext cx="2268220" cy="287655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none" lIns="72000" tIns="36195" rIns="72000" bIns="36195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None/>
            </a:pPr>
            <a:r>
              <a:rPr lang="zh-CN" altLang="en-US" sz="1400" spc="133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图3—49　图文混排样式</a:t>
            </a:r>
            <a:endParaRPr lang="zh-CN" altLang="en-US" sz="1400" spc="133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3a49.jpg" descr="id:2147494168;FounderCES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96198" y="3286124"/>
            <a:ext cx="1500198" cy="33575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3.7</a:t>
            </a:r>
            <a:r>
              <a:rPr lang="zh-CN" altLang="en-US" dirty="0" smtClean="0"/>
              <a:t>　</a:t>
            </a:r>
            <a:r>
              <a:rPr lang="en-US" dirty="0" smtClean="0"/>
              <a:t>Word</a:t>
            </a:r>
            <a:r>
              <a:rPr lang="zh-CN" altLang="en-US" dirty="0" smtClean="0"/>
              <a:t>文档的页面设置和打印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能够根据文档设计的需要熟练进行页面设置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※ </a:t>
            </a:r>
            <a:r>
              <a:rPr lang="zh-CN" altLang="en-US" sz="2000" dirty="0" smtClean="0"/>
              <a:t>熟练使用打印预览和打印功能。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8" name="学习目标.EPS" descr="id:2147494183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238348" y="2357430"/>
            <a:ext cx="2000264" cy="57150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3.7.1</a:t>
            </a:r>
            <a:r>
              <a:rPr lang="zh-CN" altLang="en-US" sz="2000" dirty="0" smtClean="0"/>
              <a:t>　页面设置 </a:t>
            </a:r>
            <a:endParaRPr lang="zh-CN" altLang="en-US" sz="2000" dirty="0" smtClean="0"/>
          </a:p>
          <a:p>
            <a:pPr>
              <a:lnSpc>
                <a:spcPct val="130000"/>
              </a:lnSpc>
              <a:buNone/>
            </a:pPr>
            <a:r>
              <a:rPr lang="zh-CN" altLang="en-US" sz="2000" dirty="0" smtClean="0"/>
              <a:t>       在对文档进行打印输出前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要进行文档的页面设置。在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页面布局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选项卡的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页面设置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如图</a:t>
            </a:r>
            <a:r>
              <a:rPr lang="en-US" sz="2000" dirty="0" smtClean="0"/>
              <a:t>3—50</a:t>
            </a:r>
            <a:r>
              <a:rPr lang="zh-CN" altLang="en-US" sz="2000" dirty="0" smtClean="0"/>
              <a:t>所示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单击右下角的箭头打开图</a:t>
            </a:r>
            <a:r>
              <a:rPr lang="en-US" sz="2000" dirty="0" smtClean="0"/>
              <a:t>3—51</a:t>
            </a:r>
            <a:r>
              <a:rPr lang="zh-CN" altLang="en-US" sz="2000" dirty="0" smtClean="0"/>
              <a:t>所示的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页面设置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完成页面设置操作。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50.jpg" descr="id:2147494198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2596" y="4286256"/>
            <a:ext cx="3786214" cy="15001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矩形 6"/>
          <p:cNvSpPr/>
          <p:nvPr/>
        </p:nvSpPr>
        <p:spPr>
          <a:xfrm>
            <a:off x="2309786" y="6233718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3—50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页面设置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功能区</a:t>
            </a:r>
            <a:endParaRPr lang="zh-CN" altLang="en-US" sz="1600" dirty="0"/>
          </a:p>
        </p:txBody>
      </p:sp>
      <p:pic>
        <p:nvPicPr>
          <p:cNvPr id="8" name="3a51.jpg" descr="id:2147494205;FounderCE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24694" y="3500438"/>
            <a:ext cx="2143140" cy="27860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0" name="矩形 9"/>
          <p:cNvSpPr/>
          <p:nvPr/>
        </p:nvSpPr>
        <p:spPr>
          <a:xfrm>
            <a:off x="6713245" y="6429396"/>
            <a:ext cx="2674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3—51</a:t>
            </a:r>
            <a:r>
              <a:rPr lang="zh-CN" altLang="en-US" sz="1600" dirty="0" smtClean="0"/>
              <a:t>　</a:t>
            </a:r>
            <a:r>
              <a:rPr lang="en-US" sz="1600" dirty="0" smtClean="0"/>
              <a:t>“</a:t>
            </a:r>
            <a:r>
              <a:rPr lang="zh-CN" altLang="en-US" sz="1600" dirty="0" smtClean="0"/>
              <a:t>页面设置</a:t>
            </a:r>
            <a:r>
              <a:rPr lang="en-US" sz="1600" dirty="0" smtClean="0"/>
              <a:t>”</a:t>
            </a:r>
            <a:r>
              <a:rPr lang="zh-CN" altLang="en-US" sz="1600" dirty="0" smtClean="0"/>
              <a:t>对话框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3.7.2</a:t>
            </a:r>
            <a:r>
              <a:rPr lang="zh-CN" altLang="en-US" sz="2000" dirty="0" smtClean="0"/>
              <a:t>　打印预览、打印基本参数设置 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        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页面视图中看到的文档与最终输出的文档具有相同的样式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所见即所得。在打印文档前可以通过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打印预览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功能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在屏幕上显示打印效果。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810116" y="6305156"/>
            <a:ext cx="18948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3—52</a:t>
            </a:r>
            <a:r>
              <a:rPr lang="zh-CN" altLang="en-US" sz="1600" dirty="0" smtClean="0"/>
              <a:t>　打印功能</a:t>
            </a:r>
            <a:endParaRPr lang="zh-CN" altLang="en-US" sz="1600" dirty="0"/>
          </a:p>
        </p:txBody>
      </p:sp>
      <p:pic>
        <p:nvPicPr>
          <p:cNvPr id="8" name="3a52.jpg" descr="id:2147494259;FounderCES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22" y="3676362"/>
            <a:ext cx="4321800" cy="25387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习　题</a:t>
            </a:r>
            <a:endParaRPr lang="zh-CN" altLang="en-US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一、简答题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1.Word 2010</a:t>
            </a:r>
            <a:r>
              <a:rPr lang="zh-CN" altLang="en-US" sz="2000" dirty="0" smtClean="0"/>
              <a:t>有几种视图方式</a:t>
            </a:r>
            <a:r>
              <a:rPr lang="en-US" sz="2000" dirty="0" smtClean="0"/>
              <a:t>?</a:t>
            </a:r>
            <a:r>
              <a:rPr lang="zh-CN" altLang="en-US" sz="2000" dirty="0" smtClean="0"/>
              <a:t>每种视图方式在什么情况下使用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选择整篇文档有哪几种方法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模板和样式有什么用途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首行缩进与悬挂缩进有什么区别</a:t>
            </a:r>
            <a:r>
              <a:rPr lang="en-US" sz="2000" dirty="0" smtClean="0"/>
              <a:t>?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文本框是否可以更改形状</a:t>
            </a:r>
            <a:r>
              <a:rPr lang="en-US" sz="2000" dirty="0" smtClean="0"/>
              <a:t>?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二、操作题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/>
              <a:t>按要求完成图</a:t>
            </a:r>
            <a:r>
              <a:rPr lang="en-US" sz="2000" dirty="0" smtClean="0"/>
              <a:t>3—53</a:t>
            </a:r>
            <a:r>
              <a:rPr lang="zh-CN" altLang="en-US" sz="2000" dirty="0" smtClean="0"/>
              <a:t>所示的文档</a:t>
            </a:r>
            <a:r>
              <a:rPr lang="en-US" sz="2000" dirty="0" smtClean="0"/>
              <a:t>: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1.</a:t>
            </a:r>
            <a:r>
              <a:rPr lang="zh-CN" altLang="en-US" sz="2000" dirty="0" smtClean="0"/>
              <a:t>输入文字内容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标题为四号黑体加粗居中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作者为小五号楷体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正文为五号楷体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左缩进到标尺</a:t>
            </a:r>
            <a:r>
              <a:rPr lang="en-US" sz="2000" dirty="0" smtClean="0"/>
              <a:t>12</a:t>
            </a:r>
            <a:r>
              <a:rPr lang="zh-CN" altLang="en-US" sz="2000" dirty="0" smtClean="0"/>
              <a:t>的位置</a:t>
            </a:r>
            <a:r>
              <a:rPr lang="en-US" sz="2000" dirty="0" smtClean="0"/>
              <a:t>;</a:t>
            </a:r>
            <a:endParaRPr lang="zh-CN" altLang="en-US" sz="2000" dirty="0" smtClean="0"/>
          </a:p>
          <a:p>
            <a:pPr>
              <a:lnSpc>
                <a:spcPct val="150000"/>
              </a:lnSpc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插入剪贴画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在剪贴画中选择雪花图片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设置为四周型环绕。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  <p:pic>
        <p:nvPicPr>
          <p:cNvPr id="6" name="3a53.jpg" descr="id:214749429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738810" y="1571612"/>
            <a:ext cx="3959350" cy="25827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7" name="矩形 6"/>
          <p:cNvSpPr/>
          <p:nvPr/>
        </p:nvSpPr>
        <p:spPr>
          <a:xfrm>
            <a:off x="9745433" y="1857364"/>
            <a:ext cx="498475" cy="2795270"/>
          </a:xfrm>
          <a:prstGeom prst="rect">
            <a:avLst/>
          </a:prstGeom>
        </p:spPr>
        <p:txBody>
          <a:bodyPr vert="wordArtVertRtl" wrap="none">
            <a:spAutoFit/>
          </a:bodyPr>
          <a:lstStyle/>
          <a:p>
            <a:r>
              <a:rPr lang="zh-CN" altLang="en-US" sz="1600" dirty="0" smtClean="0"/>
              <a:t>图</a:t>
            </a:r>
            <a:r>
              <a:rPr lang="en-US" sz="1600" dirty="0" smtClean="0"/>
              <a:t>3—53</a:t>
            </a:r>
            <a:r>
              <a:rPr lang="zh-CN" altLang="en-US" sz="1600" dirty="0" smtClean="0"/>
              <a:t>　操作题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981200" y="1428736"/>
            <a:ext cx="7467600" cy="48737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三、单选题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1.Word 2010</a:t>
            </a:r>
            <a:r>
              <a:rPr lang="zh-CN" altLang="en-US" sz="2000" dirty="0" smtClean="0"/>
              <a:t>文档默认的扩展名是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A. ppt	    B. docx	    C. exe	D. bmp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2.</a:t>
            </a:r>
            <a:r>
              <a:rPr lang="zh-CN" altLang="en-US" sz="2000" dirty="0" smtClean="0"/>
              <a:t>要插入页眉和页脚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要切换到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视图方式。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大纲视图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页面视图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草稿视图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阅读视图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3.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编辑状态下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绘制文本框命令所在的选项卡是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开始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插入</a:t>
            </a:r>
            <a:r>
              <a:rPr lang="en-US" sz="2000" dirty="0" smtClean="0"/>
              <a:t>	C.</a:t>
            </a:r>
            <a:r>
              <a:rPr lang="zh-CN" altLang="en-US" sz="2000" dirty="0" smtClean="0"/>
              <a:t>引用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视图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4.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编辑状态下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若要设置字体三维效果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首先应打开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A.“</a:t>
            </a:r>
            <a:r>
              <a:rPr lang="zh-CN" altLang="en-US" sz="2000" dirty="0" smtClean="0"/>
              <a:t>剪贴板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窗格</a:t>
            </a:r>
            <a:r>
              <a:rPr lang="en-US" sz="2000" dirty="0" smtClean="0"/>
              <a:t>	B.“</a:t>
            </a:r>
            <a:r>
              <a:rPr lang="zh-CN" altLang="en-US" sz="2000" dirty="0" smtClean="0"/>
              <a:t>段落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C.“</a:t>
            </a:r>
            <a:r>
              <a:rPr lang="zh-CN" altLang="en-US" sz="2000" dirty="0" smtClean="0"/>
              <a:t>样式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r>
              <a:rPr lang="en-US" sz="2000" dirty="0" smtClean="0"/>
              <a:t>	D.“</a:t>
            </a:r>
            <a:r>
              <a:rPr lang="zh-CN" altLang="en-US" sz="2000" dirty="0" smtClean="0"/>
              <a:t>字体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对话框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5.</a:t>
            </a:r>
            <a:r>
              <a:rPr lang="zh-CN" altLang="en-US" sz="2000" dirty="0" smtClean="0"/>
              <a:t>在</a:t>
            </a:r>
            <a:r>
              <a:rPr lang="en-US" sz="2000" dirty="0" smtClean="0"/>
              <a:t>Word</a:t>
            </a:r>
            <a:r>
              <a:rPr lang="zh-CN" altLang="en-US" sz="2000" dirty="0" smtClean="0"/>
              <a:t>中</a:t>
            </a:r>
            <a:r>
              <a:rPr lang="en-US" sz="2000" dirty="0" smtClean="0"/>
              <a:t>,</a:t>
            </a:r>
            <a:r>
              <a:rPr lang="zh-CN" altLang="en-US" sz="2000" dirty="0" smtClean="0"/>
              <a:t>创建表格不应该使用的方法是</a:t>
            </a:r>
            <a:r>
              <a:rPr lang="zh-CN" altLang="en-US" sz="2000" u="sng" dirty="0" smtClean="0"/>
              <a:t>　　</a:t>
            </a:r>
            <a:r>
              <a:rPr lang="zh-CN" altLang="en-US" sz="2000" dirty="0" smtClean="0"/>
              <a:t>。</a:t>
            </a:r>
            <a:r>
              <a:rPr lang="en-US" sz="2000" dirty="0" smtClean="0"/>
              <a:t> 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A.</a:t>
            </a:r>
            <a:r>
              <a:rPr lang="zh-CN" altLang="en-US" sz="2000" dirty="0" smtClean="0"/>
              <a:t>使用绘图工具画一个</a:t>
            </a:r>
            <a:r>
              <a:rPr lang="en-US" sz="2000" dirty="0" smtClean="0"/>
              <a:t>	B.</a:t>
            </a:r>
            <a:r>
              <a:rPr lang="zh-CN" altLang="en-US" sz="2000" dirty="0" smtClean="0"/>
              <a:t>使用表格拖曳方式</a:t>
            </a:r>
            <a:endParaRPr lang="zh-CN" altLang="en-US" sz="2000" dirty="0" smtClean="0"/>
          </a:p>
          <a:p>
            <a:pPr>
              <a:buNone/>
            </a:pPr>
            <a:r>
              <a:rPr lang="en-US" sz="2000" dirty="0" smtClean="0"/>
              <a:t>C.</a:t>
            </a:r>
            <a:r>
              <a:rPr lang="zh-CN" altLang="en-US" sz="2000" dirty="0" smtClean="0"/>
              <a:t>使用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快速表格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r>
              <a:rPr lang="en-US" sz="2000" dirty="0" smtClean="0"/>
              <a:t>	D.</a:t>
            </a:r>
            <a:r>
              <a:rPr lang="zh-CN" altLang="en-US" sz="2000" dirty="0" smtClean="0"/>
              <a:t>使用</a:t>
            </a:r>
            <a:r>
              <a:rPr lang="en-US" sz="2000" dirty="0" smtClean="0"/>
              <a:t>“</a:t>
            </a:r>
            <a:r>
              <a:rPr lang="zh-CN" altLang="en-US" sz="2000" dirty="0" smtClean="0"/>
              <a:t>插入表格</a:t>
            </a:r>
            <a:r>
              <a:rPr lang="en-US" sz="2000" dirty="0" smtClean="0"/>
              <a:t>”</a:t>
            </a:r>
            <a:r>
              <a:rPr lang="zh-CN" altLang="en-US" sz="2000" dirty="0" smtClean="0"/>
              <a:t>命令</a:t>
            </a:r>
            <a:endParaRPr lang="en-US" altLang="zh-CN" sz="2000" dirty="0" smtClean="0"/>
          </a:p>
          <a:p>
            <a:pPr>
              <a:buNone/>
            </a:pPr>
            <a:r>
              <a:rPr lang="en-US" altLang="zh-CN" sz="2000" dirty="0" smtClean="0"/>
              <a:t>……</a:t>
            </a:r>
            <a:endParaRPr lang="zh-CN" altLang="en-US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91264" cy="1143000"/>
          </a:xfrm>
        </p:spPr>
        <p:txBody>
          <a:bodyPr>
            <a:normAutofit/>
          </a:bodyPr>
          <a:lstStyle/>
          <a:p>
            <a:pPr algn="r"/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第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章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Word</a:t>
            </a:r>
            <a:r>
              <a:rPr lang="zh-CN" altLang="en-US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  <a:t>文字编辑</a:t>
            </a:r>
            <a:br>
              <a:rPr lang="en-US" altLang="zh-CN" sz="2800" dirty="0" smtClean="0">
                <a:solidFill>
                  <a:schemeClr val="accent1">
                    <a:lumMod val="75000"/>
                  </a:schemeClr>
                </a:solidFill>
                <a:latin typeface="方正姚体" pitchFamily="2" charset="-122"/>
                <a:ea typeface="方正姚体" pitchFamily="2" charset="-122"/>
              </a:rPr>
            </a:b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方正姚体" pitchFamily="2" charset="-122"/>
              <a:ea typeface="方正姚体" pitchFamily="2" charset="-122"/>
            </a:endParaRPr>
          </a:p>
        </p:txBody>
      </p:sp>
      <p:pic>
        <p:nvPicPr>
          <p:cNvPr id="5" name="Z.EPS" descr="id:2147491553;Founder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512" y="188640"/>
            <a:ext cx="1079640" cy="12506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EXTBOXSTYLE_GUID" val="{d42ae501-798d-42ff-ae37-effc06e9f57d}"/>
</p:tagLst>
</file>

<file path=ppt/tags/tag2.xml><?xml version="1.0" encoding="utf-8"?>
<p:tagLst xmlns:p="http://schemas.openxmlformats.org/presentationml/2006/main">
  <p:tag name="KSO_WM_UNIT_TEXTBOXSTYLE_SHAPETYPE" val="1"/>
  <p:tag name="KSO_WM_UNIT_TEXTBOXSTYLE_ADJUSTLEFT" val="100_-33.55002"/>
  <p:tag name="KSO_WM_UNIT_TEXTBOXSTYLE_ADJUSTTOP" val="0_-10.05"/>
  <p:tag name="KSO_WM_UNIT_TEXTBOXSTYLE_ADJUSTHEIGTH" val="100_20.10039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5_6*i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d42ae501-798d-42ff-ae37-effc06e9f57d}"/>
</p:tagLst>
</file>

<file path=ppt/tags/tag3.xml><?xml version="1.0" encoding="utf-8"?>
<p:tagLst xmlns:p="http://schemas.openxmlformats.org/presentationml/2006/main">
  <p:tag name="KSO_WM_UNIT_TEXTBOXSTYLE_SHAPETYPE" val="1"/>
  <p:tag name="KSO_WM_UNIT_TEXTBOXSTYLE_ADJUSTLEFT" val="0_-13.25"/>
  <p:tag name="KSO_WM_UNIT_TEXTBOXSTYLE_ADJUSTTOP" val="0_-4.049999"/>
  <p:tag name="KSO_WM_UNIT_TEXTBOXSTYLE_ADJUSTWIDTH" val="100_21.45"/>
  <p:tag name="KSO_WM_UNIT_TEXTBOXSTYLE_ADJUSTHEIGTH" val="100_8.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5_6*i*2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TEXTBOXSTYLE_GUID" val="{d42ae501-798d-42ff-ae37-effc06e9f57d}"/>
</p:tagLst>
</file>

<file path=ppt/tags/tag4.xml><?xml version="1.0" encoding="utf-8"?>
<p:tagLst xmlns:p="http://schemas.openxmlformats.org/presentationml/2006/main">
  <p:tag name="KSO_WM_UNIT_TEXTBOXSTYLE_SHAPETYPE" val="0"/>
  <p:tag name="KSO_WM_UNIT_TEXTBOXSTYLE_TEMPLATETYPE" val="1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885_6*f*1"/>
  <p:tag name="KSO_WM_TEMPLATE_CATEGORY" val="mixed"/>
  <p:tag name="KSO_WM_TEMPLATE_INDEX" val="20201885"/>
  <p:tag name="KSO_WM_UNIT_LAYERLEVEL" val="1"/>
  <p:tag name="KSO_WM_TAG_VERSION" val="1.0"/>
  <p:tag name="KSO_WM_BEAUTIFY_FLAG" val="#wm#"/>
  <p:tag name="KSO_WM_UNIT_PRESET_TEXT" val="单击此处输入小标题"/>
  <p:tag name="KSO_WM_UNIT_TEXTBOXSTYLE_GUID" val="{d42ae501-798d-42ff-ae37-effc06e9f57d}"/>
  <p:tag name="KSO_WM_UNIT_TEXTBOXSTYLE_TEMPLATEID" val="3132907"/>
  <p:tag name="KSO_WM_UNIT_TEXTBOXSTYLE_TYPE" val="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8593</Words>
  <Application>WPS 演示</Application>
  <PresentationFormat>宽屏</PresentationFormat>
  <Paragraphs>649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6" baseType="lpstr">
      <vt:lpstr>Arial</vt:lpstr>
      <vt:lpstr>宋体</vt:lpstr>
      <vt:lpstr>Wingdings</vt:lpstr>
      <vt:lpstr>Arial Unicode MS</vt:lpstr>
      <vt:lpstr>Calibri</vt:lpstr>
      <vt:lpstr>微软雅黑</vt:lpstr>
      <vt:lpstr>方正姚体</vt:lpstr>
      <vt:lpstr>NEU-BZ</vt:lpstr>
      <vt:lpstr>方正书宋_GBK</vt:lpstr>
      <vt:lpstr>Times New Roman</vt:lpstr>
      <vt:lpstr>Segoe Print</vt:lpstr>
      <vt:lpstr>Segoe UI</vt:lpstr>
      <vt:lpstr>WPS</vt:lpstr>
      <vt:lpstr>PowerPoint 演示文稿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  <vt:lpstr>第3章    Word文字编辑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18900819605</cp:lastModifiedBy>
  <cp:revision>13</cp:revision>
  <dcterms:created xsi:type="dcterms:W3CDTF">2023-08-09T12:44:00Z</dcterms:created>
  <dcterms:modified xsi:type="dcterms:W3CDTF">2025-02-12T10:44:11Z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