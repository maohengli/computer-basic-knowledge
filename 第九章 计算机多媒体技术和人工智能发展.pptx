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8" r:id="rId3"/>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4AA01D-5A8A-4705-BA54-490D38318317}" type="doc">
      <dgm:prSet loTypeId="urn:microsoft.com/office/officeart/2005/8/layout/venn1" loCatId="relationship" qsTypeId="urn:microsoft.com/office/officeart/2005/8/quickstyle/simple1" qsCatId="simple" csTypeId="urn:microsoft.com/office/officeart/2005/8/colors/colorful2" csCatId="colorful" phldr="1"/>
      <dgm:spPr/>
      <dgm:t>
        <a:bodyPr/>
        <a:lstStyle/>
        <a:p>
          <a:endParaRPr lang="zh-CN" altLang="en-US"/>
        </a:p>
      </dgm:t>
    </dgm:pt>
    <dgm:pt modelId="{C305B987-131E-4589-9804-9706B4B65CC4}">
      <dgm:prSet custT="1"/>
      <dgm:spPr/>
      <dgm:t>
        <a:bodyPr/>
        <a:lstStyle/>
        <a:p>
          <a:pPr rtl="0"/>
          <a:r>
            <a:rPr lang="en-US" sz="2800" dirty="0" smtClean="0"/>
            <a:t>2.</a:t>
          </a:r>
          <a:r>
            <a:rPr lang="zh-CN" sz="2800" dirty="0" smtClean="0"/>
            <a:t>常用画图工具 </a:t>
          </a:r>
          <a:endParaRPr lang="zh-CN" sz="2800" dirty="0"/>
        </a:p>
      </dgm:t>
    </dgm:pt>
    <dgm:pt modelId="{F4ABDC26-64AA-49A4-8884-70D7F3319B13}" cxnId="{EDF5366B-6925-43E2-9507-2D8C57A49927}" type="parTrans">
      <dgm:prSet/>
      <dgm:spPr/>
      <dgm:t>
        <a:bodyPr/>
        <a:lstStyle/>
        <a:p>
          <a:endParaRPr lang="zh-CN" altLang="en-US"/>
        </a:p>
      </dgm:t>
    </dgm:pt>
    <dgm:pt modelId="{F6B4111B-882E-4697-938A-0DA95A0FCFD6}" cxnId="{EDF5366B-6925-43E2-9507-2D8C57A49927}" type="sibTrans">
      <dgm:prSet/>
      <dgm:spPr/>
      <dgm:t>
        <a:bodyPr/>
        <a:lstStyle/>
        <a:p>
          <a:endParaRPr lang="zh-CN" altLang="en-US"/>
        </a:p>
      </dgm:t>
    </dgm:pt>
    <dgm:pt modelId="{04F9792E-5EC4-4232-AF13-547E9644717F}">
      <dgm:prSet custT="1"/>
      <dgm:spPr/>
      <dgm:t>
        <a:bodyPr/>
        <a:lstStyle/>
        <a:p>
          <a:pPr rtl="0"/>
          <a:r>
            <a:rPr lang="en-US" sz="1800" dirty="0" smtClean="0"/>
            <a:t>(1) </a:t>
          </a:r>
          <a:r>
            <a:rPr lang="zh-CN" sz="1800" dirty="0" smtClean="0"/>
            <a:t>铅笔工具。</a:t>
          </a:r>
          <a:endParaRPr lang="zh-CN" sz="1800" dirty="0"/>
        </a:p>
      </dgm:t>
    </dgm:pt>
    <dgm:pt modelId="{3B55D07A-876F-448D-94A8-45C3901B32E3}" cxnId="{73DF0346-647D-4AB8-831B-0E8F2CAA37EB}" type="parTrans">
      <dgm:prSet/>
      <dgm:spPr/>
      <dgm:t>
        <a:bodyPr/>
        <a:lstStyle/>
        <a:p>
          <a:endParaRPr lang="zh-CN" altLang="en-US"/>
        </a:p>
      </dgm:t>
    </dgm:pt>
    <dgm:pt modelId="{C9C17F27-19D8-47B2-ADD1-C80234175F92}" cxnId="{73DF0346-647D-4AB8-831B-0E8F2CAA37EB}" type="sibTrans">
      <dgm:prSet/>
      <dgm:spPr/>
      <dgm:t>
        <a:bodyPr/>
        <a:lstStyle/>
        <a:p>
          <a:endParaRPr lang="zh-CN" altLang="en-US"/>
        </a:p>
      </dgm:t>
    </dgm:pt>
    <dgm:pt modelId="{C10B5D28-2E3E-4CBD-900D-9675C2936BEF}">
      <dgm:prSet custT="1"/>
      <dgm:spPr/>
      <dgm:t>
        <a:bodyPr/>
        <a:lstStyle/>
        <a:p>
          <a:pPr rtl="0"/>
          <a:r>
            <a:rPr lang="en-US" sz="1800" dirty="0" smtClean="0"/>
            <a:t>(2) </a:t>
          </a:r>
          <a:r>
            <a:rPr lang="zh-CN" sz="1800" dirty="0" smtClean="0"/>
            <a:t>刷子工具。</a:t>
          </a:r>
          <a:endParaRPr lang="zh-CN" sz="1800" dirty="0"/>
        </a:p>
      </dgm:t>
    </dgm:pt>
    <dgm:pt modelId="{90E18914-D8A7-4F82-9163-353284C69454}" cxnId="{28C33B5F-9E8D-4C7E-A540-BFA8D409DE08}" type="parTrans">
      <dgm:prSet/>
      <dgm:spPr/>
      <dgm:t>
        <a:bodyPr/>
        <a:lstStyle/>
        <a:p>
          <a:endParaRPr lang="zh-CN" altLang="en-US"/>
        </a:p>
      </dgm:t>
    </dgm:pt>
    <dgm:pt modelId="{D273F034-D0FB-422A-8CE9-060FAFB4FBCA}" cxnId="{28C33B5F-9E8D-4C7E-A540-BFA8D409DE08}" type="sibTrans">
      <dgm:prSet/>
      <dgm:spPr/>
      <dgm:t>
        <a:bodyPr/>
        <a:lstStyle/>
        <a:p>
          <a:endParaRPr lang="zh-CN" altLang="en-US"/>
        </a:p>
      </dgm:t>
    </dgm:pt>
    <dgm:pt modelId="{E3F12467-004D-4C95-9665-FEDBFFE7C107}">
      <dgm:prSet custT="1"/>
      <dgm:spPr/>
      <dgm:t>
        <a:bodyPr/>
        <a:lstStyle/>
        <a:p>
          <a:pPr rtl="0"/>
          <a:r>
            <a:rPr lang="en-US" sz="1800" dirty="0" smtClean="0"/>
            <a:t>(3) </a:t>
          </a:r>
          <a:r>
            <a:rPr lang="zh-CN" sz="1800" dirty="0" smtClean="0"/>
            <a:t>橡皮工具。</a:t>
          </a:r>
          <a:endParaRPr lang="zh-CN" sz="1800" dirty="0"/>
        </a:p>
      </dgm:t>
    </dgm:pt>
    <dgm:pt modelId="{23750745-23DA-4E35-AB22-F8CB7874FD4C}" cxnId="{F093D178-A12C-4956-8F83-C035177FF661}" type="parTrans">
      <dgm:prSet/>
      <dgm:spPr/>
      <dgm:t>
        <a:bodyPr/>
        <a:lstStyle/>
        <a:p>
          <a:endParaRPr lang="zh-CN" altLang="en-US"/>
        </a:p>
      </dgm:t>
    </dgm:pt>
    <dgm:pt modelId="{8FF6FCCC-32C2-459D-9545-85920474C3A5}" cxnId="{F093D178-A12C-4956-8F83-C035177FF661}" type="sibTrans">
      <dgm:prSet/>
      <dgm:spPr/>
      <dgm:t>
        <a:bodyPr/>
        <a:lstStyle/>
        <a:p>
          <a:endParaRPr lang="zh-CN" altLang="en-US"/>
        </a:p>
      </dgm:t>
    </dgm:pt>
    <dgm:pt modelId="{E027F42A-4691-47A9-86D0-FD16FE7FFBF1}">
      <dgm:prSet custT="1"/>
      <dgm:spPr/>
      <dgm:t>
        <a:bodyPr/>
        <a:lstStyle/>
        <a:p>
          <a:pPr rtl="0"/>
          <a:r>
            <a:rPr lang="en-US" sz="1800" dirty="0" smtClean="0"/>
            <a:t>(4) </a:t>
          </a:r>
          <a:r>
            <a:rPr lang="zh-CN" sz="1800" dirty="0" smtClean="0"/>
            <a:t>颜料填充工具。</a:t>
          </a:r>
          <a:endParaRPr lang="zh-CN" sz="1800" dirty="0"/>
        </a:p>
      </dgm:t>
    </dgm:pt>
    <dgm:pt modelId="{7ED76B96-1F8D-47CD-9591-C787DDCABBF0}" cxnId="{B171E568-7734-4092-BD6D-14D4F998AE40}" type="parTrans">
      <dgm:prSet/>
      <dgm:spPr/>
      <dgm:t>
        <a:bodyPr/>
        <a:lstStyle/>
        <a:p>
          <a:endParaRPr lang="zh-CN" altLang="en-US"/>
        </a:p>
      </dgm:t>
    </dgm:pt>
    <dgm:pt modelId="{34F86B33-6393-44A7-9709-3F19DB087254}" cxnId="{B171E568-7734-4092-BD6D-14D4F998AE40}" type="sibTrans">
      <dgm:prSet/>
      <dgm:spPr/>
      <dgm:t>
        <a:bodyPr/>
        <a:lstStyle/>
        <a:p>
          <a:endParaRPr lang="zh-CN" altLang="en-US"/>
        </a:p>
      </dgm:t>
    </dgm:pt>
    <dgm:pt modelId="{9F0949ED-9AEE-4D7F-9E97-E126896B7DA1}">
      <dgm:prSet custT="1"/>
      <dgm:spPr/>
      <dgm:t>
        <a:bodyPr/>
        <a:lstStyle/>
        <a:p>
          <a:pPr rtl="0"/>
          <a:r>
            <a:rPr lang="en-US" sz="1800" dirty="0" smtClean="0"/>
            <a:t>(5) </a:t>
          </a:r>
          <a:r>
            <a:rPr lang="zh-CN" sz="1800" dirty="0" smtClean="0"/>
            <a:t>文字工具。</a:t>
          </a:r>
          <a:endParaRPr lang="zh-CN" sz="1800" dirty="0"/>
        </a:p>
      </dgm:t>
    </dgm:pt>
    <dgm:pt modelId="{303642D7-1272-4C87-A798-775C1C9A6345}" cxnId="{DE0C2AEA-2C25-4991-94CF-82881DF1F66C}" type="parTrans">
      <dgm:prSet/>
      <dgm:spPr/>
      <dgm:t>
        <a:bodyPr/>
        <a:lstStyle/>
        <a:p>
          <a:endParaRPr lang="zh-CN" altLang="en-US"/>
        </a:p>
      </dgm:t>
    </dgm:pt>
    <dgm:pt modelId="{EA2C4AC1-FABD-417C-BE5D-F9C486F25839}" cxnId="{DE0C2AEA-2C25-4991-94CF-82881DF1F66C}" type="sibTrans">
      <dgm:prSet/>
      <dgm:spPr/>
      <dgm:t>
        <a:bodyPr/>
        <a:lstStyle/>
        <a:p>
          <a:endParaRPr lang="zh-CN" altLang="en-US"/>
        </a:p>
      </dgm:t>
    </dgm:pt>
    <dgm:pt modelId="{17A915C4-A611-4121-AB3B-95927B0E98A2}">
      <dgm:prSet custT="1"/>
      <dgm:spPr/>
      <dgm:t>
        <a:bodyPr/>
        <a:lstStyle/>
        <a:p>
          <a:pPr rtl="0"/>
          <a:r>
            <a:rPr lang="en-US" sz="1600" dirty="0" smtClean="0"/>
            <a:t>(6) </a:t>
          </a:r>
          <a:r>
            <a:rPr lang="zh-CN" sz="1600" dirty="0" smtClean="0"/>
            <a:t>直线工具。</a:t>
          </a:r>
          <a:endParaRPr lang="zh-CN" sz="1600" dirty="0"/>
        </a:p>
      </dgm:t>
    </dgm:pt>
    <dgm:pt modelId="{85187464-9848-43B5-8C05-95832CFA3AC2}" cxnId="{9FBD9224-38DC-4C1B-B8C5-F39FAAE76CFB}" type="parTrans">
      <dgm:prSet/>
      <dgm:spPr/>
      <dgm:t>
        <a:bodyPr/>
        <a:lstStyle/>
        <a:p>
          <a:endParaRPr lang="zh-CN" altLang="en-US"/>
        </a:p>
      </dgm:t>
    </dgm:pt>
    <dgm:pt modelId="{07D24A0A-73EF-4629-8D37-1F1FC5976702}" cxnId="{9FBD9224-38DC-4C1B-B8C5-F39FAAE76CFB}" type="sibTrans">
      <dgm:prSet/>
      <dgm:spPr/>
      <dgm:t>
        <a:bodyPr/>
        <a:lstStyle/>
        <a:p>
          <a:endParaRPr lang="zh-CN" altLang="en-US"/>
        </a:p>
      </dgm:t>
    </dgm:pt>
    <dgm:pt modelId="{99064C34-B75A-46EF-BFA5-E5FFD47302A6}">
      <dgm:prSet/>
      <dgm:spPr/>
      <dgm:t>
        <a:bodyPr/>
        <a:lstStyle/>
        <a:p>
          <a:endParaRPr lang="zh-CN" altLang="en-US"/>
        </a:p>
      </dgm:t>
    </dgm:pt>
    <dgm:pt modelId="{ABF21872-7AED-46D4-9808-810778ED36AE}" cxnId="{1B145A7E-9D8E-45E1-B620-3964CEEC8A9B}" type="parTrans">
      <dgm:prSet/>
      <dgm:spPr/>
      <dgm:t>
        <a:bodyPr/>
        <a:lstStyle/>
        <a:p>
          <a:endParaRPr lang="zh-CN" altLang="en-US"/>
        </a:p>
      </dgm:t>
    </dgm:pt>
    <dgm:pt modelId="{407750A0-C879-45A9-92B1-5FC05D39DE3D}" cxnId="{1B145A7E-9D8E-45E1-B620-3964CEEC8A9B}" type="sibTrans">
      <dgm:prSet/>
      <dgm:spPr/>
      <dgm:t>
        <a:bodyPr/>
        <a:lstStyle/>
        <a:p>
          <a:endParaRPr lang="zh-CN" altLang="en-US"/>
        </a:p>
      </dgm:t>
    </dgm:pt>
    <dgm:pt modelId="{15D3592C-AC66-43F2-8CE5-CAF1AB9B5F51}">
      <dgm:prSet/>
      <dgm:spPr/>
      <dgm:t>
        <a:bodyPr/>
        <a:lstStyle/>
        <a:p>
          <a:endParaRPr lang="zh-CN" altLang="en-US"/>
        </a:p>
      </dgm:t>
    </dgm:pt>
    <dgm:pt modelId="{C1C65625-55E4-4F29-B962-A64638140DF7}" cxnId="{B2FCBA39-D970-42B5-8F33-CC293F218FAC}" type="parTrans">
      <dgm:prSet/>
      <dgm:spPr/>
      <dgm:t>
        <a:bodyPr/>
        <a:lstStyle/>
        <a:p>
          <a:endParaRPr lang="zh-CN" altLang="en-US"/>
        </a:p>
      </dgm:t>
    </dgm:pt>
    <dgm:pt modelId="{560B38E1-E057-4F74-835F-5ED613B7069A}" cxnId="{B2FCBA39-D970-42B5-8F33-CC293F218FAC}" type="sibTrans">
      <dgm:prSet/>
      <dgm:spPr/>
      <dgm:t>
        <a:bodyPr/>
        <a:lstStyle/>
        <a:p>
          <a:endParaRPr lang="zh-CN" altLang="en-US"/>
        </a:p>
      </dgm:t>
    </dgm:pt>
    <dgm:pt modelId="{5BBF080C-FEBA-48AC-916A-FE134B38E763}">
      <dgm:prSet/>
      <dgm:spPr/>
      <dgm:t>
        <a:bodyPr/>
        <a:lstStyle/>
        <a:p>
          <a:endParaRPr lang="zh-CN" altLang="en-US"/>
        </a:p>
      </dgm:t>
    </dgm:pt>
    <dgm:pt modelId="{5876CDFB-8029-4A7A-A3D4-69016641362B}" cxnId="{23F55DFA-D47B-4018-B365-5946925DAF8A}" type="parTrans">
      <dgm:prSet/>
      <dgm:spPr/>
      <dgm:t>
        <a:bodyPr/>
        <a:lstStyle/>
        <a:p>
          <a:endParaRPr lang="zh-CN" altLang="en-US"/>
        </a:p>
      </dgm:t>
    </dgm:pt>
    <dgm:pt modelId="{800CFF8D-ACEC-4A24-8B4F-72DF00D3F7EB}" cxnId="{23F55DFA-D47B-4018-B365-5946925DAF8A}" type="sibTrans">
      <dgm:prSet/>
      <dgm:spPr/>
      <dgm:t>
        <a:bodyPr/>
        <a:lstStyle/>
        <a:p>
          <a:endParaRPr lang="zh-CN" altLang="en-US"/>
        </a:p>
      </dgm:t>
    </dgm:pt>
    <dgm:pt modelId="{6F537D53-23B5-4404-8364-37B34C0B2D7A}">
      <dgm:prSet/>
      <dgm:spPr/>
      <dgm:t>
        <a:bodyPr/>
        <a:lstStyle/>
        <a:p>
          <a:endParaRPr lang="zh-CN" altLang="en-US"/>
        </a:p>
      </dgm:t>
    </dgm:pt>
    <dgm:pt modelId="{39A459CD-F485-428E-B7CF-6F8994D254DB}" cxnId="{7607CBF9-516A-466A-B038-D99E366B1638}" type="parTrans">
      <dgm:prSet/>
      <dgm:spPr/>
      <dgm:t>
        <a:bodyPr/>
        <a:lstStyle/>
        <a:p>
          <a:endParaRPr lang="zh-CN" altLang="en-US"/>
        </a:p>
      </dgm:t>
    </dgm:pt>
    <dgm:pt modelId="{317B9C1B-C564-4C57-8C49-82ACB3F3EBE3}" cxnId="{7607CBF9-516A-466A-B038-D99E366B1638}" type="sibTrans">
      <dgm:prSet/>
      <dgm:spPr/>
      <dgm:t>
        <a:bodyPr/>
        <a:lstStyle/>
        <a:p>
          <a:endParaRPr lang="zh-CN" altLang="en-US"/>
        </a:p>
      </dgm:t>
    </dgm:pt>
    <dgm:pt modelId="{18D224D6-5084-4941-818B-1AC4616AD802}">
      <dgm:prSet/>
      <dgm:spPr/>
      <dgm:t>
        <a:bodyPr/>
        <a:lstStyle/>
        <a:p>
          <a:endParaRPr lang="zh-CN" altLang="en-US"/>
        </a:p>
      </dgm:t>
    </dgm:pt>
    <dgm:pt modelId="{D6EB4474-B65A-479F-8ACD-CD6AA43A024B}" cxnId="{8E275EC6-8443-4613-B613-7D528B88486B}" type="parTrans">
      <dgm:prSet/>
      <dgm:spPr/>
      <dgm:t>
        <a:bodyPr/>
        <a:lstStyle/>
        <a:p>
          <a:endParaRPr lang="zh-CN" altLang="en-US"/>
        </a:p>
      </dgm:t>
    </dgm:pt>
    <dgm:pt modelId="{B224FD90-F05D-4F46-808E-E64A26A0D135}" cxnId="{8E275EC6-8443-4613-B613-7D528B88486B}" type="sibTrans">
      <dgm:prSet/>
      <dgm:spPr/>
      <dgm:t>
        <a:bodyPr/>
        <a:lstStyle/>
        <a:p>
          <a:endParaRPr lang="zh-CN" altLang="en-US"/>
        </a:p>
      </dgm:t>
    </dgm:pt>
    <dgm:pt modelId="{7D15EC8D-EBB0-4245-A2EB-897936DC89EB}" type="pres">
      <dgm:prSet presAssocID="{914AA01D-5A8A-4705-BA54-490D38318317}" presName="compositeShape" presStyleCnt="0">
        <dgm:presLayoutVars>
          <dgm:chMax val="7"/>
          <dgm:dir/>
          <dgm:resizeHandles val="exact"/>
        </dgm:presLayoutVars>
      </dgm:prSet>
      <dgm:spPr/>
      <dgm:t>
        <a:bodyPr/>
        <a:lstStyle/>
        <a:p>
          <a:endParaRPr lang="zh-CN" altLang="en-US"/>
        </a:p>
      </dgm:t>
    </dgm:pt>
    <dgm:pt modelId="{CF4BB323-44B7-49CE-8C34-34EB9D5BF1EC}" type="pres">
      <dgm:prSet presAssocID="{C305B987-131E-4589-9804-9706B4B65CC4}" presName="circ1" presStyleLbl="vennNode1" presStyleIdx="0" presStyleCnt="7" custScaleX="78355" custScaleY="78355"/>
      <dgm:spPr/>
    </dgm:pt>
    <dgm:pt modelId="{04EFAA0D-8AF3-4CD1-92C9-B412F9601291}" type="pres">
      <dgm:prSet presAssocID="{C305B987-131E-4589-9804-9706B4B65CC4}" presName="circ1Tx" presStyleLbl="revTx" presStyleIdx="0" presStyleCnt="0" custScaleX="178063" custScaleY="55369">
        <dgm:presLayoutVars>
          <dgm:chMax val="0"/>
          <dgm:chPref val="0"/>
          <dgm:bulletEnabled val="1"/>
        </dgm:presLayoutVars>
      </dgm:prSet>
      <dgm:spPr/>
      <dgm:t>
        <a:bodyPr/>
        <a:lstStyle/>
        <a:p>
          <a:endParaRPr lang="zh-CN" altLang="en-US"/>
        </a:p>
      </dgm:t>
    </dgm:pt>
    <dgm:pt modelId="{E5F517B1-BB30-413E-9960-64A78B044784}" type="pres">
      <dgm:prSet presAssocID="{04F9792E-5EC4-4232-AF13-547E9644717F}" presName="circ2" presStyleLbl="vennNode1" presStyleIdx="1" presStyleCnt="7" custScaleX="78355" custScaleY="78355"/>
      <dgm:spPr/>
    </dgm:pt>
    <dgm:pt modelId="{12C101EE-8F8C-44EF-A815-83C6B7FB94F0}" type="pres">
      <dgm:prSet presAssocID="{04F9792E-5EC4-4232-AF13-547E9644717F}" presName="circ2Tx" presStyleLbl="revTx" presStyleIdx="0" presStyleCnt="0" custScaleY="35381">
        <dgm:presLayoutVars>
          <dgm:chMax val="0"/>
          <dgm:chPref val="0"/>
          <dgm:bulletEnabled val="1"/>
        </dgm:presLayoutVars>
      </dgm:prSet>
      <dgm:spPr/>
      <dgm:t>
        <a:bodyPr/>
        <a:lstStyle/>
        <a:p>
          <a:endParaRPr lang="zh-CN" altLang="en-US"/>
        </a:p>
      </dgm:t>
    </dgm:pt>
    <dgm:pt modelId="{CA5BD387-FDC3-4675-B2B7-13BB1100EC30}" type="pres">
      <dgm:prSet presAssocID="{C10B5D28-2E3E-4CBD-900D-9675C2936BEF}" presName="circ3" presStyleLbl="vennNode1" presStyleIdx="2" presStyleCnt="7" custScaleX="78355" custScaleY="78355"/>
      <dgm:spPr/>
    </dgm:pt>
    <dgm:pt modelId="{89773CDD-FB37-490F-835A-411933EDB0A7}" type="pres">
      <dgm:prSet presAssocID="{C10B5D28-2E3E-4CBD-900D-9675C2936BEF}" presName="circ3Tx" presStyleLbl="revTx" presStyleIdx="0" presStyleCnt="0" custScaleY="36913" custLinFactNeighborY="-49899">
        <dgm:presLayoutVars>
          <dgm:chMax val="0"/>
          <dgm:chPref val="0"/>
          <dgm:bulletEnabled val="1"/>
        </dgm:presLayoutVars>
      </dgm:prSet>
      <dgm:spPr/>
      <dgm:t>
        <a:bodyPr/>
        <a:lstStyle/>
        <a:p>
          <a:endParaRPr lang="zh-CN" altLang="en-US"/>
        </a:p>
      </dgm:t>
    </dgm:pt>
    <dgm:pt modelId="{1643C0E4-24A2-4DF4-8BB1-2A2E3799A2C5}" type="pres">
      <dgm:prSet presAssocID="{E3F12467-004D-4C95-9665-FEDBFFE7C107}" presName="circ4" presStyleLbl="vennNode1" presStyleIdx="3" presStyleCnt="7" custScaleX="78355" custScaleY="78355"/>
      <dgm:spPr/>
    </dgm:pt>
    <dgm:pt modelId="{E56A1D7F-690B-4B3E-8A49-64A74EC0E3C5}" type="pres">
      <dgm:prSet presAssocID="{E3F12467-004D-4C95-9665-FEDBFFE7C107}" presName="circ4Tx" presStyleLbl="revTx" presStyleIdx="0" presStyleCnt="0" custScaleY="51366" custLinFactY="-22716" custLinFactNeighborX="20733" custLinFactNeighborY="-100000">
        <dgm:presLayoutVars>
          <dgm:chMax val="0"/>
          <dgm:chPref val="0"/>
          <dgm:bulletEnabled val="1"/>
        </dgm:presLayoutVars>
      </dgm:prSet>
      <dgm:spPr/>
      <dgm:t>
        <a:bodyPr/>
        <a:lstStyle/>
        <a:p>
          <a:endParaRPr lang="zh-CN" altLang="en-US"/>
        </a:p>
      </dgm:t>
    </dgm:pt>
    <dgm:pt modelId="{AFD590D9-3E6A-4ABF-9EC0-44E3DD6A6CF2}" type="pres">
      <dgm:prSet presAssocID="{E027F42A-4691-47A9-86D0-FD16FE7FFBF1}" presName="circ5" presStyleLbl="vennNode1" presStyleIdx="4" presStyleCnt="7" custScaleX="78355" custScaleY="78355"/>
      <dgm:spPr/>
    </dgm:pt>
    <dgm:pt modelId="{2ABC4ECA-670A-4851-9783-14DE59C07BBC}" type="pres">
      <dgm:prSet presAssocID="{E027F42A-4691-47A9-86D0-FD16FE7FFBF1}" presName="circ5Tx" presStyleLbl="revTx" presStyleIdx="0" presStyleCnt="0" custScaleX="129936" custScaleY="37731" custLinFactX="100000" custLinFactNeighborX="123557" custLinFactNeighborY="-46246">
        <dgm:presLayoutVars>
          <dgm:chMax val="0"/>
          <dgm:chPref val="0"/>
          <dgm:bulletEnabled val="1"/>
        </dgm:presLayoutVars>
      </dgm:prSet>
      <dgm:spPr/>
      <dgm:t>
        <a:bodyPr/>
        <a:lstStyle/>
        <a:p>
          <a:endParaRPr lang="zh-CN" altLang="en-US"/>
        </a:p>
      </dgm:t>
    </dgm:pt>
    <dgm:pt modelId="{ADEB273A-EE1B-4C79-A1EB-BB5BF499DD80}" type="pres">
      <dgm:prSet presAssocID="{9F0949ED-9AEE-4D7F-9E97-E126896B7DA1}" presName="circ6" presStyleLbl="vennNode1" presStyleIdx="5" presStyleCnt="7" custScaleX="78355" custScaleY="78355"/>
      <dgm:spPr/>
    </dgm:pt>
    <dgm:pt modelId="{2DE14AD8-4638-4B3C-B1A9-B5BC018F541E}" type="pres">
      <dgm:prSet presAssocID="{9F0949ED-9AEE-4D7F-9E97-E126896B7DA1}" presName="circ6Tx" presStyleLbl="revTx" presStyleIdx="0" presStyleCnt="0" custScaleY="46686" custLinFactX="48103" custLinFactY="21722" custLinFactNeighborX="100000" custLinFactNeighborY="100000">
        <dgm:presLayoutVars>
          <dgm:chMax val="0"/>
          <dgm:chPref val="0"/>
          <dgm:bulletEnabled val="1"/>
        </dgm:presLayoutVars>
      </dgm:prSet>
      <dgm:spPr/>
      <dgm:t>
        <a:bodyPr/>
        <a:lstStyle/>
        <a:p>
          <a:endParaRPr lang="zh-CN" altLang="en-US"/>
        </a:p>
      </dgm:t>
    </dgm:pt>
    <dgm:pt modelId="{0E2426D4-A5F3-429E-BBDC-DCF51A6E1FC9}" type="pres">
      <dgm:prSet presAssocID="{17A915C4-A611-4121-AB3B-95927B0E98A2}" presName="circ7" presStyleLbl="vennNode1" presStyleIdx="6" presStyleCnt="7" custScaleX="78355" custScaleY="78355"/>
      <dgm:spPr/>
    </dgm:pt>
    <dgm:pt modelId="{BA03B3A7-5782-4718-9FAC-A9544A20D5C2}" type="pres">
      <dgm:prSet presAssocID="{17A915C4-A611-4121-AB3B-95927B0E98A2}" presName="circ7Tx" presStyleLbl="revTx" presStyleIdx="0" presStyleCnt="0" custScaleX="72598" custScaleY="55070" custLinFactY="100000" custLinFactNeighborX="41484" custLinFactNeighborY="158102">
        <dgm:presLayoutVars>
          <dgm:chMax val="0"/>
          <dgm:chPref val="0"/>
          <dgm:bulletEnabled val="1"/>
        </dgm:presLayoutVars>
      </dgm:prSet>
      <dgm:spPr/>
      <dgm:t>
        <a:bodyPr/>
        <a:lstStyle/>
        <a:p>
          <a:endParaRPr lang="zh-CN" altLang="en-US"/>
        </a:p>
      </dgm:t>
    </dgm:pt>
  </dgm:ptLst>
  <dgm:cxnLst>
    <dgm:cxn modelId="{B2FCBA39-D970-42B5-8F33-CC293F218FAC}" srcId="{914AA01D-5A8A-4705-BA54-490D38318317}" destId="{15D3592C-AC66-43F2-8CE5-CAF1AB9B5F51}" srcOrd="8" destOrd="0" parTransId="{C1C65625-55E4-4F29-B962-A64638140DF7}" sibTransId="{560B38E1-E057-4F74-835F-5ED613B7069A}"/>
    <dgm:cxn modelId="{4B096880-5F4D-4BA7-A1F2-2FBE39F25596}" type="presOf" srcId="{E3F12467-004D-4C95-9665-FEDBFFE7C107}" destId="{E56A1D7F-690B-4B3E-8A49-64A74EC0E3C5}" srcOrd="0" destOrd="0" presId="urn:microsoft.com/office/officeart/2005/8/layout/venn1"/>
    <dgm:cxn modelId="{7607CBF9-516A-466A-B038-D99E366B1638}" srcId="{914AA01D-5A8A-4705-BA54-490D38318317}" destId="{6F537D53-23B5-4404-8364-37B34C0B2D7A}" srcOrd="10" destOrd="0" parTransId="{39A459CD-F485-428E-B7CF-6F8994D254DB}" sibTransId="{317B9C1B-C564-4C57-8C49-82ACB3F3EBE3}"/>
    <dgm:cxn modelId="{9FBD9224-38DC-4C1B-B8C5-F39FAAE76CFB}" srcId="{914AA01D-5A8A-4705-BA54-490D38318317}" destId="{17A915C4-A611-4121-AB3B-95927B0E98A2}" srcOrd="6" destOrd="0" parTransId="{85187464-9848-43B5-8C05-95832CFA3AC2}" sibTransId="{07D24A0A-73EF-4629-8D37-1F1FC5976702}"/>
    <dgm:cxn modelId="{51597EF5-97C4-4567-8AEC-FCAE263B10D6}" type="presOf" srcId="{C10B5D28-2E3E-4CBD-900D-9675C2936BEF}" destId="{89773CDD-FB37-490F-835A-411933EDB0A7}" srcOrd="0" destOrd="0" presId="urn:microsoft.com/office/officeart/2005/8/layout/venn1"/>
    <dgm:cxn modelId="{F093D178-A12C-4956-8F83-C035177FF661}" srcId="{914AA01D-5A8A-4705-BA54-490D38318317}" destId="{E3F12467-004D-4C95-9665-FEDBFFE7C107}" srcOrd="3" destOrd="0" parTransId="{23750745-23DA-4E35-AB22-F8CB7874FD4C}" sibTransId="{8FF6FCCC-32C2-459D-9545-85920474C3A5}"/>
    <dgm:cxn modelId="{732AE4DF-8E29-4D54-81A2-B2900ED20AB7}" type="presOf" srcId="{9F0949ED-9AEE-4D7F-9E97-E126896B7DA1}" destId="{2DE14AD8-4638-4B3C-B1A9-B5BC018F541E}" srcOrd="0" destOrd="0" presId="urn:microsoft.com/office/officeart/2005/8/layout/venn1"/>
    <dgm:cxn modelId="{EC902004-C0AF-4D71-8A98-8339EBA13EF2}" type="presOf" srcId="{17A915C4-A611-4121-AB3B-95927B0E98A2}" destId="{BA03B3A7-5782-4718-9FAC-A9544A20D5C2}" srcOrd="0" destOrd="0" presId="urn:microsoft.com/office/officeart/2005/8/layout/venn1"/>
    <dgm:cxn modelId="{F0664DD3-5887-4627-9C18-9612C90C20E6}" type="presOf" srcId="{C305B987-131E-4589-9804-9706B4B65CC4}" destId="{04EFAA0D-8AF3-4CD1-92C9-B412F9601291}" srcOrd="0" destOrd="0" presId="urn:microsoft.com/office/officeart/2005/8/layout/venn1"/>
    <dgm:cxn modelId="{28C33B5F-9E8D-4C7E-A540-BFA8D409DE08}" srcId="{914AA01D-5A8A-4705-BA54-490D38318317}" destId="{C10B5D28-2E3E-4CBD-900D-9675C2936BEF}" srcOrd="2" destOrd="0" parTransId="{90E18914-D8A7-4F82-9163-353284C69454}" sibTransId="{D273F034-D0FB-422A-8CE9-060FAFB4FBCA}"/>
    <dgm:cxn modelId="{F9BB0610-30AC-47B6-80C3-238D2141AE03}" type="presOf" srcId="{04F9792E-5EC4-4232-AF13-547E9644717F}" destId="{12C101EE-8F8C-44EF-A815-83C6B7FB94F0}" srcOrd="0" destOrd="0" presId="urn:microsoft.com/office/officeart/2005/8/layout/venn1"/>
    <dgm:cxn modelId="{11B8A9B3-7EF6-4230-BE94-79ECCA15EDA9}" type="presOf" srcId="{914AA01D-5A8A-4705-BA54-490D38318317}" destId="{7D15EC8D-EBB0-4245-A2EB-897936DC89EB}" srcOrd="0" destOrd="0" presId="urn:microsoft.com/office/officeart/2005/8/layout/venn1"/>
    <dgm:cxn modelId="{DE0C2AEA-2C25-4991-94CF-82881DF1F66C}" srcId="{914AA01D-5A8A-4705-BA54-490D38318317}" destId="{9F0949ED-9AEE-4D7F-9E97-E126896B7DA1}" srcOrd="5" destOrd="0" parTransId="{303642D7-1272-4C87-A798-775C1C9A6345}" sibTransId="{EA2C4AC1-FABD-417C-BE5D-F9C486F25839}"/>
    <dgm:cxn modelId="{B171E568-7734-4092-BD6D-14D4F998AE40}" srcId="{914AA01D-5A8A-4705-BA54-490D38318317}" destId="{E027F42A-4691-47A9-86D0-FD16FE7FFBF1}" srcOrd="4" destOrd="0" parTransId="{7ED76B96-1F8D-47CD-9591-C787DDCABBF0}" sibTransId="{34F86B33-6393-44A7-9709-3F19DB087254}"/>
    <dgm:cxn modelId="{A9E65593-A793-47C2-9694-4024248214E2}" type="presOf" srcId="{E027F42A-4691-47A9-86D0-FD16FE7FFBF1}" destId="{2ABC4ECA-670A-4851-9783-14DE59C07BBC}" srcOrd="0" destOrd="0" presId="urn:microsoft.com/office/officeart/2005/8/layout/venn1"/>
    <dgm:cxn modelId="{8E275EC6-8443-4613-B613-7D528B88486B}" srcId="{914AA01D-5A8A-4705-BA54-490D38318317}" destId="{18D224D6-5084-4941-818B-1AC4616AD802}" srcOrd="11" destOrd="0" parTransId="{D6EB4474-B65A-479F-8ACD-CD6AA43A024B}" sibTransId="{B224FD90-F05D-4F46-808E-E64A26A0D135}"/>
    <dgm:cxn modelId="{1B145A7E-9D8E-45E1-B620-3964CEEC8A9B}" srcId="{914AA01D-5A8A-4705-BA54-490D38318317}" destId="{99064C34-B75A-46EF-BFA5-E5FFD47302A6}" srcOrd="7" destOrd="0" parTransId="{ABF21872-7AED-46D4-9808-810778ED36AE}" sibTransId="{407750A0-C879-45A9-92B1-5FC05D39DE3D}"/>
    <dgm:cxn modelId="{EDF5366B-6925-43E2-9507-2D8C57A49927}" srcId="{914AA01D-5A8A-4705-BA54-490D38318317}" destId="{C305B987-131E-4589-9804-9706B4B65CC4}" srcOrd="0" destOrd="0" parTransId="{F4ABDC26-64AA-49A4-8884-70D7F3319B13}" sibTransId="{F6B4111B-882E-4697-938A-0DA95A0FCFD6}"/>
    <dgm:cxn modelId="{23F55DFA-D47B-4018-B365-5946925DAF8A}" srcId="{914AA01D-5A8A-4705-BA54-490D38318317}" destId="{5BBF080C-FEBA-48AC-916A-FE134B38E763}" srcOrd="9" destOrd="0" parTransId="{5876CDFB-8029-4A7A-A3D4-69016641362B}" sibTransId="{800CFF8D-ACEC-4A24-8B4F-72DF00D3F7EB}"/>
    <dgm:cxn modelId="{73DF0346-647D-4AB8-831B-0E8F2CAA37EB}" srcId="{914AA01D-5A8A-4705-BA54-490D38318317}" destId="{04F9792E-5EC4-4232-AF13-547E9644717F}" srcOrd="1" destOrd="0" parTransId="{3B55D07A-876F-448D-94A8-45C3901B32E3}" sibTransId="{C9C17F27-19D8-47B2-ADD1-C80234175F92}"/>
    <dgm:cxn modelId="{49A61120-8D5B-4FC6-B977-5E2A2A428295}" type="presParOf" srcId="{7D15EC8D-EBB0-4245-A2EB-897936DC89EB}" destId="{CF4BB323-44B7-49CE-8C34-34EB9D5BF1EC}" srcOrd="0" destOrd="0" presId="urn:microsoft.com/office/officeart/2005/8/layout/venn1"/>
    <dgm:cxn modelId="{3D15C566-7E0D-487E-B3C8-5B067BF8BB3B}" type="presParOf" srcId="{7D15EC8D-EBB0-4245-A2EB-897936DC89EB}" destId="{04EFAA0D-8AF3-4CD1-92C9-B412F9601291}" srcOrd="1" destOrd="0" presId="urn:microsoft.com/office/officeart/2005/8/layout/venn1"/>
    <dgm:cxn modelId="{C744FBEA-CB04-43EF-A4FF-FDE95497D6B2}" type="presParOf" srcId="{7D15EC8D-EBB0-4245-A2EB-897936DC89EB}" destId="{E5F517B1-BB30-413E-9960-64A78B044784}" srcOrd="2" destOrd="0" presId="urn:microsoft.com/office/officeart/2005/8/layout/venn1"/>
    <dgm:cxn modelId="{7B740A96-13C4-46A8-9684-4BE773EC44E4}" type="presParOf" srcId="{7D15EC8D-EBB0-4245-A2EB-897936DC89EB}" destId="{12C101EE-8F8C-44EF-A815-83C6B7FB94F0}" srcOrd="3" destOrd="0" presId="urn:microsoft.com/office/officeart/2005/8/layout/venn1"/>
    <dgm:cxn modelId="{5338BC04-BE3E-47D5-B17E-B208E16810FC}" type="presParOf" srcId="{7D15EC8D-EBB0-4245-A2EB-897936DC89EB}" destId="{CA5BD387-FDC3-4675-B2B7-13BB1100EC30}" srcOrd="4" destOrd="0" presId="urn:microsoft.com/office/officeart/2005/8/layout/venn1"/>
    <dgm:cxn modelId="{C7E73A76-ADB2-4A9A-9A5E-14AE50B951D4}" type="presParOf" srcId="{7D15EC8D-EBB0-4245-A2EB-897936DC89EB}" destId="{89773CDD-FB37-490F-835A-411933EDB0A7}" srcOrd="5" destOrd="0" presId="urn:microsoft.com/office/officeart/2005/8/layout/venn1"/>
    <dgm:cxn modelId="{71E9CF7B-8027-4565-84D4-6F0B34DD407B}" type="presParOf" srcId="{7D15EC8D-EBB0-4245-A2EB-897936DC89EB}" destId="{1643C0E4-24A2-4DF4-8BB1-2A2E3799A2C5}" srcOrd="6" destOrd="0" presId="urn:microsoft.com/office/officeart/2005/8/layout/venn1"/>
    <dgm:cxn modelId="{FAC1E7D0-B126-42D2-A4FA-BE5F7B1AB987}" type="presParOf" srcId="{7D15EC8D-EBB0-4245-A2EB-897936DC89EB}" destId="{E56A1D7F-690B-4B3E-8A49-64A74EC0E3C5}" srcOrd="7" destOrd="0" presId="urn:microsoft.com/office/officeart/2005/8/layout/venn1"/>
    <dgm:cxn modelId="{FF7BF692-34B7-467B-9A12-9736BAB6AB97}" type="presParOf" srcId="{7D15EC8D-EBB0-4245-A2EB-897936DC89EB}" destId="{AFD590D9-3E6A-4ABF-9EC0-44E3DD6A6CF2}" srcOrd="8" destOrd="0" presId="urn:microsoft.com/office/officeart/2005/8/layout/venn1"/>
    <dgm:cxn modelId="{182656C9-A25D-40E1-BE40-CF161520C8AC}" type="presParOf" srcId="{7D15EC8D-EBB0-4245-A2EB-897936DC89EB}" destId="{2ABC4ECA-670A-4851-9783-14DE59C07BBC}" srcOrd="9" destOrd="0" presId="urn:microsoft.com/office/officeart/2005/8/layout/venn1"/>
    <dgm:cxn modelId="{E7E99C1B-82EC-4E86-B1D6-103EA346F2DB}" type="presParOf" srcId="{7D15EC8D-EBB0-4245-A2EB-897936DC89EB}" destId="{ADEB273A-EE1B-4C79-A1EB-BB5BF499DD80}" srcOrd="10" destOrd="0" presId="urn:microsoft.com/office/officeart/2005/8/layout/venn1"/>
    <dgm:cxn modelId="{F2900BD0-D613-4701-A3E0-618CCEEB0092}" type="presParOf" srcId="{7D15EC8D-EBB0-4245-A2EB-897936DC89EB}" destId="{2DE14AD8-4638-4B3C-B1A9-B5BC018F541E}" srcOrd="11" destOrd="0" presId="urn:microsoft.com/office/officeart/2005/8/layout/venn1"/>
    <dgm:cxn modelId="{EB593669-9BFC-4125-BB71-44695C549550}" type="presParOf" srcId="{7D15EC8D-EBB0-4245-A2EB-897936DC89EB}" destId="{0E2426D4-A5F3-429E-BBDC-DCF51A6E1FC9}" srcOrd="12" destOrd="0" presId="urn:microsoft.com/office/officeart/2005/8/layout/venn1"/>
    <dgm:cxn modelId="{E2076A1D-F601-4051-9EA8-47D4EA07F6F4}" type="presParOf" srcId="{7D15EC8D-EBB0-4245-A2EB-897936DC89EB}" destId="{BA03B3A7-5782-4718-9FAC-A9544A20D5C2}" srcOrd="13"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924075-447C-4B3B-83BB-3F4842EF2E09}" type="doc">
      <dgm:prSet loTypeId="urn:microsoft.com/office/officeart/2005/8/layout/cycle6" loCatId="relationship" qsTypeId="urn:microsoft.com/office/officeart/2005/8/quickstyle/simple1" qsCatId="simple" csTypeId="urn:microsoft.com/office/officeart/2005/8/colors/colorful2" csCatId="colorful" phldr="1"/>
      <dgm:spPr/>
      <dgm:t>
        <a:bodyPr/>
        <a:lstStyle/>
        <a:p>
          <a:endParaRPr lang="zh-CN" altLang="en-US"/>
        </a:p>
      </dgm:t>
    </dgm:pt>
    <dgm:pt modelId="{34A620D8-2A60-4CAB-A36C-8D64BE305870}">
      <dgm:prSet custT="1"/>
      <dgm:spPr/>
      <dgm:t>
        <a:bodyPr/>
        <a:lstStyle/>
        <a:p>
          <a:pPr rtl="0"/>
          <a:r>
            <a:rPr lang="en-US" sz="1800" b="1" dirty="0" smtClean="0">
              <a:solidFill>
                <a:schemeClr val="bg1"/>
              </a:solidFill>
            </a:rPr>
            <a:t>4.</a:t>
          </a:r>
          <a:r>
            <a:rPr lang="zh-CN" sz="1800" b="1" dirty="0" smtClean="0">
              <a:solidFill>
                <a:schemeClr val="bg1"/>
              </a:solidFill>
            </a:rPr>
            <a:t>画图工具操作技巧</a:t>
          </a:r>
          <a:endParaRPr lang="zh-CN" sz="1800" b="1" dirty="0">
            <a:solidFill>
              <a:schemeClr val="bg1"/>
            </a:solidFill>
          </a:endParaRPr>
        </a:p>
      </dgm:t>
    </dgm:pt>
    <dgm:pt modelId="{BD43892A-19E5-4F1A-B2F4-DBDED77F2FCE}" cxnId="{C214AB21-C427-4276-9EDC-2AD46C67A82C}" type="parTrans">
      <dgm:prSet/>
      <dgm:spPr/>
      <dgm:t>
        <a:bodyPr/>
        <a:lstStyle/>
        <a:p>
          <a:endParaRPr lang="zh-CN" altLang="en-US">
            <a:solidFill>
              <a:schemeClr val="tx1"/>
            </a:solidFill>
          </a:endParaRPr>
        </a:p>
      </dgm:t>
    </dgm:pt>
    <dgm:pt modelId="{03B8E4D3-F374-4262-8A72-68DD748C0A8D}" cxnId="{C214AB21-C427-4276-9EDC-2AD46C67A82C}" type="sibTrans">
      <dgm:prSet/>
      <dgm:spPr/>
      <dgm:t>
        <a:bodyPr/>
        <a:lstStyle/>
        <a:p>
          <a:endParaRPr lang="zh-CN" altLang="en-US">
            <a:solidFill>
              <a:schemeClr val="tx1"/>
            </a:solidFill>
          </a:endParaRPr>
        </a:p>
      </dgm:t>
    </dgm:pt>
    <dgm:pt modelId="{8BC05623-9571-4B37-9869-C199FB727D49}">
      <dgm:prSet custT="1"/>
      <dgm:spPr/>
      <dgm:t>
        <a:bodyPr/>
        <a:lstStyle/>
        <a:p>
          <a:pPr rtl="0"/>
          <a:r>
            <a:rPr lang="en-US" sz="1600" dirty="0" smtClean="0">
              <a:solidFill>
                <a:schemeClr val="tx1"/>
              </a:solidFill>
            </a:rPr>
            <a:t>(1)</a:t>
          </a:r>
          <a:r>
            <a:rPr lang="zh-CN" sz="1600" dirty="0" smtClean="0">
              <a:solidFill>
                <a:schemeClr val="tx1"/>
              </a:solidFill>
            </a:rPr>
            <a:t>图形内容缩放。</a:t>
          </a:r>
          <a:endParaRPr lang="zh-CN" sz="1600" dirty="0">
            <a:solidFill>
              <a:schemeClr val="tx1"/>
            </a:solidFill>
          </a:endParaRPr>
        </a:p>
      </dgm:t>
    </dgm:pt>
    <dgm:pt modelId="{26646931-A51C-4F01-ACE9-F35DBF953868}" cxnId="{9B3ABD7D-A656-4AF8-86BA-804D572C6F91}" type="parTrans">
      <dgm:prSet/>
      <dgm:spPr/>
      <dgm:t>
        <a:bodyPr/>
        <a:lstStyle/>
        <a:p>
          <a:endParaRPr lang="zh-CN" altLang="en-US">
            <a:solidFill>
              <a:schemeClr val="tx1"/>
            </a:solidFill>
          </a:endParaRPr>
        </a:p>
      </dgm:t>
    </dgm:pt>
    <dgm:pt modelId="{7511570A-09A4-4596-83B8-D91B185E171D}" cxnId="{9B3ABD7D-A656-4AF8-86BA-804D572C6F91}" type="sibTrans">
      <dgm:prSet/>
      <dgm:spPr/>
      <dgm:t>
        <a:bodyPr/>
        <a:lstStyle/>
        <a:p>
          <a:endParaRPr lang="zh-CN" altLang="en-US" sz="1400">
            <a:solidFill>
              <a:schemeClr val="tx1"/>
            </a:solidFill>
          </a:endParaRPr>
        </a:p>
      </dgm:t>
    </dgm:pt>
    <dgm:pt modelId="{C2EA6608-684F-4A1E-95D3-77FB116A5A28}">
      <dgm:prSet custT="1"/>
      <dgm:spPr/>
      <dgm:t>
        <a:bodyPr/>
        <a:lstStyle/>
        <a:p>
          <a:pPr rtl="0"/>
          <a:r>
            <a:rPr lang="en-US" sz="1600" dirty="0" smtClean="0">
              <a:solidFill>
                <a:schemeClr val="tx1"/>
              </a:solidFill>
            </a:rPr>
            <a:t>(2)</a:t>
          </a:r>
          <a:r>
            <a:rPr lang="zh-CN" sz="1600" dirty="0" smtClean="0">
              <a:solidFill>
                <a:schemeClr val="tx1"/>
              </a:solidFill>
            </a:rPr>
            <a:t>图形边框调整。</a:t>
          </a:r>
          <a:endParaRPr lang="zh-CN" sz="1600" dirty="0">
            <a:solidFill>
              <a:schemeClr val="tx1"/>
            </a:solidFill>
          </a:endParaRPr>
        </a:p>
      </dgm:t>
    </dgm:pt>
    <dgm:pt modelId="{57849671-AAAD-4762-B769-E71B7FDA78D6}" cxnId="{783BEEED-C692-48B5-A600-FC0843FB2633}" type="parTrans">
      <dgm:prSet/>
      <dgm:spPr/>
      <dgm:t>
        <a:bodyPr/>
        <a:lstStyle/>
        <a:p>
          <a:endParaRPr lang="zh-CN" altLang="en-US">
            <a:solidFill>
              <a:schemeClr val="tx1"/>
            </a:solidFill>
          </a:endParaRPr>
        </a:p>
      </dgm:t>
    </dgm:pt>
    <dgm:pt modelId="{C71D7D67-6F24-4153-B5F5-E7E474FB2864}" cxnId="{783BEEED-C692-48B5-A600-FC0843FB2633}" type="sibTrans">
      <dgm:prSet/>
      <dgm:spPr/>
      <dgm:t>
        <a:bodyPr/>
        <a:lstStyle/>
        <a:p>
          <a:endParaRPr lang="zh-CN" altLang="en-US" sz="1400">
            <a:solidFill>
              <a:schemeClr val="tx1"/>
            </a:solidFill>
          </a:endParaRPr>
        </a:p>
      </dgm:t>
    </dgm:pt>
    <dgm:pt modelId="{C9F64432-BA63-4D84-AC4C-81AD82E07417}">
      <dgm:prSet custT="1"/>
      <dgm:spPr/>
      <dgm:t>
        <a:bodyPr/>
        <a:lstStyle/>
        <a:p>
          <a:pPr rtl="0"/>
          <a:r>
            <a:rPr lang="en-US" sz="1600" dirty="0" smtClean="0">
              <a:solidFill>
                <a:schemeClr val="tx1"/>
              </a:solidFill>
            </a:rPr>
            <a:t>(3)</a:t>
          </a:r>
          <a:r>
            <a:rPr lang="zh-CN" sz="1600" dirty="0" smtClean="0">
              <a:solidFill>
                <a:schemeClr val="tx1"/>
              </a:solidFill>
            </a:rPr>
            <a:t>图形部分内容的位置移动。</a:t>
          </a:r>
          <a:endParaRPr lang="zh-CN" sz="1600" dirty="0">
            <a:solidFill>
              <a:schemeClr val="tx1"/>
            </a:solidFill>
          </a:endParaRPr>
        </a:p>
      </dgm:t>
    </dgm:pt>
    <dgm:pt modelId="{BB548A43-3D77-4382-A077-B3B498D3ECFB}" cxnId="{475A427C-5FCC-4325-AFCD-0AE5D5684419}" type="parTrans">
      <dgm:prSet/>
      <dgm:spPr/>
      <dgm:t>
        <a:bodyPr/>
        <a:lstStyle/>
        <a:p>
          <a:endParaRPr lang="zh-CN" altLang="en-US">
            <a:solidFill>
              <a:schemeClr val="tx1"/>
            </a:solidFill>
          </a:endParaRPr>
        </a:p>
      </dgm:t>
    </dgm:pt>
    <dgm:pt modelId="{A1451DCB-985A-45E1-804D-7F8F4841BF1B}" cxnId="{475A427C-5FCC-4325-AFCD-0AE5D5684419}" type="sibTrans">
      <dgm:prSet/>
      <dgm:spPr/>
      <dgm:t>
        <a:bodyPr/>
        <a:lstStyle/>
        <a:p>
          <a:endParaRPr lang="zh-CN" altLang="en-US" sz="1400">
            <a:solidFill>
              <a:schemeClr val="tx1"/>
            </a:solidFill>
          </a:endParaRPr>
        </a:p>
      </dgm:t>
    </dgm:pt>
    <dgm:pt modelId="{3AE94A30-3CD7-4DDE-B1C4-BCB40E67F78E}">
      <dgm:prSet custT="1"/>
      <dgm:spPr/>
      <dgm:t>
        <a:bodyPr/>
        <a:lstStyle/>
        <a:p>
          <a:pPr rtl="0"/>
          <a:r>
            <a:rPr lang="en-US" sz="1600" dirty="0" smtClean="0">
              <a:solidFill>
                <a:schemeClr val="tx1"/>
              </a:solidFill>
            </a:rPr>
            <a:t>(4)</a:t>
          </a:r>
          <a:r>
            <a:rPr lang="zh-CN" sz="1600" dirty="0" smtClean="0">
              <a:solidFill>
                <a:schemeClr val="tx1"/>
              </a:solidFill>
            </a:rPr>
            <a:t>图形的翻转或旋转。</a:t>
          </a:r>
          <a:endParaRPr lang="zh-CN" sz="1600" dirty="0">
            <a:solidFill>
              <a:schemeClr val="tx1"/>
            </a:solidFill>
          </a:endParaRPr>
        </a:p>
      </dgm:t>
    </dgm:pt>
    <dgm:pt modelId="{C1E88BE0-2158-4082-AAEA-C31F0F7C2696}" cxnId="{89CDB6E6-64DE-47CB-A51E-C55E6DABE626}" type="parTrans">
      <dgm:prSet/>
      <dgm:spPr/>
      <dgm:t>
        <a:bodyPr/>
        <a:lstStyle/>
        <a:p>
          <a:endParaRPr lang="zh-CN" altLang="en-US">
            <a:solidFill>
              <a:schemeClr val="tx1"/>
            </a:solidFill>
          </a:endParaRPr>
        </a:p>
      </dgm:t>
    </dgm:pt>
    <dgm:pt modelId="{24C50D28-BB5B-451F-9771-FB33611B138B}" cxnId="{89CDB6E6-64DE-47CB-A51E-C55E6DABE626}" type="sibTrans">
      <dgm:prSet/>
      <dgm:spPr/>
      <dgm:t>
        <a:bodyPr/>
        <a:lstStyle/>
        <a:p>
          <a:endParaRPr lang="zh-CN" altLang="en-US" sz="1400">
            <a:solidFill>
              <a:schemeClr val="tx1"/>
            </a:solidFill>
          </a:endParaRPr>
        </a:p>
      </dgm:t>
    </dgm:pt>
    <dgm:pt modelId="{519C819A-EEA8-4917-ACE2-766B501751EC}">
      <dgm:prSet custT="1"/>
      <dgm:spPr/>
      <dgm:t>
        <a:bodyPr/>
        <a:lstStyle/>
        <a:p>
          <a:pPr rtl="0"/>
          <a:r>
            <a:rPr lang="en-US" sz="1600" dirty="0" smtClean="0">
              <a:solidFill>
                <a:schemeClr val="tx1"/>
              </a:solidFill>
            </a:rPr>
            <a:t>(5)</a:t>
          </a:r>
          <a:r>
            <a:rPr lang="zh-CN" sz="1600" dirty="0" smtClean="0">
              <a:solidFill>
                <a:schemeClr val="tx1"/>
              </a:solidFill>
            </a:rPr>
            <a:t>图形的擦除。</a:t>
          </a:r>
          <a:endParaRPr lang="zh-CN" sz="1600" dirty="0">
            <a:solidFill>
              <a:schemeClr val="tx1"/>
            </a:solidFill>
          </a:endParaRPr>
        </a:p>
      </dgm:t>
    </dgm:pt>
    <dgm:pt modelId="{A50CA2FD-E221-42ED-AB72-7893CA17468A}" cxnId="{8BB87068-D93C-4E0D-A85E-200CD154A3D7}" type="parTrans">
      <dgm:prSet/>
      <dgm:spPr/>
      <dgm:t>
        <a:bodyPr/>
        <a:lstStyle/>
        <a:p>
          <a:endParaRPr lang="zh-CN" altLang="en-US">
            <a:solidFill>
              <a:schemeClr val="tx1"/>
            </a:solidFill>
          </a:endParaRPr>
        </a:p>
      </dgm:t>
    </dgm:pt>
    <dgm:pt modelId="{B03AA081-3B2D-4173-BCF9-85C5C5FD6E37}" cxnId="{8BB87068-D93C-4E0D-A85E-200CD154A3D7}" type="sibTrans">
      <dgm:prSet/>
      <dgm:spPr/>
      <dgm:t>
        <a:bodyPr/>
        <a:lstStyle/>
        <a:p>
          <a:endParaRPr lang="zh-CN" altLang="en-US">
            <a:solidFill>
              <a:schemeClr val="tx1"/>
            </a:solidFill>
          </a:endParaRPr>
        </a:p>
      </dgm:t>
    </dgm:pt>
    <dgm:pt modelId="{541568E6-D346-4BC4-929E-392D3739A07A}" type="pres">
      <dgm:prSet presAssocID="{41924075-447C-4B3B-83BB-3F4842EF2E09}" presName="cycle" presStyleCnt="0">
        <dgm:presLayoutVars>
          <dgm:dir/>
          <dgm:resizeHandles val="exact"/>
        </dgm:presLayoutVars>
      </dgm:prSet>
      <dgm:spPr/>
      <dgm:t>
        <a:bodyPr/>
        <a:lstStyle/>
        <a:p>
          <a:endParaRPr lang="zh-CN" altLang="en-US"/>
        </a:p>
      </dgm:t>
    </dgm:pt>
    <dgm:pt modelId="{ABC4A37A-8E66-4F7B-8DD3-B9F79A671CE0}" type="pres">
      <dgm:prSet presAssocID="{34A620D8-2A60-4CAB-A36C-8D64BE305870}" presName="node" presStyleLbl="node1" presStyleIdx="0" presStyleCnt="6" custScaleX="192799" custRadScaleRad="112155" custRadScaleInc="698">
        <dgm:presLayoutVars>
          <dgm:bulletEnabled val="1"/>
        </dgm:presLayoutVars>
      </dgm:prSet>
      <dgm:spPr/>
      <dgm:t>
        <a:bodyPr/>
        <a:lstStyle/>
        <a:p>
          <a:endParaRPr lang="zh-CN" altLang="en-US"/>
        </a:p>
      </dgm:t>
    </dgm:pt>
    <dgm:pt modelId="{C305218D-6495-49D1-BA0F-D076FDAFAAF8}" type="pres">
      <dgm:prSet presAssocID="{34A620D8-2A60-4CAB-A36C-8D64BE305870}" presName="spNode" presStyleCnt="0"/>
      <dgm:spPr/>
    </dgm:pt>
    <dgm:pt modelId="{A7E5C212-6271-425C-BFE9-0C474175B372}" type="pres">
      <dgm:prSet presAssocID="{03B8E4D3-F374-4262-8A72-68DD748C0A8D}" presName="sibTrans" presStyleLbl="sibTrans1D1" presStyleIdx="0" presStyleCnt="6"/>
      <dgm:spPr/>
      <dgm:t>
        <a:bodyPr/>
        <a:lstStyle/>
        <a:p>
          <a:endParaRPr lang="zh-CN" altLang="en-US"/>
        </a:p>
      </dgm:t>
    </dgm:pt>
    <dgm:pt modelId="{3114F1E1-F2E1-4715-A8BE-3CEF579654F6}" type="pres">
      <dgm:prSet presAssocID="{8BC05623-9571-4B37-9869-C199FB727D49}" presName="node" presStyleLbl="node1" presStyleIdx="1" presStyleCnt="6" custScaleX="127482">
        <dgm:presLayoutVars>
          <dgm:bulletEnabled val="1"/>
        </dgm:presLayoutVars>
      </dgm:prSet>
      <dgm:spPr/>
      <dgm:t>
        <a:bodyPr/>
        <a:lstStyle/>
        <a:p>
          <a:endParaRPr lang="zh-CN" altLang="en-US"/>
        </a:p>
      </dgm:t>
    </dgm:pt>
    <dgm:pt modelId="{F81CFE01-D62E-49C3-9835-FB6BD556461D}" type="pres">
      <dgm:prSet presAssocID="{8BC05623-9571-4B37-9869-C199FB727D49}" presName="spNode" presStyleCnt="0"/>
      <dgm:spPr/>
    </dgm:pt>
    <dgm:pt modelId="{F626910F-CFF8-4140-9C81-54E64A4D33E0}" type="pres">
      <dgm:prSet presAssocID="{7511570A-09A4-4596-83B8-D91B185E171D}" presName="sibTrans" presStyleLbl="sibTrans1D1" presStyleIdx="1" presStyleCnt="6"/>
      <dgm:spPr/>
      <dgm:t>
        <a:bodyPr/>
        <a:lstStyle/>
        <a:p>
          <a:endParaRPr lang="zh-CN" altLang="en-US"/>
        </a:p>
      </dgm:t>
    </dgm:pt>
    <dgm:pt modelId="{D2C87CCA-533D-44B0-A995-957C820C8655}" type="pres">
      <dgm:prSet presAssocID="{C2EA6608-684F-4A1E-95D3-77FB116A5A28}" presName="node" presStyleLbl="node1" presStyleIdx="2" presStyleCnt="6" custScaleX="130329">
        <dgm:presLayoutVars>
          <dgm:bulletEnabled val="1"/>
        </dgm:presLayoutVars>
      </dgm:prSet>
      <dgm:spPr/>
      <dgm:t>
        <a:bodyPr/>
        <a:lstStyle/>
        <a:p>
          <a:endParaRPr lang="zh-CN" altLang="en-US"/>
        </a:p>
      </dgm:t>
    </dgm:pt>
    <dgm:pt modelId="{60685C57-7540-494F-A096-EAF56B750AF1}" type="pres">
      <dgm:prSet presAssocID="{C2EA6608-684F-4A1E-95D3-77FB116A5A28}" presName="spNode" presStyleCnt="0"/>
      <dgm:spPr/>
    </dgm:pt>
    <dgm:pt modelId="{003E834B-7790-4F69-8D1A-D6A1F1024B5C}" type="pres">
      <dgm:prSet presAssocID="{C71D7D67-6F24-4153-B5F5-E7E474FB2864}" presName="sibTrans" presStyleLbl="sibTrans1D1" presStyleIdx="2" presStyleCnt="6"/>
      <dgm:spPr/>
      <dgm:t>
        <a:bodyPr/>
        <a:lstStyle/>
        <a:p>
          <a:endParaRPr lang="zh-CN" altLang="en-US"/>
        </a:p>
      </dgm:t>
    </dgm:pt>
    <dgm:pt modelId="{76DBF4F1-017C-4FD5-803F-9A1E75C5C6B0}" type="pres">
      <dgm:prSet presAssocID="{C9F64432-BA63-4D84-AC4C-81AD82E07417}" presName="node" presStyleLbl="node1" presStyleIdx="3" presStyleCnt="6" custScaleX="145706">
        <dgm:presLayoutVars>
          <dgm:bulletEnabled val="1"/>
        </dgm:presLayoutVars>
      </dgm:prSet>
      <dgm:spPr/>
      <dgm:t>
        <a:bodyPr/>
        <a:lstStyle/>
        <a:p>
          <a:endParaRPr lang="zh-CN" altLang="en-US"/>
        </a:p>
      </dgm:t>
    </dgm:pt>
    <dgm:pt modelId="{A6351505-97CC-4371-9917-FE39AA0BE7DD}" type="pres">
      <dgm:prSet presAssocID="{C9F64432-BA63-4D84-AC4C-81AD82E07417}" presName="spNode" presStyleCnt="0"/>
      <dgm:spPr/>
    </dgm:pt>
    <dgm:pt modelId="{9098E9EA-D570-4F09-98D9-A8677170636C}" type="pres">
      <dgm:prSet presAssocID="{A1451DCB-985A-45E1-804D-7F8F4841BF1B}" presName="sibTrans" presStyleLbl="sibTrans1D1" presStyleIdx="3" presStyleCnt="6"/>
      <dgm:spPr/>
      <dgm:t>
        <a:bodyPr/>
        <a:lstStyle/>
        <a:p>
          <a:endParaRPr lang="zh-CN" altLang="en-US"/>
        </a:p>
      </dgm:t>
    </dgm:pt>
    <dgm:pt modelId="{9FCE129E-2DE4-4348-B32D-D6BA8B109F50}" type="pres">
      <dgm:prSet presAssocID="{3AE94A30-3CD7-4DDE-B1C4-BCB40E67F78E}" presName="node" presStyleLbl="node1" presStyleIdx="4" presStyleCnt="6" custScaleX="128655">
        <dgm:presLayoutVars>
          <dgm:bulletEnabled val="1"/>
        </dgm:presLayoutVars>
      </dgm:prSet>
      <dgm:spPr/>
      <dgm:t>
        <a:bodyPr/>
        <a:lstStyle/>
        <a:p>
          <a:endParaRPr lang="zh-CN" altLang="en-US"/>
        </a:p>
      </dgm:t>
    </dgm:pt>
    <dgm:pt modelId="{3EB98159-6F46-4CA2-A17A-D409361BD952}" type="pres">
      <dgm:prSet presAssocID="{3AE94A30-3CD7-4DDE-B1C4-BCB40E67F78E}" presName="spNode" presStyleCnt="0"/>
      <dgm:spPr/>
    </dgm:pt>
    <dgm:pt modelId="{78B9DBEE-919C-4894-B93E-35D62A73899B}" type="pres">
      <dgm:prSet presAssocID="{24C50D28-BB5B-451F-9771-FB33611B138B}" presName="sibTrans" presStyleLbl="sibTrans1D1" presStyleIdx="4" presStyleCnt="6"/>
      <dgm:spPr/>
      <dgm:t>
        <a:bodyPr/>
        <a:lstStyle/>
        <a:p>
          <a:endParaRPr lang="zh-CN" altLang="en-US"/>
        </a:p>
      </dgm:t>
    </dgm:pt>
    <dgm:pt modelId="{B650027F-07E9-4268-B300-0168D9C63E78}" type="pres">
      <dgm:prSet presAssocID="{519C819A-EEA8-4917-ACE2-766B501751EC}" presName="node" presStyleLbl="node1" presStyleIdx="5" presStyleCnt="6" custScaleX="126980">
        <dgm:presLayoutVars>
          <dgm:bulletEnabled val="1"/>
        </dgm:presLayoutVars>
      </dgm:prSet>
      <dgm:spPr/>
      <dgm:t>
        <a:bodyPr/>
        <a:lstStyle/>
        <a:p>
          <a:endParaRPr lang="zh-CN" altLang="en-US"/>
        </a:p>
      </dgm:t>
    </dgm:pt>
    <dgm:pt modelId="{62F20288-8671-40ED-96F5-6AB669584472}" type="pres">
      <dgm:prSet presAssocID="{519C819A-EEA8-4917-ACE2-766B501751EC}" presName="spNode" presStyleCnt="0"/>
      <dgm:spPr/>
    </dgm:pt>
    <dgm:pt modelId="{DE413053-812D-44A6-8E81-EF58A64118F2}" type="pres">
      <dgm:prSet presAssocID="{B03AA081-3B2D-4173-BCF9-85C5C5FD6E37}" presName="sibTrans" presStyleLbl="sibTrans1D1" presStyleIdx="5" presStyleCnt="6"/>
      <dgm:spPr/>
      <dgm:t>
        <a:bodyPr/>
        <a:lstStyle/>
        <a:p>
          <a:endParaRPr lang="zh-CN" altLang="en-US"/>
        </a:p>
      </dgm:t>
    </dgm:pt>
  </dgm:ptLst>
  <dgm:cxnLst>
    <dgm:cxn modelId="{C7071AF6-4E9C-4E08-8AF0-4D39E8BBE499}" type="presOf" srcId="{A1451DCB-985A-45E1-804D-7F8F4841BF1B}" destId="{9098E9EA-D570-4F09-98D9-A8677170636C}" srcOrd="0" destOrd="0" presId="urn:microsoft.com/office/officeart/2005/8/layout/cycle6"/>
    <dgm:cxn modelId="{516078FC-6E16-4237-952C-D1A6589CE2FD}" type="presOf" srcId="{C2EA6608-684F-4A1E-95D3-77FB116A5A28}" destId="{D2C87CCA-533D-44B0-A995-957C820C8655}" srcOrd="0" destOrd="0" presId="urn:microsoft.com/office/officeart/2005/8/layout/cycle6"/>
    <dgm:cxn modelId="{0083B6EA-0393-408B-BA66-9CD43033FEA2}" type="presOf" srcId="{3AE94A30-3CD7-4DDE-B1C4-BCB40E67F78E}" destId="{9FCE129E-2DE4-4348-B32D-D6BA8B109F50}" srcOrd="0" destOrd="0" presId="urn:microsoft.com/office/officeart/2005/8/layout/cycle6"/>
    <dgm:cxn modelId="{50826E2E-282E-4CE1-BC4F-63397AA753DD}" type="presOf" srcId="{C9F64432-BA63-4D84-AC4C-81AD82E07417}" destId="{76DBF4F1-017C-4FD5-803F-9A1E75C5C6B0}" srcOrd="0" destOrd="0" presId="urn:microsoft.com/office/officeart/2005/8/layout/cycle6"/>
    <dgm:cxn modelId="{0C565842-39EC-41C9-BC4A-BB86A1D28A09}" type="presOf" srcId="{03B8E4D3-F374-4262-8A72-68DD748C0A8D}" destId="{A7E5C212-6271-425C-BFE9-0C474175B372}" srcOrd="0" destOrd="0" presId="urn:microsoft.com/office/officeart/2005/8/layout/cycle6"/>
    <dgm:cxn modelId="{D15F484B-8D65-450D-AE3E-43E8DE40335D}" type="presOf" srcId="{C71D7D67-6F24-4153-B5F5-E7E474FB2864}" destId="{003E834B-7790-4F69-8D1A-D6A1F1024B5C}" srcOrd="0" destOrd="0" presId="urn:microsoft.com/office/officeart/2005/8/layout/cycle6"/>
    <dgm:cxn modelId="{0FC464F0-0AE0-42FB-9622-16622DE868CB}" type="presOf" srcId="{8BC05623-9571-4B37-9869-C199FB727D49}" destId="{3114F1E1-F2E1-4715-A8BE-3CEF579654F6}" srcOrd="0" destOrd="0" presId="urn:microsoft.com/office/officeart/2005/8/layout/cycle6"/>
    <dgm:cxn modelId="{DF8116AA-3CC5-420D-A384-4BAA1EC71763}" type="presOf" srcId="{B03AA081-3B2D-4173-BCF9-85C5C5FD6E37}" destId="{DE413053-812D-44A6-8E81-EF58A64118F2}" srcOrd="0" destOrd="0" presId="urn:microsoft.com/office/officeart/2005/8/layout/cycle6"/>
    <dgm:cxn modelId="{8BB87068-D93C-4E0D-A85E-200CD154A3D7}" srcId="{41924075-447C-4B3B-83BB-3F4842EF2E09}" destId="{519C819A-EEA8-4917-ACE2-766B501751EC}" srcOrd="5" destOrd="0" parTransId="{A50CA2FD-E221-42ED-AB72-7893CA17468A}" sibTransId="{B03AA081-3B2D-4173-BCF9-85C5C5FD6E37}"/>
    <dgm:cxn modelId="{89CDB6E6-64DE-47CB-A51E-C55E6DABE626}" srcId="{41924075-447C-4B3B-83BB-3F4842EF2E09}" destId="{3AE94A30-3CD7-4DDE-B1C4-BCB40E67F78E}" srcOrd="4" destOrd="0" parTransId="{C1E88BE0-2158-4082-AAEA-C31F0F7C2696}" sibTransId="{24C50D28-BB5B-451F-9771-FB33611B138B}"/>
    <dgm:cxn modelId="{E09BA76D-39A4-43FD-97CA-7BC0C7483874}" type="presOf" srcId="{7511570A-09A4-4596-83B8-D91B185E171D}" destId="{F626910F-CFF8-4140-9C81-54E64A4D33E0}" srcOrd="0" destOrd="0" presId="urn:microsoft.com/office/officeart/2005/8/layout/cycle6"/>
    <dgm:cxn modelId="{C214AB21-C427-4276-9EDC-2AD46C67A82C}" srcId="{41924075-447C-4B3B-83BB-3F4842EF2E09}" destId="{34A620D8-2A60-4CAB-A36C-8D64BE305870}" srcOrd="0" destOrd="0" parTransId="{BD43892A-19E5-4F1A-B2F4-DBDED77F2FCE}" sibTransId="{03B8E4D3-F374-4262-8A72-68DD748C0A8D}"/>
    <dgm:cxn modelId="{783BEEED-C692-48B5-A600-FC0843FB2633}" srcId="{41924075-447C-4B3B-83BB-3F4842EF2E09}" destId="{C2EA6608-684F-4A1E-95D3-77FB116A5A28}" srcOrd="2" destOrd="0" parTransId="{57849671-AAAD-4762-B769-E71B7FDA78D6}" sibTransId="{C71D7D67-6F24-4153-B5F5-E7E474FB2864}"/>
    <dgm:cxn modelId="{08AE7D4B-2963-4D00-871B-9BC719C50D02}" type="presOf" srcId="{34A620D8-2A60-4CAB-A36C-8D64BE305870}" destId="{ABC4A37A-8E66-4F7B-8DD3-B9F79A671CE0}" srcOrd="0" destOrd="0" presId="urn:microsoft.com/office/officeart/2005/8/layout/cycle6"/>
    <dgm:cxn modelId="{9B3ABD7D-A656-4AF8-86BA-804D572C6F91}" srcId="{41924075-447C-4B3B-83BB-3F4842EF2E09}" destId="{8BC05623-9571-4B37-9869-C199FB727D49}" srcOrd="1" destOrd="0" parTransId="{26646931-A51C-4F01-ACE9-F35DBF953868}" sibTransId="{7511570A-09A4-4596-83B8-D91B185E171D}"/>
    <dgm:cxn modelId="{45F0AD0B-C6A3-4F16-B723-D57A107418D6}" type="presOf" srcId="{41924075-447C-4B3B-83BB-3F4842EF2E09}" destId="{541568E6-D346-4BC4-929E-392D3739A07A}" srcOrd="0" destOrd="0" presId="urn:microsoft.com/office/officeart/2005/8/layout/cycle6"/>
    <dgm:cxn modelId="{3E0D2BDD-42A6-4872-AEE1-B5F3A646D409}" type="presOf" srcId="{519C819A-EEA8-4917-ACE2-766B501751EC}" destId="{B650027F-07E9-4268-B300-0168D9C63E78}" srcOrd="0" destOrd="0" presId="urn:microsoft.com/office/officeart/2005/8/layout/cycle6"/>
    <dgm:cxn modelId="{475A427C-5FCC-4325-AFCD-0AE5D5684419}" srcId="{41924075-447C-4B3B-83BB-3F4842EF2E09}" destId="{C9F64432-BA63-4D84-AC4C-81AD82E07417}" srcOrd="3" destOrd="0" parTransId="{BB548A43-3D77-4382-A077-B3B498D3ECFB}" sibTransId="{A1451DCB-985A-45E1-804D-7F8F4841BF1B}"/>
    <dgm:cxn modelId="{E25E67DA-FCA1-4061-8062-88F6444863F8}" type="presOf" srcId="{24C50D28-BB5B-451F-9771-FB33611B138B}" destId="{78B9DBEE-919C-4894-B93E-35D62A73899B}" srcOrd="0" destOrd="0" presId="urn:microsoft.com/office/officeart/2005/8/layout/cycle6"/>
    <dgm:cxn modelId="{93ED6385-AB13-46B5-B3D1-06383EAE1916}" type="presParOf" srcId="{541568E6-D346-4BC4-929E-392D3739A07A}" destId="{ABC4A37A-8E66-4F7B-8DD3-B9F79A671CE0}" srcOrd="0" destOrd="0" presId="urn:microsoft.com/office/officeart/2005/8/layout/cycle6"/>
    <dgm:cxn modelId="{CBBE2E0C-F1F4-4D1C-923C-D1EB0530D45E}" type="presParOf" srcId="{541568E6-D346-4BC4-929E-392D3739A07A}" destId="{C305218D-6495-49D1-BA0F-D076FDAFAAF8}" srcOrd="1" destOrd="0" presId="urn:microsoft.com/office/officeart/2005/8/layout/cycle6"/>
    <dgm:cxn modelId="{8A70B715-A9C6-40F8-8630-F122F17D5729}" type="presParOf" srcId="{541568E6-D346-4BC4-929E-392D3739A07A}" destId="{A7E5C212-6271-425C-BFE9-0C474175B372}" srcOrd="2" destOrd="0" presId="urn:microsoft.com/office/officeart/2005/8/layout/cycle6"/>
    <dgm:cxn modelId="{ED54416A-70C6-48D2-BC52-3C2EDBD0D6C2}" type="presParOf" srcId="{541568E6-D346-4BC4-929E-392D3739A07A}" destId="{3114F1E1-F2E1-4715-A8BE-3CEF579654F6}" srcOrd="3" destOrd="0" presId="urn:microsoft.com/office/officeart/2005/8/layout/cycle6"/>
    <dgm:cxn modelId="{6E9C06C2-DAEB-4FB6-A01A-FC892BB51225}" type="presParOf" srcId="{541568E6-D346-4BC4-929E-392D3739A07A}" destId="{F81CFE01-D62E-49C3-9835-FB6BD556461D}" srcOrd="4" destOrd="0" presId="urn:microsoft.com/office/officeart/2005/8/layout/cycle6"/>
    <dgm:cxn modelId="{1DD52CE0-FC58-4665-A0CB-A0A4A6F268EA}" type="presParOf" srcId="{541568E6-D346-4BC4-929E-392D3739A07A}" destId="{F626910F-CFF8-4140-9C81-54E64A4D33E0}" srcOrd="5" destOrd="0" presId="urn:microsoft.com/office/officeart/2005/8/layout/cycle6"/>
    <dgm:cxn modelId="{F6A3CFBD-16D3-4150-887E-AC2914DAC897}" type="presParOf" srcId="{541568E6-D346-4BC4-929E-392D3739A07A}" destId="{D2C87CCA-533D-44B0-A995-957C820C8655}" srcOrd="6" destOrd="0" presId="urn:microsoft.com/office/officeart/2005/8/layout/cycle6"/>
    <dgm:cxn modelId="{41949A72-7073-4658-B10B-A0B9F8ADEF68}" type="presParOf" srcId="{541568E6-D346-4BC4-929E-392D3739A07A}" destId="{60685C57-7540-494F-A096-EAF56B750AF1}" srcOrd="7" destOrd="0" presId="urn:microsoft.com/office/officeart/2005/8/layout/cycle6"/>
    <dgm:cxn modelId="{3BCA4C54-677B-47E0-AE2B-45DD61CC317B}" type="presParOf" srcId="{541568E6-D346-4BC4-929E-392D3739A07A}" destId="{003E834B-7790-4F69-8D1A-D6A1F1024B5C}" srcOrd="8" destOrd="0" presId="urn:microsoft.com/office/officeart/2005/8/layout/cycle6"/>
    <dgm:cxn modelId="{82F53A30-FF5B-4BBF-822C-8A5F72AA87BF}" type="presParOf" srcId="{541568E6-D346-4BC4-929E-392D3739A07A}" destId="{76DBF4F1-017C-4FD5-803F-9A1E75C5C6B0}" srcOrd="9" destOrd="0" presId="urn:microsoft.com/office/officeart/2005/8/layout/cycle6"/>
    <dgm:cxn modelId="{0926BCD5-9057-404E-8E64-C535503DE0F8}" type="presParOf" srcId="{541568E6-D346-4BC4-929E-392D3739A07A}" destId="{A6351505-97CC-4371-9917-FE39AA0BE7DD}" srcOrd="10" destOrd="0" presId="urn:microsoft.com/office/officeart/2005/8/layout/cycle6"/>
    <dgm:cxn modelId="{2C3305A0-F2A8-4EF0-B249-4796A2895E21}" type="presParOf" srcId="{541568E6-D346-4BC4-929E-392D3739A07A}" destId="{9098E9EA-D570-4F09-98D9-A8677170636C}" srcOrd="11" destOrd="0" presId="urn:microsoft.com/office/officeart/2005/8/layout/cycle6"/>
    <dgm:cxn modelId="{7E8957FD-B525-4E7D-8564-E507717ECCFC}" type="presParOf" srcId="{541568E6-D346-4BC4-929E-392D3739A07A}" destId="{9FCE129E-2DE4-4348-B32D-D6BA8B109F50}" srcOrd="12" destOrd="0" presId="urn:microsoft.com/office/officeart/2005/8/layout/cycle6"/>
    <dgm:cxn modelId="{3A9033AB-4F55-4D05-A871-A54CB3267AB2}" type="presParOf" srcId="{541568E6-D346-4BC4-929E-392D3739A07A}" destId="{3EB98159-6F46-4CA2-A17A-D409361BD952}" srcOrd="13" destOrd="0" presId="urn:microsoft.com/office/officeart/2005/8/layout/cycle6"/>
    <dgm:cxn modelId="{6C9B8545-C224-4B20-9BB5-F02DA444F720}" type="presParOf" srcId="{541568E6-D346-4BC4-929E-392D3739A07A}" destId="{78B9DBEE-919C-4894-B93E-35D62A73899B}" srcOrd="14" destOrd="0" presId="urn:microsoft.com/office/officeart/2005/8/layout/cycle6"/>
    <dgm:cxn modelId="{6B97B7B7-D237-4E49-86D4-E8C7F7CF7A54}" type="presParOf" srcId="{541568E6-D346-4BC4-929E-392D3739A07A}" destId="{B650027F-07E9-4268-B300-0168D9C63E78}" srcOrd="15" destOrd="0" presId="urn:microsoft.com/office/officeart/2005/8/layout/cycle6"/>
    <dgm:cxn modelId="{B5691DC2-06D7-44F0-B55A-37C0C5AD4CBB}" type="presParOf" srcId="{541568E6-D346-4BC4-929E-392D3739A07A}" destId="{62F20288-8671-40ED-96F5-6AB669584472}" srcOrd="16" destOrd="0" presId="urn:microsoft.com/office/officeart/2005/8/layout/cycle6"/>
    <dgm:cxn modelId="{9DBFB890-5FEF-4262-A692-8C400B3E46C5}" type="presParOf" srcId="{541568E6-D346-4BC4-929E-392D3739A07A}" destId="{DE413053-812D-44A6-8E81-EF58A64118F2}" srcOrd="17"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921B7D-878E-449B-A02F-0AADDC1E9275}" type="doc">
      <dgm:prSet loTypeId="urn:microsoft.com/office/officeart/2005/8/layout/matrix1" loCatId="matrix" qsTypeId="urn:microsoft.com/office/officeart/2005/8/quickstyle/simple1" qsCatId="simple" csTypeId="urn:microsoft.com/office/officeart/2005/8/colors/colorful2" csCatId="colorful" phldr="1"/>
      <dgm:spPr/>
      <dgm:t>
        <a:bodyPr/>
        <a:lstStyle/>
        <a:p>
          <a:endParaRPr lang="zh-CN" altLang="en-US"/>
        </a:p>
      </dgm:t>
    </dgm:pt>
    <dgm:pt modelId="{CE4A2E1C-C674-4005-9501-AC73A6138986}">
      <dgm:prSet/>
      <dgm:spPr/>
      <dgm:t>
        <a:bodyPr/>
        <a:lstStyle/>
        <a:p>
          <a:pPr rtl="0"/>
          <a:r>
            <a:rPr lang="en-US" b="1" dirty="0" smtClean="0">
              <a:solidFill>
                <a:schemeClr val="accent2">
                  <a:lumMod val="50000"/>
                </a:schemeClr>
              </a:solidFill>
            </a:rPr>
            <a:t>2.</a:t>
          </a:r>
          <a:r>
            <a:rPr lang="zh-CN" b="1" dirty="0" smtClean="0">
              <a:solidFill>
                <a:schemeClr val="accent2">
                  <a:lumMod val="50000"/>
                </a:schemeClr>
              </a:solidFill>
            </a:rPr>
            <a:t>多媒体信息的表示</a:t>
          </a:r>
          <a:endParaRPr lang="zh-CN" b="1" dirty="0">
            <a:solidFill>
              <a:schemeClr val="accent2">
                <a:lumMod val="50000"/>
              </a:schemeClr>
            </a:solidFill>
          </a:endParaRPr>
        </a:p>
      </dgm:t>
    </dgm:pt>
    <dgm:pt modelId="{B7A2F420-F3E2-407B-85E6-BC6C5A698D25}" cxnId="{4A1A4B08-6610-4CA8-B9D1-57782F4C181B}" type="parTrans">
      <dgm:prSet/>
      <dgm:spPr/>
      <dgm:t>
        <a:bodyPr/>
        <a:lstStyle/>
        <a:p>
          <a:endParaRPr lang="zh-CN" altLang="en-US" b="1">
            <a:solidFill>
              <a:schemeClr val="tx2">
                <a:lumMod val="50000"/>
              </a:schemeClr>
            </a:solidFill>
          </a:endParaRPr>
        </a:p>
      </dgm:t>
    </dgm:pt>
    <dgm:pt modelId="{0DC2872B-4C8F-4921-BDA0-D2BC988937D5}" cxnId="{4A1A4B08-6610-4CA8-B9D1-57782F4C181B}" type="sibTrans">
      <dgm:prSet/>
      <dgm:spPr/>
      <dgm:t>
        <a:bodyPr/>
        <a:lstStyle/>
        <a:p>
          <a:endParaRPr lang="zh-CN" altLang="en-US" b="1">
            <a:solidFill>
              <a:schemeClr val="tx2">
                <a:lumMod val="50000"/>
              </a:schemeClr>
            </a:solidFill>
          </a:endParaRPr>
        </a:p>
      </dgm:t>
    </dgm:pt>
    <dgm:pt modelId="{AEBB2A0E-B544-4E54-92F4-7C1E11B4D9EF}">
      <dgm:prSet/>
      <dgm:spPr/>
      <dgm:t>
        <a:bodyPr/>
        <a:lstStyle/>
        <a:p>
          <a:endParaRPr lang="zh-CN" altLang="en-US"/>
        </a:p>
      </dgm:t>
    </dgm:pt>
    <dgm:pt modelId="{1A607F66-19AA-4A30-967C-A533C4D5BE06}" cxnId="{C6E62292-4832-4553-AD98-E21ACF7EC7EC}" type="parTrans">
      <dgm:prSet/>
      <dgm:spPr/>
      <dgm:t>
        <a:bodyPr/>
        <a:lstStyle/>
        <a:p>
          <a:endParaRPr lang="zh-CN" altLang="en-US" b="1">
            <a:solidFill>
              <a:schemeClr val="tx2">
                <a:lumMod val="50000"/>
              </a:schemeClr>
            </a:solidFill>
          </a:endParaRPr>
        </a:p>
      </dgm:t>
    </dgm:pt>
    <dgm:pt modelId="{C08140C0-D882-4677-8B18-739B8383F8CE}" cxnId="{C6E62292-4832-4553-AD98-E21ACF7EC7EC}" type="sibTrans">
      <dgm:prSet/>
      <dgm:spPr/>
      <dgm:t>
        <a:bodyPr/>
        <a:lstStyle/>
        <a:p>
          <a:endParaRPr lang="zh-CN" altLang="en-US" b="1">
            <a:solidFill>
              <a:schemeClr val="tx2">
                <a:lumMod val="50000"/>
              </a:schemeClr>
            </a:solidFill>
          </a:endParaRPr>
        </a:p>
      </dgm:t>
    </dgm:pt>
    <dgm:pt modelId="{AFB4DC5C-027A-4DB7-875F-93636CB57738}">
      <dgm:prSet/>
      <dgm:spPr/>
      <dgm:t>
        <a:bodyPr/>
        <a:lstStyle/>
        <a:p>
          <a:endParaRPr lang="zh-CN" altLang="en-US"/>
        </a:p>
      </dgm:t>
    </dgm:pt>
    <dgm:pt modelId="{FE4B5365-14E2-4093-8DF8-3489A92133A8}" cxnId="{3345C59C-A650-40A7-9EDB-FCBFCFDD9BF5}" type="parTrans">
      <dgm:prSet/>
      <dgm:spPr/>
      <dgm:t>
        <a:bodyPr/>
        <a:lstStyle/>
        <a:p>
          <a:endParaRPr lang="zh-CN" altLang="en-US" b="1">
            <a:solidFill>
              <a:schemeClr val="tx2">
                <a:lumMod val="50000"/>
              </a:schemeClr>
            </a:solidFill>
          </a:endParaRPr>
        </a:p>
      </dgm:t>
    </dgm:pt>
    <dgm:pt modelId="{EB67B76D-F509-4850-82D1-453C14CE9AAF}" cxnId="{3345C59C-A650-40A7-9EDB-FCBFCFDD9BF5}" type="sibTrans">
      <dgm:prSet/>
      <dgm:spPr/>
      <dgm:t>
        <a:bodyPr/>
        <a:lstStyle/>
        <a:p>
          <a:endParaRPr lang="zh-CN" altLang="en-US" b="1">
            <a:solidFill>
              <a:schemeClr val="tx2">
                <a:lumMod val="50000"/>
              </a:schemeClr>
            </a:solidFill>
          </a:endParaRPr>
        </a:p>
      </dgm:t>
    </dgm:pt>
    <dgm:pt modelId="{F57D283B-3A32-4FD9-BFC0-D5D64E78E72A}">
      <dgm:prSet/>
      <dgm:spPr/>
      <dgm:t>
        <a:bodyPr/>
        <a:lstStyle/>
        <a:p>
          <a:endParaRPr lang="zh-CN" altLang="en-US"/>
        </a:p>
      </dgm:t>
    </dgm:pt>
    <dgm:pt modelId="{5A871624-E700-4BA7-A10E-A5E3D94D03F1}" cxnId="{F92B040E-B834-4D33-AD1B-CE2DD4F96700}" type="parTrans">
      <dgm:prSet/>
      <dgm:spPr/>
      <dgm:t>
        <a:bodyPr/>
        <a:lstStyle/>
        <a:p>
          <a:endParaRPr lang="zh-CN" altLang="en-US" b="1">
            <a:solidFill>
              <a:schemeClr val="tx2">
                <a:lumMod val="50000"/>
              </a:schemeClr>
            </a:solidFill>
          </a:endParaRPr>
        </a:p>
      </dgm:t>
    </dgm:pt>
    <dgm:pt modelId="{6E420722-D8CA-42D1-B258-9C31B4D8C134}" cxnId="{F92B040E-B834-4D33-AD1B-CE2DD4F96700}" type="sibTrans">
      <dgm:prSet/>
      <dgm:spPr/>
      <dgm:t>
        <a:bodyPr/>
        <a:lstStyle/>
        <a:p>
          <a:endParaRPr lang="zh-CN" altLang="en-US" b="1">
            <a:solidFill>
              <a:schemeClr val="tx2">
                <a:lumMod val="50000"/>
              </a:schemeClr>
            </a:solidFill>
          </a:endParaRPr>
        </a:p>
      </dgm:t>
    </dgm:pt>
    <dgm:pt modelId="{AC324DFF-8E47-48CE-9AA5-CDF018851B89}">
      <dgm:prSet/>
      <dgm:spPr/>
      <dgm:t>
        <a:bodyPr/>
        <a:lstStyle/>
        <a:p>
          <a:endParaRPr lang="zh-CN" altLang="en-US"/>
        </a:p>
      </dgm:t>
    </dgm:pt>
    <dgm:pt modelId="{072D1722-59D0-4C3A-BC45-FB03487764C5}" cxnId="{BAB18D0E-B15F-4306-AB6F-9776ED05399B}" type="parTrans">
      <dgm:prSet/>
      <dgm:spPr/>
      <dgm:t>
        <a:bodyPr/>
        <a:lstStyle/>
        <a:p>
          <a:endParaRPr lang="zh-CN" altLang="en-US" b="1">
            <a:solidFill>
              <a:schemeClr val="tx2">
                <a:lumMod val="50000"/>
              </a:schemeClr>
            </a:solidFill>
          </a:endParaRPr>
        </a:p>
      </dgm:t>
    </dgm:pt>
    <dgm:pt modelId="{3A673F81-1ADB-44B0-A6C4-FABDB315EB68}" cxnId="{BAB18D0E-B15F-4306-AB6F-9776ED05399B}" type="sibTrans">
      <dgm:prSet/>
      <dgm:spPr/>
      <dgm:t>
        <a:bodyPr/>
        <a:lstStyle/>
        <a:p>
          <a:endParaRPr lang="zh-CN" altLang="en-US" b="1">
            <a:solidFill>
              <a:schemeClr val="tx2">
                <a:lumMod val="50000"/>
              </a:schemeClr>
            </a:solidFill>
          </a:endParaRPr>
        </a:p>
      </dgm:t>
    </dgm:pt>
    <dgm:pt modelId="{2ABE3DB7-B2EF-49CC-8293-AF5E97955CD8}">
      <dgm:prSet/>
      <dgm:spPr/>
      <dgm:t>
        <a:bodyPr/>
        <a:lstStyle/>
        <a:p>
          <a:r>
            <a:rPr lang="en-US" b="1" smtClean="0">
              <a:solidFill>
                <a:schemeClr val="tx2">
                  <a:lumMod val="50000"/>
                </a:schemeClr>
              </a:solidFill>
            </a:rPr>
            <a:t>(1)</a:t>
          </a:r>
          <a:r>
            <a:rPr lang="zh-CN" b="1" smtClean="0">
              <a:solidFill>
                <a:schemeClr val="tx2">
                  <a:lumMod val="50000"/>
                </a:schemeClr>
              </a:solidFill>
            </a:rPr>
            <a:t>文本。</a:t>
          </a:r>
          <a:endParaRPr lang="zh-CN" altLang="en-US" b="1">
            <a:solidFill>
              <a:schemeClr val="tx2">
                <a:lumMod val="50000"/>
              </a:schemeClr>
            </a:solidFill>
          </a:endParaRPr>
        </a:p>
      </dgm:t>
    </dgm:pt>
    <dgm:pt modelId="{086653D3-B71D-4DAD-A2DD-A8B4E95F6A70}" cxnId="{B8C24C9A-C393-491E-A099-FA4F11A2C481}" type="parTrans">
      <dgm:prSet/>
      <dgm:spPr/>
      <dgm:t>
        <a:bodyPr/>
        <a:lstStyle/>
        <a:p>
          <a:endParaRPr lang="zh-CN" altLang="en-US" b="1">
            <a:solidFill>
              <a:schemeClr val="tx2">
                <a:lumMod val="50000"/>
              </a:schemeClr>
            </a:solidFill>
          </a:endParaRPr>
        </a:p>
      </dgm:t>
    </dgm:pt>
    <dgm:pt modelId="{1DFCE80E-0052-4644-9C50-966A4F23C70D}" cxnId="{B8C24C9A-C393-491E-A099-FA4F11A2C481}" type="sibTrans">
      <dgm:prSet/>
      <dgm:spPr/>
      <dgm:t>
        <a:bodyPr/>
        <a:lstStyle/>
        <a:p>
          <a:endParaRPr lang="zh-CN" altLang="en-US" b="1">
            <a:solidFill>
              <a:schemeClr val="tx2">
                <a:lumMod val="50000"/>
              </a:schemeClr>
            </a:solidFill>
          </a:endParaRPr>
        </a:p>
      </dgm:t>
    </dgm:pt>
    <dgm:pt modelId="{3C176FD6-0705-4F0A-BA10-BABBA120FB1D}">
      <dgm:prSet/>
      <dgm:spPr/>
      <dgm:t>
        <a:bodyPr/>
        <a:lstStyle/>
        <a:p>
          <a:r>
            <a:rPr lang="en-US" b="1" smtClean="0">
              <a:solidFill>
                <a:schemeClr val="tx2">
                  <a:lumMod val="50000"/>
                </a:schemeClr>
              </a:solidFill>
            </a:rPr>
            <a:t>(2)</a:t>
          </a:r>
          <a:r>
            <a:rPr lang="zh-CN" b="1" smtClean="0">
              <a:solidFill>
                <a:schemeClr val="tx2">
                  <a:lumMod val="50000"/>
                </a:schemeClr>
              </a:solidFill>
            </a:rPr>
            <a:t>声音。</a:t>
          </a:r>
          <a:endParaRPr lang="zh-CN" altLang="en-US" b="1">
            <a:solidFill>
              <a:schemeClr val="tx2">
                <a:lumMod val="50000"/>
              </a:schemeClr>
            </a:solidFill>
          </a:endParaRPr>
        </a:p>
      </dgm:t>
    </dgm:pt>
    <dgm:pt modelId="{BA7A703C-3ABA-43EE-8A93-6C53E59019A1}" cxnId="{A8B362EF-8A09-43C9-9DEB-3E78EF616D06}" type="parTrans">
      <dgm:prSet/>
      <dgm:spPr/>
      <dgm:t>
        <a:bodyPr/>
        <a:lstStyle/>
        <a:p>
          <a:endParaRPr lang="zh-CN" altLang="en-US" b="1">
            <a:solidFill>
              <a:schemeClr val="tx2">
                <a:lumMod val="50000"/>
              </a:schemeClr>
            </a:solidFill>
          </a:endParaRPr>
        </a:p>
      </dgm:t>
    </dgm:pt>
    <dgm:pt modelId="{E007D6F0-82E4-49DD-9B64-D8F51F5CA6EE}" cxnId="{A8B362EF-8A09-43C9-9DEB-3E78EF616D06}" type="sibTrans">
      <dgm:prSet/>
      <dgm:spPr/>
      <dgm:t>
        <a:bodyPr/>
        <a:lstStyle/>
        <a:p>
          <a:endParaRPr lang="zh-CN" altLang="en-US" b="1">
            <a:solidFill>
              <a:schemeClr val="tx2">
                <a:lumMod val="50000"/>
              </a:schemeClr>
            </a:solidFill>
          </a:endParaRPr>
        </a:p>
      </dgm:t>
    </dgm:pt>
    <dgm:pt modelId="{DB9EFD08-FFDF-4A53-ACA6-775B1161C827}">
      <dgm:prSet/>
      <dgm:spPr/>
      <dgm:t>
        <a:bodyPr/>
        <a:lstStyle/>
        <a:p>
          <a:r>
            <a:rPr lang="en-US" b="1" smtClean="0">
              <a:solidFill>
                <a:schemeClr val="tx2">
                  <a:lumMod val="50000"/>
                </a:schemeClr>
              </a:solidFill>
            </a:rPr>
            <a:t>(3)</a:t>
          </a:r>
          <a:r>
            <a:rPr lang="zh-CN" b="1" smtClean="0">
              <a:solidFill>
                <a:schemeClr val="tx2">
                  <a:lumMod val="50000"/>
                </a:schemeClr>
              </a:solidFill>
            </a:rPr>
            <a:t>静态图像。</a:t>
          </a:r>
          <a:endParaRPr lang="zh-CN" altLang="en-US" b="1">
            <a:solidFill>
              <a:schemeClr val="tx2">
                <a:lumMod val="50000"/>
              </a:schemeClr>
            </a:solidFill>
          </a:endParaRPr>
        </a:p>
      </dgm:t>
    </dgm:pt>
    <dgm:pt modelId="{FE5A4EA1-9FA5-4438-8699-E8A8FCACD611}" cxnId="{C0875962-E5CA-45A3-BDFD-D3DB9E75C59C}" type="parTrans">
      <dgm:prSet/>
      <dgm:spPr/>
      <dgm:t>
        <a:bodyPr/>
        <a:lstStyle/>
        <a:p>
          <a:endParaRPr lang="zh-CN" altLang="en-US" b="1">
            <a:solidFill>
              <a:schemeClr val="tx2">
                <a:lumMod val="50000"/>
              </a:schemeClr>
            </a:solidFill>
          </a:endParaRPr>
        </a:p>
      </dgm:t>
    </dgm:pt>
    <dgm:pt modelId="{D6BB2661-A3C4-457C-A295-6E6DA1C25EA3}" cxnId="{C0875962-E5CA-45A3-BDFD-D3DB9E75C59C}" type="sibTrans">
      <dgm:prSet/>
      <dgm:spPr/>
      <dgm:t>
        <a:bodyPr/>
        <a:lstStyle/>
        <a:p>
          <a:endParaRPr lang="zh-CN" altLang="en-US" b="1">
            <a:solidFill>
              <a:schemeClr val="tx2">
                <a:lumMod val="50000"/>
              </a:schemeClr>
            </a:solidFill>
          </a:endParaRPr>
        </a:p>
      </dgm:t>
    </dgm:pt>
    <dgm:pt modelId="{E3161E26-B550-41A5-A433-CD2D959CF008}">
      <dgm:prSet/>
      <dgm:spPr/>
      <dgm:t>
        <a:bodyPr/>
        <a:lstStyle/>
        <a:p>
          <a:r>
            <a:rPr lang="en-US" b="1" smtClean="0">
              <a:solidFill>
                <a:schemeClr val="tx2">
                  <a:lumMod val="50000"/>
                </a:schemeClr>
              </a:solidFill>
            </a:rPr>
            <a:t>(4)</a:t>
          </a:r>
          <a:r>
            <a:rPr lang="zh-CN" b="1" smtClean="0">
              <a:solidFill>
                <a:schemeClr val="tx2">
                  <a:lumMod val="50000"/>
                </a:schemeClr>
              </a:solidFill>
            </a:rPr>
            <a:t>动态视频。</a:t>
          </a:r>
          <a:endParaRPr lang="zh-CN" altLang="en-US" b="1">
            <a:solidFill>
              <a:schemeClr val="tx2">
                <a:lumMod val="50000"/>
              </a:schemeClr>
            </a:solidFill>
          </a:endParaRPr>
        </a:p>
      </dgm:t>
    </dgm:pt>
    <dgm:pt modelId="{1DAE6756-B89B-4005-938A-C9D07527263A}" cxnId="{4200B8D0-D0DB-4E69-B0BB-76EA8BC9FBBB}" type="parTrans">
      <dgm:prSet/>
      <dgm:spPr/>
      <dgm:t>
        <a:bodyPr/>
        <a:lstStyle/>
        <a:p>
          <a:endParaRPr lang="zh-CN" altLang="en-US" b="1">
            <a:solidFill>
              <a:schemeClr val="tx2">
                <a:lumMod val="50000"/>
              </a:schemeClr>
            </a:solidFill>
          </a:endParaRPr>
        </a:p>
      </dgm:t>
    </dgm:pt>
    <dgm:pt modelId="{D5BEB023-8789-41C6-8A0C-6BCC290C35EB}" cxnId="{4200B8D0-D0DB-4E69-B0BB-76EA8BC9FBBB}" type="sibTrans">
      <dgm:prSet/>
      <dgm:spPr/>
      <dgm:t>
        <a:bodyPr/>
        <a:lstStyle/>
        <a:p>
          <a:endParaRPr lang="zh-CN" altLang="en-US" b="1">
            <a:solidFill>
              <a:schemeClr val="tx2">
                <a:lumMod val="50000"/>
              </a:schemeClr>
            </a:solidFill>
          </a:endParaRPr>
        </a:p>
      </dgm:t>
    </dgm:pt>
    <dgm:pt modelId="{F761136E-5BA2-4AA1-B037-3F55BDBD0922}" type="pres">
      <dgm:prSet presAssocID="{B0921B7D-878E-449B-A02F-0AADDC1E9275}" presName="diagram" presStyleCnt="0">
        <dgm:presLayoutVars>
          <dgm:chMax val="1"/>
          <dgm:dir/>
          <dgm:animLvl val="ctr"/>
          <dgm:resizeHandles val="exact"/>
        </dgm:presLayoutVars>
      </dgm:prSet>
      <dgm:spPr/>
      <dgm:t>
        <a:bodyPr/>
        <a:lstStyle/>
        <a:p>
          <a:endParaRPr lang="zh-CN" altLang="en-US"/>
        </a:p>
      </dgm:t>
    </dgm:pt>
    <dgm:pt modelId="{D2F3ACFE-25A7-4C5D-A90C-1DD3980D9AE1}" type="pres">
      <dgm:prSet presAssocID="{B0921B7D-878E-449B-A02F-0AADDC1E9275}" presName="matrix" presStyleCnt="0"/>
      <dgm:spPr/>
    </dgm:pt>
    <dgm:pt modelId="{D42F49DE-A77E-422E-AFA1-681F5DD867FC}" type="pres">
      <dgm:prSet presAssocID="{B0921B7D-878E-449B-A02F-0AADDC1E9275}" presName="tile1" presStyleLbl="node1" presStyleIdx="0" presStyleCnt="4"/>
      <dgm:spPr/>
      <dgm:t>
        <a:bodyPr/>
        <a:lstStyle/>
        <a:p>
          <a:endParaRPr lang="zh-CN" altLang="en-US"/>
        </a:p>
      </dgm:t>
    </dgm:pt>
    <dgm:pt modelId="{B9AE1AD4-5B0B-4012-AA31-595C907B14A9}" type="pres">
      <dgm:prSet presAssocID="{B0921B7D-878E-449B-A02F-0AADDC1E9275}" presName="tile1text" presStyleLbl="node1" presStyleIdx="0" presStyleCnt="4">
        <dgm:presLayoutVars>
          <dgm:chMax val="0"/>
          <dgm:chPref val="0"/>
          <dgm:bulletEnabled val="1"/>
        </dgm:presLayoutVars>
      </dgm:prSet>
      <dgm:spPr/>
      <dgm:t>
        <a:bodyPr/>
        <a:lstStyle/>
        <a:p>
          <a:endParaRPr lang="zh-CN" altLang="en-US"/>
        </a:p>
      </dgm:t>
    </dgm:pt>
    <dgm:pt modelId="{BAA5206C-BBE4-4CBF-829C-B9E4DF0BEB6D}" type="pres">
      <dgm:prSet presAssocID="{B0921B7D-878E-449B-A02F-0AADDC1E9275}" presName="tile2" presStyleLbl="node1" presStyleIdx="1" presStyleCnt="4"/>
      <dgm:spPr/>
      <dgm:t>
        <a:bodyPr/>
        <a:lstStyle/>
        <a:p>
          <a:endParaRPr lang="zh-CN" altLang="en-US"/>
        </a:p>
      </dgm:t>
    </dgm:pt>
    <dgm:pt modelId="{75FBC91D-21B5-43BA-86E3-01BC1ABADFDA}" type="pres">
      <dgm:prSet presAssocID="{B0921B7D-878E-449B-A02F-0AADDC1E9275}" presName="tile2text" presStyleLbl="node1" presStyleIdx="1" presStyleCnt="4">
        <dgm:presLayoutVars>
          <dgm:chMax val="0"/>
          <dgm:chPref val="0"/>
          <dgm:bulletEnabled val="1"/>
        </dgm:presLayoutVars>
      </dgm:prSet>
      <dgm:spPr/>
      <dgm:t>
        <a:bodyPr/>
        <a:lstStyle/>
        <a:p>
          <a:endParaRPr lang="zh-CN" altLang="en-US"/>
        </a:p>
      </dgm:t>
    </dgm:pt>
    <dgm:pt modelId="{67A5EC6D-6AB0-4C75-AEE7-7826BA162F3E}" type="pres">
      <dgm:prSet presAssocID="{B0921B7D-878E-449B-A02F-0AADDC1E9275}" presName="tile3" presStyleLbl="node1" presStyleIdx="2" presStyleCnt="4"/>
      <dgm:spPr/>
      <dgm:t>
        <a:bodyPr/>
        <a:lstStyle/>
        <a:p>
          <a:endParaRPr lang="zh-CN" altLang="en-US"/>
        </a:p>
      </dgm:t>
    </dgm:pt>
    <dgm:pt modelId="{96EFDE27-A8D9-462A-9DBF-E42A570A7AE1}" type="pres">
      <dgm:prSet presAssocID="{B0921B7D-878E-449B-A02F-0AADDC1E9275}" presName="tile3text" presStyleLbl="node1" presStyleIdx="2" presStyleCnt="4">
        <dgm:presLayoutVars>
          <dgm:chMax val="0"/>
          <dgm:chPref val="0"/>
          <dgm:bulletEnabled val="1"/>
        </dgm:presLayoutVars>
      </dgm:prSet>
      <dgm:spPr/>
      <dgm:t>
        <a:bodyPr/>
        <a:lstStyle/>
        <a:p>
          <a:endParaRPr lang="zh-CN" altLang="en-US"/>
        </a:p>
      </dgm:t>
    </dgm:pt>
    <dgm:pt modelId="{F46E2071-1E2C-41FA-96B8-91F0D3659C64}" type="pres">
      <dgm:prSet presAssocID="{B0921B7D-878E-449B-A02F-0AADDC1E9275}" presName="tile4" presStyleLbl="node1" presStyleIdx="3" presStyleCnt="4"/>
      <dgm:spPr/>
      <dgm:t>
        <a:bodyPr/>
        <a:lstStyle/>
        <a:p>
          <a:endParaRPr lang="zh-CN" altLang="en-US"/>
        </a:p>
      </dgm:t>
    </dgm:pt>
    <dgm:pt modelId="{292FDC0B-B209-4F14-9193-9B148732DFA6}" type="pres">
      <dgm:prSet presAssocID="{B0921B7D-878E-449B-A02F-0AADDC1E9275}" presName="tile4text" presStyleLbl="node1" presStyleIdx="3" presStyleCnt="4">
        <dgm:presLayoutVars>
          <dgm:chMax val="0"/>
          <dgm:chPref val="0"/>
          <dgm:bulletEnabled val="1"/>
        </dgm:presLayoutVars>
      </dgm:prSet>
      <dgm:spPr/>
      <dgm:t>
        <a:bodyPr/>
        <a:lstStyle/>
        <a:p>
          <a:endParaRPr lang="zh-CN" altLang="en-US"/>
        </a:p>
      </dgm:t>
    </dgm:pt>
    <dgm:pt modelId="{347675BC-1047-4E45-A90B-9C2BDFB64B32}" type="pres">
      <dgm:prSet presAssocID="{B0921B7D-878E-449B-A02F-0AADDC1E9275}" presName="centerTile" presStyleLbl="fgShp" presStyleIdx="0" presStyleCnt="1">
        <dgm:presLayoutVars>
          <dgm:chMax val="0"/>
          <dgm:chPref val="0"/>
        </dgm:presLayoutVars>
      </dgm:prSet>
      <dgm:spPr/>
      <dgm:t>
        <a:bodyPr/>
        <a:lstStyle/>
        <a:p>
          <a:endParaRPr lang="zh-CN" altLang="en-US"/>
        </a:p>
      </dgm:t>
    </dgm:pt>
  </dgm:ptLst>
  <dgm:cxnLst>
    <dgm:cxn modelId="{205C959A-0CA7-4F08-8914-8FA25F2439C3}" type="presOf" srcId="{E3161E26-B550-41A5-A433-CD2D959CF008}" destId="{292FDC0B-B209-4F14-9193-9B148732DFA6}" srcOrd="1" destOrd="0" presId="urn:microsoft.com/office/officeart/2005/8/layout/matrix1"/>
    <dgm:cxn modelId="{F074D7EA-F183-4576-9FB9-2B4AE13A9089}" type="presOf" srcId="{3C176FD6-0705-4F0A-BA10-BABBA120FB1D}" destId="{BAA5206C-BBE4-4CBF-829C-B9E4DF0BEB6D}" srcOrd="0" destOrd="0" presId="urn:microsoft.com/office/officeart/2005/8/layout/matrix1"/>
    <dgm:cxn modelId="{C6E62292-4832-4553-AD98-E21ACF7EC7EC}" srcId="{B0921B7D-878E-449B-A02F-0AADDC1E9275}" destId="{AEBB2A0E-B544-4E54-92F4-7C1E11B4D9EF}" srcOrd="1" destOrd="0" parTransId="{1A607F66-19AA-4A30-967C-A533C4D5BE06}" sibTransId="{C08140C0-D882-4677-8B18-739B8383F8CE}"/>
    <dgm:cxn modelId="{28264353-760C-4ADC-BABB-C9A358F6D03E}" type="presOf" srcId="{DB9EFD08-FFDF-4A53-ACA6-775B1161C827}" destId="{67A5EC6D-6AB0-4C75-AEE7-7826BA162F3E}" srcOrd="0" destOrd="0" presId="urn:microsoft.com/office/officeart/2005/8/layout/matrix1"/>
    <dgm:cxn modelId="{C0875962-E5CA-45A3-BDFD-D3DB9E75C59C}" srcId="{CE4A2E1C-C674-4005-9501-AC73A6138986}" destId="{DB9EFD08-FFDF-4A53-ACA6-775B1161C827}" srcOrd="2" destOrd="0" parTransId="{FE5A4EA1-9FA5-4438-8699-E8A8FCACD611}" sibTransId="{D6BB2661-A3C4-457C-A295-6E6DA1C25EA3}"/>
    <dgm:cxn modelId="{0AD7194E-360B-4400-A389-5F4B116D2CAE}" type="presOf" srcId="{B0921B7D-878E-449B-A02F-0AADDC1E9275}" destId="{F761136E-5BA2-4AA1-B037-3F55BDBD0922}" srcOrd="0" destOrd="0" presId="urn:microsoft.com/office/officeart/2005/8/layout/matrix1"/>
    <dgm:cxn modelId="{4A1A4B08-6610-4CA8-B9D1-57782F4C181B}" srcId="{B0921B7D-878E-449B-A02F-0AADDC1E9275}" destId="{CE4A2E1C-C674-4005-9501-AC73A6138986}" srcOrd="0" destOrd="0" parTransId="{B7A2F420-F3E2-407B-85E6-BC6C5A698D25}" sibTransId="{0DC2872B-4C8F-4921-BDA0-D2BC988937D5}"/>
    <dgm:cxn modelId="{3372AF7C-A3CB-43EB-A5E0-6E84ED42A6F4}" type="presOf" srcId="{CE4A2E1C-C674-4005-9501-AC73A6138986}" destId="{347675BC-1047-4E45-A90B-9C2BDFB64B32}" srcOrd="0" destOrd="0" presId="urn:microsoft.com/office/officeart/2005/8/layout/matrix1"/>
    <dgm:cxn modelId="{F92B040E-B834-4D33-AD1B-CE2DD4F96700}" srcId="{B0921B7D-878E-449B-A02F-0AADDC1E9275}" destId="{F57D283B-3A32-4FD9-BFC0-D5D64E78E72A}" srcOrd="3" destOrd="0" parTransId="{5A871624-E700-4BA7-A10E-A5E3D94D03F1}" sibTransId="{6E420722-D8CA-42D1-B258-9C31B4D8C134}"/>
    <dgm:cxn modelId="{DA06D4FE-824F-4699-8B52-E4FA05E84E35}" type="presOf" srcId="{3C176FD6-0705-4F0A-BA10-BABBA120FB1D}" destId="{75FBC91D-21B5-43BA-86E3-01BC1ABADFDA}" srcOrd="1" destOrd="0" presId="urn:microsoft.com/office/officeart/2005/8/layout/matrix1"/>
    <dgm:cxn modelId="{BAB18D0E-B15F-4306-AB6F-9776ED05399B}" srcId="{B0921B7D-878E-449B-A02F-0AADDC1E9275}" destId="{AC324DFF-8E47-48CE-9AA5-CDF018851B89}" srcOrd="4" destOrd="0" parTransId="{072D1722-59D0-4C3A-BC45-FB03487764C5}" sibTransId="{3A673F81-1ADB-44B0-A6C4-FABDB315EB68}"/>
    <dgm:cxn modelId="{3345C59C-A650-40A7-9EDB-FCBFCFDD9BF5}" srcId="{B0921B7D-878E-449B-A02F-0AADDC1E9275}" destId="{AFB4DC5C-027A-4DB7-875F-93636CB57738}" srcOrd="2" destOrd="0" parTransId="{FE4B5365-14E2-4093-8DF8-3489A92133A8}" sibTransId="{EB67B76D-F509-4850-82D1-453C14CE9AAF}"/>
    <dgm:cxn modelId="{5C09176D-02F2-48F1-B9BC-9232404BEBE1}" type="presOf" srcId="{2ABE3DB7-B2EF-49CC-8293-AF5E97955CD8}" destId="{D42F49DE-A77E-422E-AFA1-681F5DD867FC}" srcOrd="0" destOrd="0" presId="urn:microsoft.com/office/officeart/2005/8/layout/matrix1"/>
    <dgm:cxn modelId="{382B0FBE-C544-48EC-B024-54E988698593}" type="presOf" srcId="{E3161E26-B550-41A5-A433-CD2D959CF008}" destId="{F46E2071-1E2C-41FA-96B8-91F0D3659C64}" srcOrd="0" destOrd="0" presId="urn:microsoft.com/office/officeart/2005/8/layout/matrix1"/>
    <dgm:cxn modelId="{B8C24C9A-C393-491E-A099-FA4F11A2C481}" srcId="{CE4A2E1C-C674-4005-9501-AC73A6138986}" destId="{2ABE3DB7-B2EF-49CC-8293-AF5E97955CD8}" srcOrd="0" destOrd="0" parTransId="{086653D3-B71D-4DAD-A2DD-A8B4E95F6A70}" sibTransId="{1DFCE80E-0052-4644-9C50-966A4F23C70D}"/>
    <dgm:cxn modelId="{A8B362EF-8A09-43C9-9DEB-3E78EF616D06}" srcId="{CE4A2E1C-C674-4005-9501-AC73A6138986}" destId="{3C176FD6-0705-4F0A-BA10-BABBA120FB1D}" srcOrd="1" destOrd="0" parTransId="{BA7A703C-3ABA-43EE-8A93-6C53E59019A1}" sibTransId="{E007D6F0-82E4-49DD-9B64-D8F51F5CA6EE}"/>
    <dgm:cxn modelId="{DD4F9A2E-2526-440B-B7B3-88F2AC641DA6}" type="presOf" srcId="{DB9EFD08-FFDF-4A53-ACA6-775B1161C827}" destId="{96EFDE27-A8D9-462A-9DBF-E42A570A7AE1}" srcOrd="1" destOrd="0" presId="urn:microsoft.com/office/officeart/2005/8/layout/matrix1"/>
    <dgm:cxn modelId="{43BDC216-B989-4B0A-8AD5-20C54758C00D}" type="presOf" srcId="{2ABE3DB7-B2EF-49CC-8293-AF5E97955CD8}" destId="{B9AE1AD4-5B0B-4012-AA31-595C907B14A9}" srcOrd="1" destOrd="0" presId="urn:microsoft.com/office/officeart/2005/8/layout/matrix1"/>
    <dgm:cxn modelId="{4200B8D0-D0DB-4E69-B0BB-76EA8BC9FBBB}" srcId="{CE4A2E1C-C674-4005-9501-AC73A6138986}" destId="{E3161E26-B550-41A5-A433-CD2D959CF008}" srcOrd="3" destOrd="0" parTransId="{1DAE6756-B89B-4005-938A-C9D07527263A}" sibTransId="{D5BEB023-8789-41C6-8A0C-6BCC290C35EB}"/>
    <dgm:cxn modelId="{FB99192F-501B-49BF-98B6-B00F43277D8D}" type="presParOf" srcId="{F761136E-5BA2-4AA1-B037-3F55BDBD0922}" destId="{D2F3ACFE-25A7-4C5D-A90C-1DD3980D9AE1}" srcOrd="0" destOrd="0" presId="urn:microsoft.com/office/officeart/2005/8/layout/matrix1"/>
    <dgm:cxn modelId="{96D4C7DE-F76C-4470-AC47-7C8EA918E8E9}" type="presParOf" srcId="{D2F3ACFE-25A7-4C5D-A90C-1DD3980D9AE1}" destId="{D42F49DE-A77E-422E-AFA1-681F5DD867FC}" srcOrd="0" destOrd="0" presId="urn:microsoft.com/office/officeart/2005/8/layout/matrix1"/>
    <dgm:cxn modelId="{15E3CF1F-21D0-4171-B5BC-F7409AE14F68}" type="presParOf" srcId="{D2F3ACFE-25A7-4C5D-A90C-1DD3980D9AE1}" destId="{B9AE1AD4-5B0B-4012-AA31-595C907B14A9}" srcOrd="1" destOrd="0" presId="urn:microsoft.com/office/officeart/2005/8/layout/matrix1"/>
    <dgm:cxn modelId="{723EF734-BD61-4547-A843-71453236A1F2}" type="presParOf" srcId="{D2F3ACFE-25A7-4C5D-A90C-1DD3980D9AE1}" destId="{BAA5206C-BBE4-4CBF-829C-B9E4DF0BEB6D}" srcOrd="2" destOrd="0" presId="urn:microsoft.com/office/officeart/2005/8/layout/matrix1"/>
    <dgm:cxn modelId="{FBDA0EAE-9068-490B-9ADF-21B8A32BC39B}" type="presParOf" srcId="{D2F3ACFE-25A7-4C5D-A90C-1DD3980D9AE1}" destId="{75FBC91D-21B5-43BA-86E3-01BC1ABADFDA}" srcOrd="3" destOrd="0" presId="urn:microsoft.com/office/officeart/2005/8/layout/matrix1"/>
    <dgm:cxn modelId="{70D5524B-D669-4C3E-87D4-8FBBE1138B4B}" type="presParOf" srcId="{D2F3ACFE-25A7-4C5D-A90C-1DD3980D9AE1}" destId="{67A5EC6D-6AB0-4C75-AEE7-7826BA162F3E}" srcOrd="4" destOrd="0" presId="urn:microsoft.com/office/officeart/2005/8/layout/matrix1"/>
    <dgm:cxn modelId="{6B5A60DC-3347-4335-9BC8-77EAAFA59F9E}" type="presParOf" srcId="{D2F3ACFE-25A7-4C5D-A90C-1DD3980D9AE1}" destId="{96EFDE27-A8D9-462A-9DBF-E42A570A7AE1}" srcOrd="5" destOrd="0" presId="urn:microsoft.com/office/officeart/2005/8/layout/matrix1"/>
    <dgm:cxn modelId="{79724E67-F24D-43AB-AFDE-C3456468E4BE}" type="presParOf" srcId="{D2F3ACFE-25A7-4C5D-A90C-1DD3980D9AE1}" destId="{F46E2071-1E2C-41FA-96B8-91F0D3659C64}" srcOrd="6" destOrd="0" presId="urn:microsoft.com/office/officeart/2005/8/layout/matrix1"/>
    <dgm:cxn modelId="{4304EAAE-7195-4056-8827-3C8CA75388C2}" type="presParOf" srcId="{D2F3ACFE-25A7-4C5D-A90C-1DD3980D9AE1}" destId="{292FDC0B-B209-4F14-9193-9B148732DFA6}" srcOrd="7" destOrd="0" presId="urn:microsoft.com/office/officeart/2005/8/layout/matrix1"/>
    <dgm:cxn modelId="{E38E9A5E-0DC0-46AA-8B48-0D541E5225A2}" type="presParOf" srcId="{F761136E-5BA2-4AA1-B037-3F55BDBD0922}" destId="{347675BC-1047-4E45-A90B-9C2BDFB64B32}" srcOrd="1" destOrd="0" presId="urn:microsoft.com/office/officeart/2005/8/layout/matrix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A784E9-37C7-492D-9252-9A243D58F156}"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zh-CN" altLang="en-US"/>
        </a:p>
      </dgm:t>
    </dgm:pt>
    <dgm:pt modelId="{A129805A-403B-456F-BB00-488B1CDD0B6B}">
      <dgm:prSet custT="1">
        <dgm:style>
          <a:lnRef idx="3">
            <a:schemeClr val="lt1"/>
          </a:lnRef>
          <a:fillRef idx="1">
            <a:schemeClr val="accent1"/>
          </a:fillRef>
          <a:effectRef idx="1">
            <a:schemeClr val="accent1"/>
          </a:effectRef>
          <a:fontRef idx="minor">
            <a:schemeClr val="lt1"/>
          </a:fontRef>
        </dgm:style>
      </dgm:prSet>
      <dgm:spPr>
        <a:solidFill>
          <a:srgbClr val="A60E0A"/>
        </a:solidFill>
      </dgm:spPr>
      <dgm:t>
        <a:bodyPr/>
        <a:lstStyle/>
        <a:p>
          <a:pPr rtl="0"/>
          <a:r>
            <a:rPr lang="en-US" sz="2000" b="1" dirty="0" smtClean="0"/>
            <a:t>3.</a:t>
          </a:r>
          <a:r>
            <a:rPr lang="zh-CN" sz="2000" b="1" dirty="0" smtClean="0"/>
            <a:t>多媒体信息的冗余</a:t>
          </a:r>
          <a:endParaRPr lang="zh-CN" sz="2000" b="1" dirty="0"/>
        </a:p>
      </dgm:t>
    </dgm:pt>
    <dgm:pt modelId="{DBBF3FE9-4AAE-4C7B-BC78-E7B66A3665DC}" cxnId="{C7973FF1-FA23-4D99-ABD7-038C4486D5BF}" type="parTrans">
      <dgm:prSet/>
      <dgm:spPr/>
      <dgm:t>
        <a:bodyPr/>
        <a:lstStyle/>
        <a:p>
          <a:endParaRPr lang="zh-CN" altLang="en-US"/>
        </a:p>
      </dgm:t>
    </dgm:pt>
    <dgm:pt modelId="{5833112F-F3EF-4710-B1A0-BDB4EE0B5877}" cxnId="{C7973FF1-FA23-4D99-ABD7-038C4486D5BF}" type="sibTrans">
      <dgm:prSet/>
      <dgm:spPr/>
      <dgm:t>
        <a:bodyPr/>
        <a:lstStyle/>
        <a:p>
          <a:endParaRPr lang="zh-CN" altLang="en-US"/>
        </a:p>
      </dgm:t>
    </dgm:pt>
    <dgm:pt modelId="{0923A33F-1264-4F29-A093-B514BB0A6E45}">
      <dgm:prSet custT="1">
        <dgm:style>
          <a:lnRef idx="3">
            <a:schemeClr val="lt1"/>
          </a:lnRef>
          <a:fillRef idx="1">
            <a:schemeClr val="accent1"/>
          </a:fillRef>
          <a:effectRef idx="1">
            <a:schemeClr val="accent1"/>
          </a:effectRef>
          <a:fontRef idx="minor">
            <a:schemeClr val="lt1"/>
          </a:fontRef>
        </dgm:style>
      </dgm:prSet>
      <dgm:spPr>
        <a:solidFill>
          <a:srgbClr val="00B050"/>
        </a:solidFill>
      </dgm:spPr>
      <dgm:t>
        <a:bodyPr/>
        <a:lstStyle/>
        <a:p>
          <a:pPr algn="ctr" rtl="0"/>
          <a:r>
            <a:rPr lang="en-US" sz="2400" dirty="0" smtClean="0"/>
            <a:t>(1)</a:t>
          </a:r>
          <a:r>
            <a:rPr lang="zh-CN" sz="2400" dirty="0" smtClean="0"/>
            <a:t>空间冗余。</a:t>
          </a:r>
          <a:endParaRPr lang="zh-CN" sz="2400" dirty="0"/>
        </a:p>
      </dgm:t>
    </dgm:pt>
    <dgm:pt modelId="{D97A696E-0D47-4E43-84F4-DA2C60B70A18}" cxnId="{0539E75F-DDC2-4FD0-B1F3-97B7F6BAA3D4}" type="parTrans">
      <dgm:prSet/>
      <dgm:spPr/>
      <dgm:t>
        <a:bodyPr/>
        <a:lstStyle/>
        <a:p>
          <a:endParaRPr lang="zh-CN" altLang="en-US"/>
        </a:p>
      </dgm:t>
    </dgm:pt>
    <dgm:pt modelId="{D6F56861-894B-4115-8742-CBDD8CB9D64E}" cxnId="{0539E75F-DDC2-4FD0-B1F3-97B7F6BAA3D4}" type="sibTrans">
      <dgm:prSet/>
      <dgm:spPr/>
      <dgm:t>
        <a:bodyPr/>
        <a:lstStyle/>
        <a:p>
          <a:endParaRPr lang="zh-CN" altLang="en-US"/>
        </a:p>
      </dgm:t>
    </dgm:pt>
    <dgm:pt modelId="{A25B75F3-0236-4C92-8419-CBD14517072D}">
      <dgm:prSet custT="1">
        <dgm:style>
          <a:lnRef idx="3">
            <a:schemeClr val="lt1"/>
          </a:lnRef>
          <a:fillRef idx="1">
            <a:schemeClr val="accent1"/>
          </a:fillRef>
          <a:effectRef idx="1">
            <a:schemeClr val="accent1"/>
          </a:effectRef>
          <a:fontRef idx="minor">
            <a:schemeClr val="lt1"/>
          </a:fontRef>
        </dgm:style>
      </dgm:prSet>
      <dgm:spPr>
        <a:solidFill>
          <a:srgbClr val="00B0F0"/>
        </a:solidFill>
      </dgm:spPr>
      <dgm:t>
        <a:bodyPr/>
        <a:lstStyle/>
        <a:p>
          <a:pPr algn="ctr" rtl="0"/>
          <a:r>
            <a:rPr lang="en-US" sz="2400" dirty="0" smtClean="0"/>
            <a:t>(2)</a:t>
          </a:r>
          <a:r>
            <a:rPr lang="zh-CN" sz="2400" dirty="0" smtClean="0"/>
            <a:t>时间冗余。</a:t>
          </a:r>
          <a:endParaRPr lang="zh-CN" sz="2400" dirty="0"/>
        </a:p>
      </dgm:t>
    </dgm:pt>
    <dgm:pt modelId="{B285C619-C19E-407D-B2C7-06BF553CFBAF}" cxnId="{0945D122-C74F-4628-81A7-A00EBFC14393}" type="parTrans">
      <dgm:prSet/>
      <dgm:spPr/>
      <dgm:t>
        <a:bodyPr/>
        <a:lstStyle/>
        <a:p>
          <a:endParaRPr lang="zh-CN" altLang="en-US"/>
        </a:p>
      </dgm:t>
    </dgm:pt>
    <dgm:pt modelId="{62999E06-0DD6-44CA-9842-5A066BC35D13}" cxnId="{0945D122-C74F-4628-81A7-A00EBFC14393}" type="sibTrans">
      <dgm:prSet/>
      <dgm:spPr/>
      <dgm:t>
        <a:bodyPr/>
        <a:lstStyle/>
        <a:p>
          <a:endParaRPr lang="zh-CN" altLang="en-US"/>
        </a:p>
      </dgm:t>
    </dgm:pt>
    <dgm:pt modelId="{E41C089E-4B79-445F-B853-555159202B19}">
      <dgm:prSet custT="1">
        <dgm:style>
          <a:lnRef idx="3">
            <a:schemeClr val="lt1"/>
          </a:lnRef>
          <a:fillRef idx="1">
            <a:schemeClr val="accent1"/>
          </a:fillRef>
          <a:effectRef idx="1">
            <a:schemeClr val="accent1"/>
          </a:effectRef>
          <a:fontRef idx="minor">
            <a:schemeClr val="lt1"/>
          </a:fontRef>
        </dgm:style>
      </dgm:prSet>
      <dgm:spPr>
        <a:solidFill>
          <a:schemeClr val="accent1">
            <a:lumMod val="75000"/>
          </a:schemeClr>
        </a:solidFill>
      </dgm:spPr>
      <dgm:t>
        <a:bodyPr/>
        <a:lstStyle/>
        <a:p>
          <a:pPr algn="ctr" rtl="0"/>
          <a:r>
            <a:rPr lang="en-US" sz="2400" dirty="0" smtClean="0"/>
            <a:t>(3)</a:t>
          </a:r>
          <a:r>
            <a:rPr lang="zh-CN" sz="2400" dirty="0" smtClean="0"/>
            <a:t>视觉冗余。</a:t>
          </a:r>
          <a:endParaRPr lang="zh-CN" sz="2400" dirty="0"/>
        </a:p>
      </dgm:t>
    </dgm:pt>
    <dgm:pt modelId="{4A2B56A6-EBF9-4514-9BA7-FBF451873D6A}" cxnId="{F567AE5F-BD5A-450A-8C27-04F5749F6DDB}" type="parTrans">
      <dgm:prSet/>
      <dgm:spPr/>
      <dgm:t>
        <a:bodyPr/>
        <a:lstStyle/>
        <a:p>
          <a:endParaRPr lang="zh-CN" altLang="en-US"/>
        </a:p>
      </dgm:t>
    </dgm:pt>
    <dgm:pt modelId="{D882888C-C4AE-4C46-9C4A-EC46DB56E2DD}" cxnId="{F567AE5F-BD5A-450A-8C27-04F5749F6DDB}" type="sibTrans">
      <dgm:prSet/>
      <dgm:spPr/>
      <dgm:t>
        <a:bodyPr/>
        <a:lstStyle/>
        <a:p>
          <a:endParaRPr lang="zh-CN" altLang="en-US"/>
        </a:p>
      </dgm:t>
    </dgm:pt>
    <dgm:pt modelId="{8471DB1C-92EA-4AE6-8387-A8DD57303C8A}">
      <dgm:prSet custT="1">
        <dgm:style>
          <a:lnRef idx="3">
            <a:schemeClr val="lt1"/>
          </a:lnRef>
          <a:fillRef idx="1">
            <a:schemeClr val="accent1"/>
          </a:fillRef>
          <a:effectRef idx="1">
            <a:schemeClr val="accent1"/>
          </a:effectRef>
          <a:fontRef idx="minor">
            <a:schemeClr val="lt1"/>
          </a:fontRef>
        </dgm:style>
      </dgm:prSet>
      <dgm:spPr>
        <a:solidFill>
          <a:schemeClr val="accent2"/>
        </a:solidFill>
      </dgm:spPr>
      <dgm:t>
        <a:bodyPr/>
        <a:lstStyle/>
        <a:p>
          <a:pPr algn="ctr" rtl="0"/>
          <a:r>
            <a:rPr lang="en-US" sz="2400" dirty="0" smtClean="0"/>
            <a:t>(4)</a:t>
          </a:r>
          <a:r>
            <a:rPr lang="zh-CN" sz="2400" dirty="0" smtClean="0"/>
            <a:t>听觉冗余。</a:t>
          </a:r>
          <a:endParaRPr lang="zh-CN" sz="2400" dirty="0"/>
        </a:p>
      </dgm:t>
    </dgm:pt>
    <dgm:pt modelId="{4195A255-F041-4F0B-A7DB-6AC3E0A37A9C}" cxnId="{AD9CBE9C-0C7A-4ECE-8AEC-B992E4DA71E2}" type="parTrans">
      <dgm:prSet/>
      <dgm:spPr/>
      <dgm:t>
        <a:bodyPr/>
        <a:lstStyle/>
        <a:p>
          <a:endParaRPr lang="zh-CN" altLang="en-US"/>
        </a:p>
      </dgm:t>
    </dgm:pt>
    <dgm:pt modelId="{FC966719-B687-4F07-826A-652DCEBA9827}" cxnId="{AD9CBE9C-0C7A-4ECE-8AEC-B992E4DA71E2}" type="sibTrans">
      <dgm:prSet/>
      <dgm:spPr/>
      <dgm:t>
        <a:bodyPr/>
        <a:lstStyle/>
        <a:p>
          <a:endParaRPr lang="zh-CN" altLang="en-US"/>
        </a:p>
      </dgm:t>
    </dgm:pt>
    <dgm:pt modelId="{0D2EBCB5-6A7B-47C3-909C-1C61EF556680}">
      <dgm:prSet custT="1">
        <dgm:style>
          <a:lnRef idx="3">
            <a:schemeClr val="lt1"/>
          </a:lnRef>
          <a:fillRef idx="1">
            <a:schemeClr val="accent1"/>
          </a:fillRef>
          <a:effectRef idx="1">
            <a:schemeClr val="accent1"/>
          </a:effectRef>
          <a:fontRef idx="minor">
            <a:schemeClr val="lt1"/>
          </a:fontRef>
        </dgm:style>
      </dgm:prSet>
      <dgm:spPr>
        <a:solidFill>
          <a:srgbClr val="A60A72"/>
        </a:solidFill>
      </dgm:spPr>
      <dgm:t>
        <a:bodyPr/>
        <a:lstStyle/>
        <a:p>
          <a:pPr algn="ctr" rtl="0"/>
          <a:r>
            <a:rPr lang="en-US" sz="2400" dirty="0" smtClean="0"/>
            <a:t>(5)</a:t>
          </a:r>
          <a:r>
            <a:rPr lang="zh-CN" sz="2400" dirty="0" smtClean="0"/>
            <a:t>结构冗余。</a:t>
          </a:r>
          <a:endParaRPr lang="zh-CN" sz="2400" dirty="0"/>
        </a:p>
      </dgm:t>
    </dgm:pt>
    <dgm:pt modelId="{1598302E-AB02-488B-852E-0782585C903C}" cxnId="{54F2FFA9-B60B-4E67-B997-81AC34E5374A}" type="parTrans">
      <dgm:prSet/>
      <dgm:spPr/>
      <dgm:t>
        <a:bodyPr/>
        <a:lstStyle/>
        <a:p>
          <a:endParaRPr lang="zh-CN" altLang="en-US"/>
        </a:p>
      </dgm:t>
    </dgm:pt>
    <dgm:pt modelId="{023007DA-A3B1-4AB7-9BF8-68F7344CAE1F}" cxnId="{54F2FFA9-B60B-4E67-B997-81AC34E5374A}" type="sibTrans">
      <dgm:prSet/>
      <dgm:spPr/>
      <dgm:t>
        <a:bodyPr/>
        <a:lstStyle/>
        <a:p>
          <a:endParaRPr lang="zh-CN" altLang="en-US"/>
        </a:p>
      </dgm:t>
    </dgm:pt>
    <dgm:pt modelId="{49AA631A-32C8-453F-8848-C4A2C126B2A4}">
      <dgm:prSet custT="1">
        <dgm:style>
          <a:lnRef idx="3">
            <a:schemeClr val="lt1"/>
          </a:lnRef>
          <a:fillRef idx="1">
            <a:schemeClr val="accent1"/>
          </a:fillRef>
          <a:effectRef idx="1">
            <a:schemeClr val="accent1"/>
          </a:effectRef>
          <a:fontRef idx="minor">
            <a:schemeClr val="lt1"/>
          </a:fontRef>
        </dgm:style>
      </dgm:prSet>
      <dgm:spPr>
        <a:solidFill>
          <a:srgbClr val="7030A0"/>
        </a:solidFill>
      </dgm:spPr>
      <dgm:t>
        <a:bodyPr/>
        <a:lstStyle/>
        <a:p>
          <a:pPr algn="ctr" rtl="0"/>
          <a:r>
            <a:rPr lang="en-US" sz="2400" dirty="0" smtClean="0"/>
            <a:t>(6)</a:t>
          </a:r>
          <a:r>
            <a:rPr lang="zh-CN" sz="2400" dirty="0" smtClean="0"/>
            <a:t>知识冗余。</a:t>
          </a:r>
          <a:endParaRPr lang="zh-CN" sz="2400" dirty="0"/>
        </a:p>
      </dgm:t>
    </dgm:pt>
    <dgm:pt modelId="{DDA24302-649A-4CEE-8FEF-0AA3F13E6E1D}" cxnId="{7CE339EE-E408-4C1C-9C75-3DDC3B88BA7B}" type="parTrans">
      <dgm:prSet/>
      <dgm:spPr/>
      <dgm:t>
        <a:bodyPr/>
        <a:lstStyle/>
        <a:p>
          <a:endParaRPr lang="zh-CN" altLang="en-US"/>
        </a:p>
      </dgm:t>
    </dgm:pt>
    <dgm:pt modelId="{E7CA0D2F-653E-48C7-8078-F07A989728F1}" cxnId="{7CE339EE-E408-4C1C-9C75-3DDC3B88BA7B}" type="sibTrans">
      <dgm:prSet/>
      <dgm:spPr/>
      <dgm:t>
        <a:bodyPr/>
        <a:lstStyle/>
        <a:p>
          <a:endParaRPr lang="zh-CN" altLang="en-US"/>
        </a:p>
      </dgm:t>
    </dgm:pt>
    <dgm:pt modelId="{8CEF2F31-AC88-4163-887A-49B3FA6FFAC3}">
      <dgm:prSet custT="1">
        <dgm:style>
          <a:lnRef idx="3">
            <a:schemeClr val="lt1"/>
          </a:lnRef>
          <a:fillRef idx="1">
            <a:schemeClr val="accent1"/>
          </a:fillRef>
          <a:effectRef idx="1">
            <a:schemeClr val="accent1"/>
          </a:effectRef>
          <a:fontRef idx="minor">
            <a:schemeClr val="lt1"/>
          </a:fontRef>
        </dgm:style>
      </dgm:prSet>
      <dgm:spPr>
        <a:solidFill>
          <a:srgbClr val="002060"/>
        </a:solidFill>
      </dgm:spPr>
      <dgm:t>
        <a:bodyPr/>
        <a:lstStyle/>
        <a:p>
          <a:pPr algn="ctr" rtl="0"/>
          <a:r>
            <a:rPr lang="en-US" sz="2400" dirty="0" smtClean="0"/>
            <a:t>(7)</a:t>
          </a:r>
          <a:r>
            <a:rPr lang="zh-CN" sz="2400" dirty="0" smtClean="0"/>
            <a:t>其他冗余。</a:t>
          </a:r>
          <a:endParaRPr lang="zh-CN" sz="2400" dirty="0"/>
        </a:p>
      </dgm:t>
    </dgm:pt>
    <dgm:pt modelId="{2F881B3A-6CC0-4A0A-8CAB-54368FBB9A9B}" cxnId="{968A7AA8-B05F-4911-8661-A3A46AD2DE25}" type="parTrans">
      <dgm:prSet/>
      <dgm:spPr/>
      <dgm:t>
        <a:bodyPr/>
        <a:lstStyle/>
        <a:p>
          <a:endParaRPr lang="zh-CN" altLang="en-US"/>
        </a:p>
      </dgm:t>
    </dgm:pt>
    <dgm:pt modelId="{BB83FD97-BF32-4695-B04E-C0CEF72517EC}" cxnId="{968A7AA8-B05F-4911-8661-A3A46AD2DE25}" type="sibTrans">
      <dgm:prSet/>
      <dgm:spPr/>
      <dgm:t>
        <a:bodyPr/>
        <a:lstStyle/>
        <a:p>
          <a:endParaRPr lang="zh-CN" altLang="en-US"/>
        </a:p>
      </dgm:t>
    </dgm:pt>
    <dgm:pt modelId="{57DA384B-EA25-407E-AC97-38AFCABDB22E}" type="pres">
      <dgm:prSet presAssocID="{1AA784E9-37C7-492D-9252-9A243D58F156}" presName="Name0" presStyleCnt="0">
        <dgm:presLayoutVars>
          <dgm:chPref val="1"/>
          <dgm:dir/>
          <dgm:animOne val="branch"/>
          <dgm:animLvl val="lvl"/>
          <dgm:resizeHandles/>
        </dgm:presLayoutVars>
      </dgm:prSet>
      <dgm:spPr/>
      <dgm:t>
        <a:bodyPr/>
        <a:lstStyle/>
        <a:p>
          <a:endParaRPr lang="zh-CN" altLang="en-US"/>
        </a:p>
      </dgm:t>
    </dgm:pt>
    <dgm:pt modelId="{A4C67478-B79E-4283-9463-59D87A35951C}" type="pres">
      <dgm:prSet presAssocID="{A129805A-403B-456F-BB00-488B1CDD0B6B}" presName="vertOne" presStyleCnt="0"/>
      <dgm:spPr/>
    </dgm:pt>
    <dgm:pt modelId="{56DF109C-B6A9-4C99-A9F8-3BB2F447C191}" type="pres">
      <dgm:prSet presAssocID="{A129805A-403B-456F-BB00-488B1CDD0B6B}" presName="txOne" presStyleLbl="node0" presStyleIdx="0" presStyleCnt="8" custScaleX="1544729" custScaleY="23417" custLinFactX="700000" custLinFactNeighborX="761185" custLinFactNeighborY="-10993">
        <dgm:presLayoutVars>
          <dgm:chPref val="3"/>
        </dgm:presLayoutVars>
      </dgm:prSet>
      <dgm:spPr/>
      <dgm:t>
        <a:bodyPr/>
        <a:lstStyle/>
        <a:p>
          <a:endParaRPr lang="zh-CN" altLang="en-US"/>
        </a:p>
      </dgm:t>
    </dgm:pt>
    <dgm:pt modelId="{EF758606-2B74-43A8-9BD0-95A85EC20FF9}" type="pres">
      <dgm:prSet presAssocID="{A129805A-403B-456F-BB00-488B1CDD0B6B}" presName="horzOne" presStyleCnt="0"/>
      <dgm:spPr/>
    </dgm:pt>
    <dgm:pt modelId="{1393323C-1E0A-4C08-A9A1-4D67FF8D2327}" type="pres">
      <dgm:prSet presAssocID="{5833112F-F3EF-4710-B1A0-BDB4EE0B5877}" presName="sibSpaceOne" presStyleCnt="0"/>
      <dgm:spPr/>
    </dgm:pt>
    <dgm:pt modelId="{A4007BAC-0845-4DBD-A0DB-08313B35B083}" type="pres">
      <dgm:prSet presAssocID="{0923A33F-1264-4F29-A093-B514BB0A6E45}" presName="vertOne" presStyleCnt="0"/>
      <dgm:spPr/>
    </dgm:pt>
    <dgm:pt modelId="{199FE0D6-A239-482E-BA69-D60A3CE2459E}" type="pres">
      <dgm:prSet presAssocID="{0923A33F-1264-4F29-A093-B514BB0A6E45}" presName="txOne" presStyleLbl="node0" presStyleIdx="1" presStyleCnt="8" custScaleX="450702" custScaleY="67390" custLinFactX="-661915" custLinFactNeighborX="-700000" custLinFactNeighborY="16305">
        <dgm:presLayoutVars>
          <dgm:chPref val="3"/>
        </dgm:presLayoutVars>
      </dgm:prSet>
      <dgm:spPr/>
      <dgm:t>
        <a:bodyPr/>
        <a:lstStyle/>
        <a:p>
          <a:endParaRPr lang="zh-CN" altLang="en-US"/>
        </a:p>
      </dgm:t>
    </dgm:pt>
    <dgm:pt modelId="{7B9BE4ED-C54C-4C11-AA15-91C58E6F7603}" type="pres">
      <dgm:prSet presAssocID="{0923A33F-1264-4F29-A093-B514BB0A6E45}" presName="horzOne" presStyleCnt="0"/>
      <dgm:spPr/>
    </dgm:pt>
    <dgm:pt modelId="{45CC4A90-0BF9-4967-B4D9-ADED2B316523}" type="pres">
      <dgm:prSet presAssocID="{D6F56861-894B-4115-8742-CBDD8CB9D64E}" presName="sibSpaceOne" presStyleCnt="0"/>
      <dgm:spPr/>
    </dgm:pt>
    <dgm:pt modelId="{DAE74500-1D29-4C0D-9B55-079093F8F3F6}" type="pres">
      <dgm:prSet presAssocID="{A25B75F3-0236-4C92-8419-CBD14517072D}" presName="vertOne" presStyleCnt="0"/>
      <dgm:spPr/>
    </dgm:pt>
    <dgm:pt modelId="{7A1DA8F5-DF7D-44B1-9E8B-33969882C907}" type="pres">
      <dgm:prSet presAssocID="{A25B75F3-0236-4C92-8419-CBD14517072D}" presName="txOne" presStyleLbl="node0" presStyleIdx="2" presStyleCnt="8" custScaleX="450702" custScaleY="67390" custLinFactX="-600000" custLinFactNeighborX="-619437" custLinFactNeighborY="16305">
        <dgm:presLayoutVars>
          <dgm:chPref val="3"/>
        </dgm:presLayoutVars>
      </dgm:prSet>
      <dgm:spPr/>
      <dgm:t>
        <a:bodyPr/>
        <a:lstStyle/>
        <a:p>
          <a:endParaRPr lang="zh-CN" altLang="en-US"/>
        </a:p>
      </dgm:t>
    </dgm:pt>
    <dgm:pt modelId="{134DAB21-3CEC-4A2E-A108-2A08FC65461D}" type="pres">
      <dgm:prSet presAssocID="{A25B75F3-0236-4C92-8419-CBD14517072D}" presName="horzOne" presStyleCnt="0"/>
      <dgm:spPr/>
    </dgm:pt>
    <dgm:pt modelId="{D903C267-01BA-44BC-8841-56471FEAA8A8}" type="pres">
      <dgm:prSet presAssocID="{62999E06-0DD6-44CA-9842-5A066BC35D13}" presName="sibSpaceOne" presStyleCnt="0"/>
      <dgm:spPr/>
    </dgm:pt>
    <dgm:pt modelId="{B81B9E5F-0664-42BF-BEBA-1629EDC64573}" type="pres">
      <dgm:prSet presAssocID="{E41C089E-4B79-445F-B853-555159202B19}" presName="vertOne" presStyleCnt="0"/>
      <dgm:spPr/>
    </dgm:pt>
    <dgm:pt modelId="{84F6D034-3A1E-4606-9B07-867649D8BF9A}" type="pres">
      <dgm:prSet presAssocID="{E41C089E-4B79-445F-B853-555159202B19}" presName="txOne" presStyleLbl="node0" presStyleIdx="3" presStyleCnt="8" custScaleX="450702" custScaleY="67390" custLinFactX="-500000" custLinFactNeighborX="-548391" custLinFactNeighborY="16305">
        <dgm:presLayoutVars>
          <dgm:chPref val="3"/>
        </dgm:presLayoutVars>
      </dgm:prSet>
      <dgm:spPr/>
      <dgm:t>
        <a:bodyPr/>
        <a:lstStyle/>
        <a:p>
          <a:endParaRPr lang="zh-CN" altLang="en-US"/>
        </a:p>
      </dgm:t>
    </dgm:pt>
    <dgm:pt modelId="{0B0D6A88-0143-4A94-A57E-33C66FD1B762}" type="pres">
      <dgm:prSet presAssocID="{E41C089E-4B79-445F-B853-555159202B19}" presName="horzOne" presStyleCnt="0"/>
      <dgm:spPr/>
    </dgm:pt>
    <dgm:pt modelId="{232370DC-1A3E-40FF-9301-5079146663B2}" type="pres">
      <dgm:prSet presAssocID="{D882888C-C4AE-4C46-9C4A-EC46DB56E2DD}" presName="sibSpaceOne" presStyleCnt="0"/>
      <dgm:spPr/>
    </dgm:pt>
    <dgm:pt modelId="{477A7D07-DB65-4518-9BA9-B343C1AEA985}" type="pres">
      <dgm:prSet presAssocID="{8471DB1C-92EA-4AE6-8387-A8DD57303C8A}" presName="vertOne" presStyleCnt="0"/>
      <dgm:spPr/>
    </dgm:pt>
    <dgm:pt modelId="{EB149095-C6B0-485D-BAE0-89697C54BAAE}" type="pres">
      <dgm:prSet presAssocID="{8471DB1C-92EA-4AE6-8387-A8DD57303C8A}" presName="txOne" presStyleLbl="node0" presStyleIdx="4" presStyleCnt="8" custScaleX="450702" custScaleY="67390" custLinFactX="-405912" custLinFactNeighborX="-500000" custLinFactNeighborY="16305">
        <dgm:presLayoutVars>
          <dgm:chPref val="3"/>
        </dgm:presLayoutVars>
      </dgm:prSet>
      <dgm:spPr/>
      <dgm:t>
        <a:bodyPr/>
        <a:lstStyle/>
        <a:p>
          <a:endParaRPr lang="zh-CN" altLang="en-US"/>
        </a:p>
      </dgm:t>
    </dgm:pt>
    <dgm:pt modelId="{8B68CE70-5CAF-4AAD-B7EE-F3917F1E3984}" type="pres">
      <dgm:prSet presAssocID="{8471DB1C-92EA-4AE6-8387-A8DD57303C8A}" presName="horzOne" presStyleCnt="0"/>
      <dgm:spPr/>
    </dgm:pt>
    <dgm:pt modelId="{B71557D6-C7ED-4E4A-A597-9F1B7F39458C}" type="pres">
      <dgm:prSet presAssocID="{FC966719-B687-4F07-826A-652DCEBA9827}" presName="sibSpaceOne" presStyleCnt="0"/>
      <dgm:spPr/>
    </dgm:pt>
    <dgm:pt modelId="{BF9C32A8-A104-4EFC-8844-826C1641D60A}" type="pres">
      <dgm:prSet presAssocID="{0D2EBCB5-6A7B-47C3-909C-1C61EF556680}" presName="vertOne" presStyleCnt="0"/>
      <dgm:spPr/>
    </dgm:pt>
    <dgm:pt modelId="{41FCBA99-9D73-4AF2-B5A9-7DB77BF9CFDF}" type="pres">
      <dgm:prSet presAssocID="{0D2EBCB5-6A7B-47C3-909C-1C61EF556680}" presName="txOne" presStyleLbl="node0" presStyleIdx="5" presStyleCnt="8" custScaleX="450702" custScaleY="67390" custLinFactX="-319865" custLinFactNeighborX="-400000" custLinFactNeighborY="16305">
        <dgm:presLayoutVars>
          <dgm:chPref val="3"/>
        </dgm:presLayoutVars>
      </dgm:prSet>
      <dgm:spPr/>
      <dgm:t>
        <a:bodyPr/>
        <a:lstStyle/>
        <a:p>
          <a:endParaRPr lang="zh-CN" altLang="en-US"/>
        </a:p>
      </dgm:t>
    </dgm:pt>
    <dgm:pt modelId="{6ABC8B9C-66E0-42C7-A536-FA758E34A206}" type="pres">
      <dgm:prSet presAssocID="{0D2EBCB5-6A7B-47C3-909C-1C61EF556680}" presName="horzOne" presStyleCnt="0"/>
      <dgm:spPr/>
    </dgm:pt>
    <dgm:pt modelId="{955EC588-B063-4970-9DD4-4CF8B60BA330}" type="pres">
      <dgm:prSet presAssocID="{023007DA-A3B1-4AB7-9BF8-68F7344CAE1F}" presName="sibSpaceOne" presStyleCnt="0"/>
      <dgm:spPr/>
    </dgm:pt>
    <dgm:pt modelId="{EF2A1E22-2F8A-4501-8DF3-83CA7D17B627}" type="pres">
      <dgm:prSet presAssocID="{49AA631A-32C8-453F-8848-C4A2C126B2A4}" presName="vertOne" presStyleCnt="0"/>
      <dgm:spPr/>
    </dgm:pt>
    <dgm:pt modelId="{9F3AA08F-0B34-4FFA-ADE3-0FC6FA9C4BBE}" type="pres">
      <dgm:prSet presAssocID="{49AA631A-32C8-453F-8848-C4A2C126B2A4}" presName="txOne" presStyleLbl="node0" presStyleIdx="6" presStyleCnt="8" custScaleX="450702" custScaleY="67390" custLinFactX="-233817" custLinFactNeighborX="-300000" custLinFactNeighborY="16305">
        <dgm:presLayoutVars>
          <dgm:chPref val="3"/>
        </dgm:presLayoutVars>
      </dgm:prSet>
      <dgm:spPr/>
      <dgm:t>
        <a:bodyPr/>
        <a:lstStyle/>
        <a:p>
          <a:endParaRPr lang="zh-CN" altLang="en-US"/>
        </a:p>
      </dgm:t>
    </dgm:pt>
    <dgm:pt modelId="{34C9A42E-3569-47FC-A68F-A7B510150DDC}" type="pres">
      <dgm:prSet presAssocID="{49AA631A-32C8-453F-8848-C4A2C126B2A4}" presName="horzOne" presStyleCnt="0"/>
      <dgm:spPr/>
    </dgm:pt>
    <dgm:pt modelId="{8EF46657-475C-44CB-9181-C636B7AC5916}" type="pres">
      <dgm:prSet presAssocID="{E7CA0D2F-653E-48C7-8078-F07A989728F1}" presName="sibSpaceOne" presStyleCnt="0"/>
      <dgm:spPr/>
    </dgm:pt>
    <dgm:pt modelId="{30B81F9E-95C5-4321-86A7-735034589CEB}" type="pres">
      <dgm:prSet presAssocID="{8CEF2F31-AC88-4163-887A-49B3FA6FFAC3}" presName="vertOne" presStyleCnt="0"/>
      <dgm:spPr/>
    </dgm:pt>
    <dgm:pt modelId="{72177F6B-E3DA-45D8-8262-1151BE95A7B9}" type="pres">
      <dgm:prSet presAssocID="{8CEF2F31-AC88-4163-887A-49B3FA6FFAC3}" presName="txOne" presStyleLbl="node0" presStyleIdx="7" presStyleCnt="8" custScaleX="450702" custScaleY="67390" custLinFactX="-104199" custLinFactNeighborX="-200000" custLinFactNeighborY="16305">
        <dgm:presLayoutVars>
          <dgm:chPref val="3"/>
        </dgm:presLayoutVars>
      </dgm:prSet>
      <dgm:spPr/>
      <dgm:t>
        <a:bodyPr/>
        <a:lstStyle/>
        <a:p>
          <a:endParaRPr lang="zh-CN" altLang="en-US"/>
        </a:p>
      </dgm:t>
    </dgm:pt>
    <dgm:pt modelId="{3AC76551-1228-4B2A-A751-CB034767256C}" type="pres">
      <dgm:prSet presAssocID="{8CEF2F31-AC88-4163-887A-49B3FA6FFAC3}" presName="horzOne" presStyleCnt="0"/>
      <dgm:spPr/>
    </dgm:pt>
  </dgm:ptLst>
  <dgm:cxnLst>
    <dgm:cxn modelId="{7CE339EE-E408-4C1C-9C75-3DDC3B88BA7B}" srcId="{1AA784E9-37C7-492D-9252-9A243D58F156}" destId="{49AA631A-32C8-453F-8848-C4A2C126B2A4}" srcOrd="6" destOrd="0" parTransId="{DDA24302-649A-4CEE-8FEF-0AA3F13E6E1D}" sibTransId="{E7CA0D2F-653E-48C7-8078-F07A989728F1}"/>
    <dgm:cxn modelId="{59ED80F3-B111-4EB8-9499-C15AC4E743B2}" type="presOf" srcId="{0D2EBCB5-6A7B-47C3-909C-1C61EF556680}" destId="{41FCBA99-9D73-4AF2-B5A9-7DB77BF9CFDF}" srcOrd="0" destOrd="0" presId="urn:microsoft.com/office/officeart/2005/8/layout/hierarchy4"/>
    <dgm:cxn modelId="{68CDD9D6-7616-4D2F-A495-C537272A2894}" type="presOf" srcId="{8471DB1C-92EA-4AE6-8387-A8DD57303C8A}" destId="{EB149095-C6B0-485D-BAE0-89697C54BAAE}" srcOrd="0" destOrd="0" presId="urn:microsoft.com/office/officeart/2005/8/layout/hierarchy4"/>
    <dgm:cxn modelId="{B9409362-9714-4414-9FB5-A2E27358B503}" type="presOf" srcId="{0923A33F-1264-4F29-A093-B514BB0A6E45}" destId="{199FE0D6-A239-482E-BA69-D60A3CE2459E}" srcOrd="0" destOrd="0" presId="urn:microsoft.com/office/officeart/2005/8/layout/hierarchy4"/>
    <dgm:cxn modelId="{F567AE5F-BD5A-450A-8C27-04F5749F6DDB}" srcId="{1AA784E9-37C7-492D-9252-9A243D58F156}" destId="{E41C089E-4B79-445F-B853-555159202B19}" srcOrd="3" destOrd="0" parTransId="{4A2B56A6-EBF9-4514-9BA7-FBF451873D6A}" sibTransId="{D882888C-C4AE-4C46-9C4A-EC46DB56E2DD}"/>
    <dgm:cxn modelId="{56A0BB24-C362-479C-B814-B1F3F8D8E2C6}" type="presOf" srcId="{E41C089E-4B79-445F-B853-555159202B19}" destId="{84F6D034-3A1E-4606-9B07-867649D8BF9A}" srcOrd="0" destOrd="0" presId="urn:microsoft.com/office/officeart/2005/8/layout/hierarchy4"/>
    <dgm:cxn modelId="{0539E75F-DDC2-4FD0-B1F3-97B7F6BAA3D4}" srcId="{1AA784E9-37C7-492D-9252-9A243D58F156}" destId="{0923A33F-1264-4F29-A093-B514BB0A6E45}" srcOrd="1" destOrd="0" parTransId="{D97A696E-0D47-4E43-84F4-DA2C60B70A18}" sibTransId="{D6F56861-894B-4115-8742-CBDD8CB9D64E}"/>
    <dgm:cxn modelId="{5D1F97E5-03D6-4E6C-9463-31886B70FDB6}" type="presOf" srcId="{A25B75F3-0236-4C92-8419-CBD14517072D}" destId="{7A1DA8F5-DF7D-44B1-9E8B-33969882C907}" srcOrd="0" destOrd="0" presId="urn:microsoft.com/office/officeart/2005/8/layout/hierarchy4"/>
    <dgm:cxn modelId="{CA2D86B9-1155-4C45-877B-6CD7A11E794D}" type="presOf" srcId="{8CEF2F31-AC88-4163-887A-49B3FA6FFAC3}" destId="{72177F6B-E3DA-45D8-8262-1151BE95A7B9}" srcOrd="0" destOrd="0" presId="urn:microsoft.com/office/officeart/2005/8/layout/hierarchy4"/>
    <dgm:cxn modelId="{0945D122-C74F-4628-81A7-A00EBFC14393}" srcId="{1AA784E9-37C7-492D-9252-9A243D58F156}" destId="{A25B75F3-0236-4C92-8419-CBD14517072D}" srcOrd="2" destOrd="0" parTransId="{B285C619-C19E-407D-B2C7-06BF553CFBAF}" sibTransId="{62999E06-0DD6-44CA-9842-5A066BC35D13}"/>
    <dgm:cxn modelId="{54F2FFA9-B60B-4E67-B997-81AC34E5374A}" srcId="{1AA784E9-37C7-492D-9252-9A243D58F156}" destId="{0D2EBCB5-6A7B-47C3-909C-1C61EF556680}" srcOrd="5" destOrd="0" parTransId="{1598302E-AB02-488B-852E-0782585C903C}" sibTransId="{023007DA-A3B1-4AB7-9BF8-68F7344CAE1F}"/>
    <dgm:cxn modelId="{968A7AA8-B05F-4911-8661-A3A46AD2DE25}" srcId="{1AA784E9-37C7-492D-9252-9A243D58F156}" destId="{8CEF2F31-AC88-4163-887A-49B3FA6FFAC3}" srcOrd="7" destOrd="0" parTransId="{2F881B3A-6CC0-4A0A-8CAB-54368FBB9A9B}" sibTransId="{BB83FD97-BF32-4695-B04E-C0CEF72517EC}"/>
    <dgm:cxn modelId="{2FB28531-E5CE-4520-8096-6D0DB56BDEA8}" type="presOf" srcId="{49AA631A-32C8-453F-8848-C4A2C126B2A4}" destId="{9F3AA08F-0B34-4FFA-ADE3-0FC6FA9C4BBE}" srcOrd="0" destOrd="0" presId="urn:microsoft.com/office/officeart/2005/8/layout/hierarchy4"/>
    <dgm:cxn modelId="{E662039E-9444-49F8-BEBF-C3A58B4E00FE}" type="presOf" srcId="{A129805A-403B-456F-BB00-488B1CDD0B6B}" destId="{56DF109C-B6A9-4C99-A9F8-3BB2F447C191}" srcOrd="0" destOrd="0" presId="urn:microsoft.com/office/officeart/2005/8/layout/hierarchy4"/>
    <dgm:cxn modelId="{FE565796-B712-4157-81F2-83F2B400FF14}" type="presOf" srcId="{1AA784E9-37C7-492D-9252-9A243D58F156}" destId="{57DA384B-EA25-407E-AC97-38AFCABDB22E}" srcOrd="0" destOrd="0" presId="urn:microsoft.com/office/officeart/2005/8/layout/hierarchy4"/>
    <dgm:cxn modelId="{AD9CBE9C-0C7A-4ECE-8AEC-B992E4DA71E2}" srcId="{1AA784E9-37C7-492D-9252-9A243D58F156}" destId="{8471DB1C-92EA-4AE6-8387-A8DD57303C8A}" srcOrd="4" destOrd="0" parTransId="{4195A255-F041-4F0B-A7DB-6AC3E0A37A9C}" sibTransId="{FC966719-B687-4F07-826A-652DCEBA9827}"/>
    <dgm:cxn modelId="{C7973FF1-FA23-4D99-ABD7-038C4486D5BF}" srcId="{1AA784E9-37C7-492D-9252-9A243D58F156}" destId="{A129805A-403B-456F-BB00-488B1CDD0B6B}" srcOrd="0" destOrd="0" parTransId="{DBBF3FE9-4AAE-4C7B-BC78-E7B66A3665DC}" sibTransId="{5833112F-F3EF-4710-B1A0-BDB4EE0B5877}"/>
    <dgm:cxn modelId="{B5800CE9-10D0-4982-8DAC-F0F17583167C}" type="presParOf" srcId="{57DA384B-EA25-407E-AC97-38AFCABDB22E}" destId="{A4C67478-B79E-4283-9463-59D87A35951C}" srcOrd="0" destOrd="0" presId="urn:microsoft.com/office/officeart/2005/8/layout/hierarchy4"/>
    <dgm:cxn modelId="{A9A86396-35FA-4FE2-A9D0-AFBA3AF13268}" type="presParOf" srcId="{A4C67478-B79E-4283-9463-59D87A35951C}" destId="{56DF109C-B6A9-4C99-A9F8-3BB2F447C191}" srcOrd="0" destOrd="0" presId="urn:microsoft.com/office/officeart/2005/8/layout/hierarchy4"/>
    <dgm:cxn modelId="{71E795F3-2B73-4F95-A51E-9492907BD019}" type="presParOf" srcId="{A4C67478-B79E-4283-9463-59D87A35951C}" destId="{EF758606-2B74-43A8-9BD0-95A85EC20FF9}" srcOrd="1" destOrd="0" presId="urn:microsoft.com/office/officeart/2005/8/layout/hierarchy4"/>
    <dgm:cxn modelId="{77C6C7EA-0FE6-46BB-AEE4-8D961538098E}" type="presParOf" srcId="{57DA384B-EA25-407E-AC97-38AFCABDB22E}" destId="{1393323C-1E0A-4C08-A9A1-4D67FF8D2327}" srcOrd="1" destOrd="0" presId="urn:microsoft.com/office/officeart/2005/8/layout/hierarchy4"/>
    <dgm:cxn modelId="{CC184ADA-D5FF-405C-8C41-111299C18D5E}" type="presParOf" srcId="{57DA384B-EA25-407E-AC97-38AFCABDB22E}" destId="{A4007BAC-0845-4DBD-A0DB-08313B35B083}" srcOrd="2" destOrd="0" presId="urn:microsoft.com/office/officeart/2005/8/layout/hierarchy4"/>
    <dgm:cxn modelId="{3C813A0A-F712-47E8-AE99-0DDD85C0EA88}" type="presParOf" srcId="{A4007BAC-0845-4DBD-A0DB-08313B35B083}" destId="{199FE0D6-A239-482E-BA69-D60A3CE2459E}" srcOrd="0" destOrd="0" presId="urn:microsoft.com/office/officeart/2005/8/layout/hierarchy4"/>
    <dgm:cxn modelId="{80B68329-FD15-4686-9175-FDC5061E0F10}" type="presParOf" srcId="{A4007BAC-0845-4DBD-A0DB-08313B35B083}" destId="{7B9BE4ED-C54C-4C11-AA15-91C58E6F7603}" srcOrd="1" destOrd="0" presId="urn:microsoft.com/office/officeart/2005/8/layout/hierarchy4"/>
    <dgm:cxn modelId="{7FC07D3C-DB13-4242-8602-F57E17816851}" type="presParOf" srcId="{57DA384B-EA25-407E-AC97-38AFCABDB22E}" destId="{45CC4A90-0BF9-4967-B4D9-ADED2B316523}" srcOrd="3" destOrd="0" presId="urn:microsoft.com/office/officeart/2005/8/layout/hierarchy4"/>
    <dgm:cxn modelId="{5EE51F5A-B401-4822-AC18-5FC5BB629E69}" type="presParOf" srcId="{57DA384B-EA25-407E-AC97-38AFCABDB22E}" destId="{DAE74500-1D29-4C0D-9B55-079093F8F3F6}" srcOrd="4" destOrd="0" presId="urn:microsoft.com/office/officeart/2005/8/layout/hierarchy4"/>
    <dgm:cxn modelId="{E5C5DB2D-8A75-4B08-9534-D5509C863356}" type="presParOf" srcId="{DAE74500-1D29-4C0D-9B55-079093F8F3F6}" destId="{7A1DA8F5-DF7D-44B1-9E8B-33969882C907}" srcOrd="0" destOrd="0" presId="urn:microsoft.com/office/officeart/2005/8/layout/hierarchy4"/>
    <dgm:cxn modelId="{772D4BB7-9652-4C4C-8563-80A68277522D}" type="presParOf" srcId="{DAE74500-1D29-4C0D-9B55-079093F8F3F6}" destId="{134DAB21-3CEC-4A2E-A108-2A08FC65461D}" srcOrd="1" destOrd="0" presId="urn:microsoft.com/office/officeart/2005/8/layout/hierarchy4"/>
    <dgm:cxn modelId="{EE8C57F5-578C-4D67-9FAA-6FC90C1F1A94}" type="presParOf" srcId="{57DA384B-EA25-407E-AC97-38AFCABDB22E}" destId="{D903C267-01BA-44BC-8841-56471FEAA8A8}" srcOrd="5" destOrd="0" presId="urn:microsoft.com/office/officeart/2005/8/layout/hierarchy4"/>
    <dgm:cxn modelId="{74BC8588-1378-4EAE-BFCC-B5A1A5C608BD}" type="presParOf" srcId="{57DA384B-EA25-407E-AC97-38AFCABDB22E}" destId="{B81B9E5F-0664-42BF-BEBA-1629EDC64573}" srcOrd="6" destOrd="0" presId="urn:microsoft.com/office/officeart/2005/8/layout/hierarchy4"/>
    <dgm:cxn modelId="{15AC4CBC-60F5-4B5F-8B9B-507FCDE94DB7}" type="presParOf" srcId="{B81B9E5F-0664-42BF-BEBA-1629EDC64573}" destId="{84F6D034-3A1E-4606-9B07-867649D8BF9A}" srcOrd="0" destOrd="0" presId="urn:microsoft.com/office/officeart/2005/8/layout/hierarchy4"/>
    <dgm:cxn modelId="{EA6FD0D3-89D1-4E6D-9FB2-6E92F31831D6}" type="presParOf" srcId="{B81B9E5F-0664-42BF-BEBA-1629EDC64573}" destId="{0B0D6A88-0143-4A94-A57E-33C66FD1B762}" srcOrd="1" destOrd="0" presId="urn:microsoft.com/office/officeart/2005/8/layout/hierarchy4"/>
    <dgm:cxn modelId="{64B6C798-311D-485E-96FA-1BEEEFDD3A58}" type="presParOf" srcId="{57DA384B-EA25-407E-AC97-38AFCABDB22E}" destId="{232370DC-1A3E-40FF-9301-5079146663B2}" srcOrd="7" destOrd="0" presId="urn:microsoft.com/office/officeart/2005/8/layout/hierarchy4"/>
    <dgm:cxn modelId="{6A965CD4-FCA3-49CE-9ED7-65BB0574CCD9}" type="presParOf" srcId="{57DA384B-EA25-407E-AC97-38AFCABDB22E}" destId="{477A7D07-DB65-4518-9BA9-B343C1AEA985}" srcOrd="8" destOrd="0" presId="urn:microsoft.com/office/officeart/2005/8/layout/hierarchy4"/>
    <dgm:cxn modelId="{7BAAF77E-603F-47E8-8806-C6BAEBB25FEE}" type="presParOf" srcId="{477A7D07-DB65-4518-9BA9-B343C1AEA985}" destId="{EB149095-C6B0-485D-BAE0-89697C54BAAE}" srcOrd="0" destOrd="0" presId="urn:microsoft.com/office/officeart/2005/8/layout/hierarchy4"/>
    <dgm:cxn modelId="{EE8090EC-22E6-4E65-9E6A-02AF0D1360ED}" type="presParOf" srcId="{477A7D07-DB65-4518-9BA9-B343C1AEA985}" destId="{8B68CE70-5CAF-4AAD-B7EE-F3917F1E3984}" srcOrd="1" destOrd="0" presId="urn:microsoft.com/office/officeart/2005/8/layout/hierarchy4"/>
    <dgm:cxn modelId="{F411754C-80F9-4C42-ACC4-FBB5DB5784A0}" type="presParOf" srcId="{57DA384B-EA25-407E-AC97-38AFCABDB22E}" destId="{B71557D6-C7ED-4E4A-A597-9F1B7F39458C}" srcOrd="9" destOrd="0" presId="urn:microsoft.com/office/officeart/2005/8/layout/hierarchy4"/>
    <dgm:cxn modelId="{4E823D13-03AD-4167-BFC1-8CBCC9CB3A94}" type="presParOf" srcId="{57DA384B-EA25-407E-AC97-38AFCABDB22E}" destId="{BF9C32A8-A104-4EFC-8844-826C1641D60A}" srcOrd="10" destOrd="0" presId="urn:microsoft.com/office/officeart/2005/8/layout/hierarchy4"/>
    <dgm:cxn modelId="{049873F2-9792-43DF-9252-A91603D80626}" type="presParOf" srcId="{BF9C32A8-A104-4EFC-8844-826C1641D60A}" destId="{41FCBA99-9D73-4AF2-B5A9-7DB77BF9CFDF}" srcOrd="0" destOrd="0" presId="urn:microsoft.com/office/officeart/2005/8/layout/hierarchy4"/>
    <dgm:cxn modelId="{46BC06D2-3A62-4601-B239-35D094034130}" type="presParOf" srcId="{BF9C32A8-A104-4EFC-8844-826C1641D60A}" destId="{6ABC8B9C-66E0-42C7-A536-FA758E34A206}" srcOrd="1" destOrd="0" presId="urn:microsoft.com/office/officeart/2005/8/layout/hierarchy4"/>
    <dgm:cxn modelId="{6D1F1EB2-91E9-40F3-AA7B-31C9824FED20}" type="presParOf" srcId="{57DA384B-EA25-407E-AC97-38AFCABDB22E}" destId="{955EC588-B063-4970-9DD4-4CF8B60BA330}" srcOrd="11" destOrd="0" presId="urn:microsoft.com/office/officeart/2005/8/layout/hierarchy4"/>
    <dgm:cxn modelId="{2C3CC275-6B74-4D9D-B966-1356E509C00E}" type="presParOf" srcId="{57DA384B-EA25-407E-AC97-38AFCABDB22E}" destId="{EF2A1E22-2F8A-4501-8DF3-83CA7D17B627}" srcOrd="12" destOrd="0" presId="urn:microsoft.com/office/officeart/2005/8/layout/hierarchy4"/>
    <dgm:cxn modelId="{2ADA815D-0469-45DB-84C1-1EFD6426B1B8}" type="presParOf" srcId="{EF2A1E22-2F8A-4501-8DF3-83CA7D17B627}" destId="{9F3AA08F-0B34-4FFA-ADE3-0FC6FA9C4BBE}" srcOrd="0" destOrd="0" presId="urn:microsoft.com/office/officeart/2005/8/layout/hierarchy4"/>
    <dgm:cxn modelId="{0796E520-5F75-4109-8A8C-0B5ECC9AE207}" type="presParOf" srcId="{EF2A1E22-2F8A-4501-8DF3-83CA7D17B627}" destId="{34C9A42E-3569-47FC-A68F-A7B510150DDC}" srcOrd="1" destOrd="0" presId="urn:microsoft.com/office/officeart/2005/8/layout/hierarchy4"/>
    <dgm:cxn modelId="{780EDF54-8562-4FDF-AC9D-B27D8F1A236A}" type="presParOf" srcId="{57DA384B-EA25-407E-AC97-38AFCABDB22E}" destId="{8EF46657-475C-44CB-9181-C636B7AC5916}" srcOrd="13" destOrd="0" presId="urn:microsoft.com/office/officeart/2005/8/layout/hierarchy4"/>
    <dgm:cxn modelId="{B14C6D7F-4365-46FB-8ADB-5BCADB702013}" type="presParOf" srcId="{57DA384B-EA25-407E-AC97-38AFCABDB22E}" destId="{30B81F9E-95C5-4321-86A7-735034589CEB}" srcOrd="14" destOrd="0" presId="urn:microsoft.com/office/officeart/2005/8/layout/hierarchy4"/>
    <dgm:cxn modelId="{654C223A-1D52-4DAF-B4FA-0BDC5A15FDDB}" type="presParOf" srcId="{30B81F9E-95C5-4321-86A7-735034589CEB}" destId="{72177F6B-E3DA-45D8-8262-1151BE95A7B9}" srcOrd="0" destOrd="0" presId="urn:microsoft.com/office/officeart/2005/8/layout/hierarchy4"/>
    <dgm:cxn modelId="{2C19D65C-3DCC-49D6-9C4F-6F40558909FD}" type="presParOf" srcId="{30B81F9E-95C5-4321-86A7-735034589CEB}" destId="{3AC76551-1228-4B2A-A751-CB034767256C}"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7E581E3-E326-451C-A54C-49AD2B803C05}" type="doc">
      <dgm:prSet loTypeId="urn:microsoft.com/office/officeart/2005/8/layout/radial2" loCatId="relationship" qsTypeId="urn:microsoft.com/office/officeart/2005/8/quickstyle/simple1" qsCatId="simple" csTypeId="urn:microsoft.com/office/officeart/2005/8/colors/colorful2" csCatId="colorful" phldr="1"/>
      <dgm:spPr/>
      <dgm:t>
        <a:bodyPr/>
        <a:lstStyle/>
        <a:p>
          <a:endParaRPr lang="zh-CN" altLang="en-US"/>
        </a:p>
      </dgm:t>
    </dgm:pt>
    <dgm:pt modelId="{F2F579A6-493A-4F9A-8B0B-FFDFB2A9143C}">
      <dgm:prSet/>
      <dgm:spPr/>
      <dgm:t>
        <a:bodyPr/>
        <a:lstStyle/>
        <a:p>
          <a:pPr rtl="0"/>
          <a:r>
            <a:rPr lang="en-US" b="1" dirty="0" smtClean="0"/>
            <a:t>4.</a:t>
          </a:r>
          <a:r>
            <a:rPr lang="zh-CN" b="1" dirty="0" smtClean="0"/>
            <a:t>多媒体数据压缩和解压缩</a:t>
          </a:r>
          <a:endParaRPr lang="zh-CN" b="1" dirty="0"/>
        </a:p>
      </dgm:t>
    </dgm:pt>
    <dgm:pt modelId="{1E804E46-F06C-459F-8B12-4C4B67AB108F}" cxnId="{1390EE3B-B317-4D7B-8887-10F048EBD70D}" type="parTrans">
      <dgm:prSet/>
      <dgm:spPr/>
      <dgm:t>
        <a:bodyPr/>
        <a:lstStyle/>
        <a:p>
          <a:endParaRPr lang="zh-CN" altLang="en-US" b="1"/>
        </a:p>
      </dgm:t>
    </dgm:pt>
    <dgm:pt modelId="{932DF7BC-767F-4F00-A8D2-A84EF8588E06}" cxnId="{1390EE3B-B317-4D7B-8887-10F048EBD70D}" type="sibTrans">
      <dgm:prSet/>
      <dgm:spPr/>
      <dgm:t>
        <a:bodyPr/>
        <a:lstStyle/>
        <a:p>
          <a:endParaRPr lang="zh-CN" altLang="en-US" b="1"/>
        </a:p>
      </dgm:t>
    </dgm:pt>
    <dgm:pt modelId="{A30AD568-0983-4D54-9D2E-EB5747F01801}">
      <dgm:prSet/>
      <dgm:spPr/>
      <dgm:t>
        <a:bodyPr/>
        <a:lstStyle/>
        <a:p>
          <a:pPr rtl="0"/>
          <a:r>
            <a:rPr lang="en-US" b="1" dirty="0" smtClean="0"/>
            <a:t>(1)</a:t>
          </a:r>
          <a:r>
            <a:rPr lang="zh-CN" b="1" dirty="0" smtClean="0"/>
            <a:t>无损压缩算法。</a:t>
          </a:r>
          <a:endParaRPr lang="zh-CN" b="1" dirty="0"/>
        </a:p>
      </dgm:t>
    </dgm:pt>
    <dgm:pt modelId="{1836B448-A53C-42B6-82D3-73EEFC8D64E3}" cxnId="{6949ED46-BD58-4DFA-9444-6A654D28E2DC}" type="parTrans">
      <dgm:prSet/>
      <dgm:spPr/>
      <dgm:t>
        <a:bodyPr/>
        <a:lstStyle/>
        <a:p>
          <a:endParaRPr lang="zh-CN" altLang="en-US" b="1"/>
        </a:p>
      </dgm:t>
    </dgm:pt>
    <dgm:pt modelId="{E7FF53BA-39B1-4CC9-A58E-FC4FFF70B5F3}" cxnId="{6949ED46-BD58-4DFA-9444-6A654D28E2DC}" type="sibTrans">
      <dgm:prSet/>
      <dgm:spPr/>
      <dgm:t>
        <a:bodyPr/>
        <a:lstStyle/>
        <a:p>
          <a:endParaRPr lang="zh-CN" altLang="en-US" b="1"/>
        </a:p>
      </dgm:t>
    </dgm:pt>
    <dgm:pt modelId="{E138BE6B-F56F-42E5-81E0-AC798F7DB9A2}">
      <dgm:prSet/>
      <dgm:spPr/>
      <dgm:t>
        <a:bodyPr/>
        <a:lstStyle/>
        <a:p>
          <a:pPr rtl="0"/>
          <a:r>
            <a:rPr lang="en-US" b="1" dirty="0" smtClean="0"/>
            <a:t>(2)</a:t>
          </a:r>
          <a:r>
            <a:rPr lang="zh-CN" b="1" dirty="0" smtClean="0"/>
            <a:t>有损压缩算法。</a:t>
          </a:r>
          <a:endParaRPr lang="zh-CN" b="1" dirty="0"/>
        </a:p>
      </dgm:t>
    </dgm:pt>
    <dgm:pt modelId="{BD7E74F5-F9B9-4D11-B427-5FB33A98F97B}" cxnId="{BBC2A72C-4291-48C3-ACF7-2E6708D3E22C}" type="parTrans">
      <dgm:prSet/>
      <dgm:spPr/>
      <dgm:t>
        <a:bodyPr/>
        <a:lstStyle/>
        <a:p>
          <a:endParaRPr lang="zh-CN" altLang="en-US" b="1"/>
        </a:p>
      </dgm:t>
    </dgm:pt>
    <dgm:pt modelId="{A762053D-E24E-4239-8B60-E63CC313DC61}" cxnId="{BBC2A72C-4291-48C3-ACF7-2E6708D3E22C}" type="sibTrans">
      <dgm:prSet/>
      <dgm:spPr/>
      <dgm:t>
        <a:bodyPr/>
        <a:lstStyle/>
        <a:p>
          <a:endParaRPr lang="zh-CN" altLang="en-US" b="1"/>
        </a:p>
      </dgm:t>
    </dgm:pt>
    <dgm:pt modelId="{ADB018B2-F088-4393-9959-6EA3AACB4522}" type="pres">
      <dgm:prSet presAssocID="{17E581E3-E326-451C-A54C-49AD2B803C05}" presName="composite" presStyleCnt="0">
        <dgm:presLayoutVars>
          <dgm:chMax val="5"/>
          <dgm:dir/>
          <dgm:animLvl val="ctr"/>
          <dgm:resizeHandles val="exact"/>
        </dgm:presLayoutVars>
      </dgm:prSet>
      <dgm:spPr/>
      <dgm:t>
        <a:bodyPr/>
        <a:lstStyle/>
        <a:p>
          <a:endParaRPr lang="zh-CN" altLang="en-US"/>
        </a:p>
      </dgm:t>
    </dgm:pt>
    <dgm:pt modelId="{1B684D2F-5B65-4893-BB8D-18A90E14C2FA}" type="pres">
      <dgm:prSet presAssocID="{17E581E3-E326-451C-A54C-49AD2B803C05}" presName="cycle" presStyleCnt="0"/>
      <dgm:spPr/>
    </dgm:pt>
    <dgm:pt modelId="{DF03EF73-F9E1-4943-B7B2-109CBE59B700}" type="pres">
      <dgm:prSet presAssocID="{17E581E3-E326-451C-A54C-49AD2B803C05}" presName="centerShape" presStyleCnt="0"/>
      <dgm:spPr/>
    </dgm:pt>
    <dgm:pt modelId="{308DD12E-C288-4FF0-9C9D-71F440104E12}" type="pres">
      <dgm:prSet presAssocID="{17E581E3-E326-451C-A54C-49AD2B803C05}" presName="connSite" presStyleLbl="node1" presStyleIdx="0" presStyleCnt="4"/>
      <dgm:spPr/>
    </dgm:pt>
    <dgm:pt modelId="{B76B970C-CE99-4120-9441-84FB3B26B926}" type="pres">
      <dgm:prSet presAssocID="{17E581E3-E326-451C-A54C-49AD2B803C05}" presName="visible" presStyleLbl="node1" presStyleIdx="0" presStyleCnt="4" custScaleX="127406" custScaleY="127406"/>
      <dgm:spPr/>
    </dgm:pt>
    <dgm:pt modelId="{3DA893D1-8D7D-4CB8-9E7C-4955D6A22BE5}" type="pres">
      <dgm:prSet presAssocID="{1E804E46-F06C-459F-8B12-4C4B67AB108F}" presName="Name25" presStyleLbl="parChTrans1D1" presStyleIdx="0" presStyleCnt="3" custScaleX="2000000" custScaleY="127404"/>
      <dgm:spPr/>
      <dgm:t>
        <a:bodyPr/>
        <a:lstStyle/>
        <a:p>
          <a:endParaRPr lang="zh-CN" altLang="en-US"/>
        </a:p>
      </dgm:t>
    </dgm:pt>
    <dgm:pt modelId="{D864E460-5BC3-4725-928D-3295936E1EFD}" type="pres">
      <dgm:prSet presAssocID="{F2F579A6-493A-4F9A-8B0B-FFDFB2A9143C}" presName="node" presStyleCnt="0"/>
      <dgm:spPr/>
    </dgm:pt>
    <dgm:pt modelId="{0C69A540-1336-43B1-B039-2EE8E37F2C52}" type="pres">
      <dgm:prSet presAssocID="{F2F579A6-493A-4F9A-8B0B-FFDFB2A9143C}" presName="parentNode" presStyleLbl="node1" presStyleIdx="1" presStyleCnt="4" custScaleX="127406" custScaleY="127406" custLinFactX="-33744" custLinFactY="21609" custLinFactNeighborX="-100000" custLinFactNeighborY="100000">
        <dgm:presLayoutVars>
          <dgm:chMax val="1"/>
          <dgm:bulletEnabled val="1"/>
        </dgm:presLayoutVars>
      </dgm:prSet>
      <dgm:spPr/>
      <dgm:t>
        <a:bodyPr/>
        <a:lstStyle/>
        <a:p>
          <a:endParaRPr lang="zh-CN" altLang="en-US"/>
        </a:p>
      </dgm:t>
    </dgm:pt>
    <dgm:pt modelId="{1FB296AD-855D-4F2B-A8E7-FBA1FFCD01A7}" type="pres">
      <dgm:prSet presAssocID="{F2F579A6-493A-4F9A-8B0B-FFDFB2A9143C}" presName="childNode" presStyleLbl="revTx" presStyleIdx="0" presStyleCnt="0">
        <dgm:presLayoutVars>
          <dgm:bulletEnabled val="1"/>
        </dgm:presLayoutVars>
      </dgm:prSet>
      <dgm:spPr/>
    </dgm:pt>
    <dgm:pt modelId="{9DA45281-25F0-49CB-A527-09058D836D55}" type="pres">
      <dgm:prSet presAssocID="{1836B448-A53C-42B6-82D3-73EEFC8D64E3}" presName="Name25" presStyleLbl="parChTrans1D1" presStyleIdx="1" presStyleCnt="3" custScaleX="2000000" custScaleY="127404"/>
      <dgm:spPr/>
      <dgm:t>
        <a:bodyPr/>
        <a:lstStyle/>
        <a:p>
          <a:endParaRPr lang="zh-CN" altLang="en-US"/>
        </a:p>
      </dgm:t>
    </dgm:pt>
    <dgm:pt modelId="{309C5FA2-B41F-4E28-9FC2-15271ABA1C2F}" type="pres">
      <dgm:prSet presAssocID="{A30AD568-0983-4D54-9D2E-EB5747F01801}" presName="node" presStyleCnt="0"/>
      <dgm:spPr/>
    </dgm:pt>
    <dgm:pt modelId="{E8079C4F-95FA-4881-B614-796FD5FDB185}" type="pres">
      <dgm:prSet presAssocID="{A30AD568-0983-4D54-9D2E-EB5747F01801}" presName="parentNode" presStyleLbl="node1" presStyleIdx="2" presStyleCnt="4" custScaleX="127406" custScaleY="127406" custLinFactNeighborX="35298" custLinFactNeighborY="-96515">
        <dgm:presLayoutVars>
          <dgm:chMax val="1"/>
          <dgm:bulletEnabled val="1"/>
        </dgm:presLayoutVars>
      </dgm:prSet>
      <dgm:spPr/>
      <dgm:t>
        <a:bodyPr/>
        <a:lstStyle/>
        <a:p>
          <a:endParaRPr lang="zh-CN" altLang="en-US"/>
        </a:p>
      </dgm:t>
    </dgm:pt>
    <dgm:pt modelId="{37CA8FE6-0158-4399-ABF5-97B77DC32F34}" type="pres">
      <dgm:prSet presAssocID="{A30AD568-0983-4D54-9D2E-EB5747F01801}" presName="childNode" presStyleLbl="revTx" presStyleIdx="0" presStyleCnt="0">
        <dgm:presLayoutVars>
          <dgm:bulletEnabled val="1"/>
        </dgm:presLayoutVars>
      </dgm:prSet>
      <dgm:spPr/>
    </dgm:pt>
    <dgm:pt modelId="{9D99D6D1-DE04-414C-8A15-4B2460DBDC08}" type="pres">
      <dgm:prSet presAssocID="{BD7E74F5-F9B9-4D11-B427-5FB33A98F97B}" presName="Name25" presStyleLbl="parChTrans1D1" presStyleIdx="2" presStyleCnt="3" custScaleX="2000000" custScaleY="127404"/>
      <dgm:spPr/>
      <dgm:t>
        <a:bodyPr/>
        <a:lstStyle/>
        <a:p>
          <a:endParaRPr lang="zh-CN" altLang="en-US"/>
        </a:p>
      </dgm:t>
    </dgm:pt>
    <dgm:pt modelId="{7CFA6530-E713-4373-AF8B-B5BA1F753580}" type="pres">
      <dgm:prSet presAssocID="{E138BE6B-F56F-42E5-81E0-AC798F7DB9A2}" presName="node" presStyleCnt="0"/>
      <dgm:spPr/>
    </dgm:pt>
    <dgm:pt modelId="{555E0600-B7F2-4826-9896-CCF157D1546D}" type="pres">
      <dgm:prSet presAssocID="{E138BE6B-F56F-42E5-81E0-AC798F7DB9A2}" presName="parentNode" presStyleLbl="node1" presStyleIdx="3" presStyleCnt="4" custScaleX="127406" custScaleY="127406" custLinFactNeighborX="78820" custLinFactNeighborY="-47312">
        <dgm:presLayoutVars>
          <dgm:chMax val="1"/>
          <dgm:bulletEnabled val="1"/>
        </dgm:presLayoutVars>
      </dgm:prSet>
      <dgm:spPr/>
      <dgm:t>
        <a:bodyPr/>
        <a:lstStyle/>
        <a:p>
          <a:endParaRPr lang="zh-CN" altLang="en-US"/>
        </a:p>
      </dgm:t>
    </dgm:pt>
    <dgm:pt modelId="{F3C0CC41-83BA-4C21-B41E-F3E8E648A67F}" type="pres">
      <dgm:prSet presAssocID="{E138BE6B-F56F-42E5-81E0-AC798F7DB9A2}" presName="childNode" presStyleLbl="revTx" presStyleIdx="0" presStyleCnt="0">
        <dgm:presLayoutVars>
          <dgm:bulletEnabled val="1"/>
        </dgm:presLayoutVars>
      </dgm:prSet>
      <dgm:spPr/>
    </dgm:pt>
  </dgm:ptLst>
  <dgm:cxnLst>
    <dgm:cxn modelId="{1AEDB287-B399-4902-8C87-261AB7255F57}" type="presOf" srcId="{1836B448-A53C-42B6-82D3-73EEFC8D64E3}" destId="{9DA45281-25F0-49CB-A527-09058D836D55}" srcOrd="0" destOrd="0" presId="urn:microsoft.com/office/officeart/2005/8/layout/radial2"/>
    <dgm:cxn modelId="{D4C779F3-07F3-4F49-B496-1C539678927F}" type="presOf" srcId="{1E804E46-F06C-459F-8B12-4C4B67AB108F}" destId="{3DA893D1-8D7D-4CB8-9E7C-4955D6A22BE5}" srcOrd="0" destOrd="0" presId="urn:microsoft.com/office/officeart/2005/8/layout/radial2"/>
    <dgm:cxn modelId="{69D5490B-0711-46CB-AC8D-94C6688C6AD7}" type="presOf" srcId="{E138BE6B-F56F-42E5-81E0-AC798F7DB9A2}" destId="{555E0600-B7F2-4826-9896-CCF157D1546D}" srcOrd="0" destOrd="0" presId="urn:microsoft.com/office/officeart/2005/8/layout/radial2"/>
    <dgm:cxn modelId="{1390EE3B-B317-4D7B-8887-10F048EBD70D}" srcId="{17E581E3-E326-451C-A54C-49AD2B803C05}" destId="{F2F579A6-493A-4F9A-8B0B-FFDFB2A9143C}" srcOrd="0" destOrd="0" parTransId="{1E804E46-F06C-459F-8B12-4C4B67AB108F}" sibTransId="{932DF7BC-767F-4F00-A8D2-A84EF8588E06}"/>
    <dgm:cxn modelId="{5163AFDF-B91A-40EF-A342-A92F1F22359A}" type="presOf" srcId="{BD7E74F5-F9B9-4D11-B427-5FB33A98F97B}" destId="{9D99D6D1-DE04-414C-8A15-4B2460DBDC08}" srcOrd="0" destOrd="0" presId="urn:microsoft.com/office/officeart/2005/8/layout/radial2"/>
    <dgm:cxn modelId="{BC9989BF-AA5D-4D0E-8C56-80DB32FA0E21}" type="presOf" srcId="{17E581E3-E326-451C-A54C-49AD2B803C05}" destId="{ADB018B2-F088-4393-9959-6EA3AACB4522}" srcOrd="0" destOrd="0" presId="urn:microsoft.com/office/officeart/2005/8/layout/radial2"/>
    <dgm:cxn modelId="{BBC2A72C-4291-48C3-ACF7-2E6708D3E22C}" srcId="{17E581E3-E326-451C-A54C-49AD2B803C05}" destId="{E138BE6B-F56F-42E5-81E0-AC798F7DB9A2}" srcOrd="2" destOrd="0" parTransId="{BD7E74F5-F9B9-4D11-B427-5FB33A98F97B}" sibTransId="{A762053D-E24E-4239-8B60-E63CC313DC61}"/>
    <dgm:cxn modelId="{CEEC01AB-C009-48B8-9CF3-F378051D2471}" type="presOf" srcId="{F2F579A6-493A-4F9A-8B0B-FFDFB2A9143C}" destId="{0C69A540-1336-43B1-B039-2EE8E37F2C52}" srcOrd="0" destOrd="0" presId="urn:microsoft.com/office/officeart/2005/8/layout/radial2"/>
    <dgm:cxn modelId="{6949ED46-BD58-4DFA-9444-6A654D28E2DC}" srcId="{17E581E3-E326-451C-A54C-49AD2B803C05}" destId="{A30AD568-0983-4D54-9D2E-EB5747F01801}" srcOrd="1" destOrd="0" parTransId="{1836B448-A53C-42B6-82D3-73EEFC8D64E3}" sibTransId="{E7FF53BA-39B1-4CC9-A58E-FC4FFF70B5F3}"/>
    <dgm:cxn modelId="{CFF159DD-394A-4DE3-B21A-C4057EF67E40}" type="presOf" srcId="{A30AD568-0983-4D54-9D2E-EB5747F01801}" destId="{E8079C4F-95FA-4881-B614-796FD5FDB185}" srcOrd="0" destOrd="0" presId="urn:microsoft.com/office/officeart/2005/8/layout/radial2"/>
    <dgm:cxn modelId="{53031B86-01B1-4588-82F3-9B6D6463A328}" type="presParOf" srcId="{ADB018B2-F088-4393-9959-6EA3AACB4522}" destId="{1B684D2F-5B65-4893-BB8D-18A90E14C2FA}" srcOrd="0" destOrd="0" presId="urn:microsoft.com/office/officeart/2005/8/layout/radial2"/>
    <dgm:cxn modelId="{0EA5A7E1-8332-469D-8B37-ABAA6CEC836F}" type="presParOf" srcId="{1B684D2F-5B65-4893-BB8D-18A90E14C2FA}" destId="{DF03EF73-F9E1-4943-B7B2-109CBE59B700}" srcOrd="0" destOrd="0" presId="urn:microsoft.com/office/officeart/2005/8/layout/radial2"/>
    <dgm:cxn modelId="{2F2F7820-2CAD-4EFF-A996-67093F708C14}" type="presParOf" srcId="{DF03EF73-F9E1-4943-B7B2-109CBE59B700}" destId="{308DD12E-C288-4FF0-9C9D-71F440104E12}" srcOrd="0" destOrd="0" presId="urn:microsoft.com/office/officeart/2005/8/layout/radial2"/>
    <dgm:cxn modelId="{5DB8CEA0-9D6A-4FF2-938E-2C299C3FC531}" type="presParOf" srcId="{DF03EF73-F9E1-4943-B7B2-109CBE59B700}" destId="{B76B970C-CE99-4120-9441-84FB3B26B926}" srcOrd="1" destOrd="0" presId="urn:microsoft.com/office/officeart/2005/8/layout/radial2"/>
    <dgm:cxn modelId="{9F292997-6103-45E8-8E39-4F2E159832CB}" type="presParOf" srcId="{1B684D2F-5B65-4893-BB8D-18A90E14C2FA}" destId="{3DA893D1-8D7D-4CB8-9E7C-4955D6A22BE5}" srcOrd="1" destOrd="0" presId="urn:microsoft.com/office/officeart/2005/8/layout/radial2"/>
    <dgm:cxn modelId="{F6135234-6D20-4D9F-993D-C7FF4AF5802D}" type="presParOf" srcId="{1B684D2F-5B65-4893-BB8D-18A90E14C2FA}" destId="{D864E460-5BC3-4725-928D-3295936E1EFD}" srcOrd="2" destOrd="0" presId="urn:microsoft.com/office/officeart/2005/8/layout/radial2"/>
    <dgm:cxn modelId="{E207C184-B239-4ADD-989F-FEEAE4F05EF2}" type="presParOf" srcId="{D864E460-5BC3-4725-928D-3295936E1EFD}" destId="{0C69A540-1336-43B1-B039-2EE8E37F2C52}" srcOrd="0" destOrd="0" presId="urn:microsoft.com/office/officeart/2005/8/layout/radial2"/>
    <dgm:cxn modelId="{2C4866E6-5BCE-4BE8-8B18-0CA6CCC8479F}" type="presParOf" srcId="{D864E460-5BC3-4725-928D-3295936E1EFD}" destId="{1FB296AD-855D-4F2B-A8E7-FBA1FFCD01A7}" srcOrd="1" destOrd="0" presId="urn:microsoft.com/office/officeart/2005/8/layout/radial2"/>
    <dgm:cxn modelId="{AAA1F61A-8E88-4A5D-BF98-ECF98DBA832B}" type="presParOf" srcId="{1B684D2F-5B65-4893-BB8D-18A90E14C2FA}" destId="{9DA45281-25F0-49CB-A527-09058D836D55}" srcOrd="3" destOrd="0" presId="urn:microsoft.com/office/officeart/2005/8/layout/radial2"/>
    <dgm:cxn modelId="{798422B3-1A3A-4448-900C-26D35784648F}" type="presParOf" srcId="{1B684D2F-5B65-4893-BB8D-18A90E14C2FA}" destId="{309C5FA2-B41F-4E28-9FC2-15271ABA1C2F}" srcOrd="4" destOrd="0" presId="urn:microsoft.com/office/officeart/2005/8/layout/radial2"/>
    <dgm:cxn modelId="{1CEAFED7-D8E2-457B-B810-904185E7154B}" type="presParOf" srcId="{309C5FA2-B41F-4E28-9FC2-15271ABA1C2F}" destId="{E8079C4F-95FA-4881-B614-796FD5FDB185}" srcOrd="0" destOrd="0" presId="urn:microsoft.com/office/officeart/2005/8/layout/radial2"/>
    <dgm:cxn modelId="{0890D6D2-6EB9-4D1E-8892-B3982109ACB5}" type="presParOf" srcId="{309C5FA2-B41F-4E28-9FC2-15271ABA1C2F}" destId="{37CA8FE6-0158-4399-ABF5-97B77DC32F34}" srcOrd="1" destOrd="0" presId="urn:microsoft.com/office/officeart/2005/8/layout/radial2"/>
    <dgm:cxn modelId="{EB50764F-256F-4F62-8156-2249CE337854}" type="presParOf" srcId="{1B684D2F-5B65-4893-BB8D-18A90E14C2FA}" destId="{9D99D6D1-DE04-414C-8A15-4B2460DBDC08}" srcOrd="5" destOrd="0" presId="urn:microsoft.com/office/officeart/2005/8/layout/radial2"/>
    <dgm:cxn modelId="{C00B9803-9CD2-40B6-BB86-74339B3B4FEE}" type="presParOf" srcId="{1B684D2F-5B65-4893-BB8D-18A90E14C2FA}" destId="{7CFA6530-E713-4373-AF8B-B5BA1F753580}" srcOrd="6" destOrd="0" presId="urn:microsoft.com/office/officeart/2005/8/layout/radial2"/>
    <dgm:cxn modelId="{D985F97A-EE41-43D1-9308-4FCEEFB3CC2F}" type="presParOf" srcId="{7CFA6530-E713-4373-AF8B-B5BA1F753580}" destId="{555E0600-B7F2-4826-9896-CCF157D1546D}" srcOrd="0" destOrd="0" presId="urn:microsoft.com/office/officeart/2005/8/layout/radial2"/>
    <dgm:cxn modelId="{10EA5698-840A-4F06-BA58-6D0247B84E37}" type="presParOf" srcId="{7CFA6530-E713-4373-AF8B-B5BA1F753580}" destId="{F3C0CC41-83BA-4C21-B41E-F3E8E648A67F}" srcOrd="1" destOrd="0" presId="urn:microsoft.com/office/officeart/2005/8/layout/radial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D3F25B-C037-43F8-98D1-18604F4F9750}" type="doc">
      <dgm:prSet loTypeId="urn:microsoft.com/office/officeart/2005/8/layout/arrow5" loCatId="relationship" qsTypeId="urn:microsoft.com/office/officeart/2005/8/quickstyle/simple1" qsCatId="simple" csTypeId="urn:microsoft.com/office/officeart/2005/8/colors/colorful1#4" csCatId="colorful" phldr="1"/>
      <dgm:spPr/>
      <dgm:t>
        <a:bodyPr/>
        <a:lstStyle/>
        <a:p>
          <a:endParaRPr lang="zh-CN" altLang="en-US"/>
        </a:p>
      </dgm:t>
    </dgm:pt>
    <dgm:pt modelId="{CD4FE40A-0663-45B4-A452-818B2DDDBE70}">
      <dgm:prSet custT="1"/>
      <dgm:spPr/>
      <dgm:t>
        <a:bodyPr/>
        <a:lstStyle/>
        <a:p>
          <a:pPr rtl="0"/>
          <a:r>
            <a:rPr lang="en-US" sz="2000" b="1" dirty="0" smtClean="0"/>
            <a:t>9.3.2</a:t>
          </a:r>
          <a:r>
            <a:rPr lang="zh-CN" sz="2000" b="1" dirty="0" smtClean="0"/>
            <a:t>　常见多媒体文件的类别和格式</a:t>
          </a:r>
          <a:endParaRPr lang="zh-CN" sz="2000" b="1" dirty="0"/>
        </a:p>
      </dgm:t>
    </dgm:pt>
    <dgm:pt modelId="{207E031B-FF23-42EC-8EB8-C8C7CD82E373}" cxnId="{FA2D0677-DEBF-464F-A19F-540C06FC4B49}" type="parTrans">
      <dgm:prSet/>
      <dgm:spPr/>
      <dgm:t>
        <a:bodyPr/>
        <a:lstStyle/>
        <a:p>
          <a:endParaRPr lang="zh-CN" altLang="en-US"/>
        </a:p>
      </dgm:t>
    </dgm:pt>
    <dgm:pt modelId="{47C4A8A6-8294-44DE-98F9-42756F00892A}" cxnId="{FA2D0677-DEBF-464F-A19F-540C06FC4B49}" type="sibTrans">
      <dgm:prSet/>
      <dgm:spPr/>
      <dgm:t>
        <a:bodyPr/>
        <a:lstStyle/>
        <a:p>
          <a:endParaRPr lang="zh-CN" altLang="en-US"/>
        </a:p>
      </dgm:t>
    </dgm:pt>
    <dgm:pt modelId="{AFCE6D99-D434-4154-82A1-7CF5CD2892F0}">
      <dgm:prSet custT="1"/>
      <dgm:spPr/>
      <dgm:t>
        <a:bodyPr/>
        <a:lstStyle/>
        <a:p>
          <a:pPr rtl="0"/>
          <a:r>
            <a:rPr lang="en-US" sz="1800" dirty="0" smtClean="0"/>
            <a:t>1.</a:t>
          </a:r>
          <a:r>
            <a:rPr lang="zh-CN" sz="1800" dirty="0" smtClean="0"/>
            <a:t>图形文件格式</a:t>
          </a:r>
          <a:endParaRPr lang="zh-CN" sz="1800" dirty="0"/>
        </a:p>
      </dgm:t>
    </dgm:pt>
    <dgm:pt modelId="{CAC99A56-F179-482C-857A-785A2D3F6ABA}" cxnId="{C62F44ED-4F81-4192-8A0A-D4B5B822E985}" type="parTrans">
      <dgm:prSet/>
      <dgm:spPr/>
      <dgm:t>
        <a:bodyPr/>
        <a:lstStyle/>
        <a:p>
          <a:endParaRPr lang="zh-CN" altLang="en-US"/>
        </a:p>
      </dgm:t>
    </dgm:pt>
    <dgm:pt modelId="{6CB77D07-4FCF-47B6-ABBD-895249926AF0}" cxnId="{C62F44ED-4F81-4192-8A0A-D4B5B822E985}" type="sibTrans">
      <dgm:prSet/>
      <dgm:spPr/>
      <dgm:t>
        <a:bodyPr/>
        <a:lstStyle/>
        <a:p>
          <a:endParaRPr lang="zh-CN" altLang="en-US"/>
        </a:p>
      </dgm:t>
    </dgm:pt>
    <dgm:pt modelId="{0C359289-4B7C-4DF5-A11E-A7ED912EAF63}">
      <dgm:prSet custT="1"/>
      <dgm:spPr/>
      <dgm:t>
        <a:bodyPr/>
        <a:lstStyle/>
        <a:p>
          <a:pPr rtl="0"/>
          <a:r>
            <a:rPr lang="en-US" sz="1400" b="1" dirty="0" smtClean="0">
              <a:solidFill>
                <a:schemeClr val="tx1">
                  <a:lumMod val="95000"/>
                  <a:lumOff val="5000"/>
                </a:schemeClr>
              </a:solidFill>
            </a:rPr>
            <a:t>(1)BMP</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41BA2B10-C7D3-4A2B-B39F-A2AD5AD206F3}" cxnId="{B3A1BDEC-DDDE-49E7-BF3F-D3DD00479C04}" type="parTrans">
      <dgm:prSet/>
      <dgm:spPr/>
      <dgm:t>
        <a:bodyPr/>
        <a:lstStyle/>
        <a:p>
          <a:endParaRPr lang="zh-CN" altLang="en-US"/>
        </a:p>
      </dgm:t>
    </dgm:pt>
    <dgm:pt modelId="{527516E0-5C51-4638-9650-6480FBEAC85E}" cxnId="{B3A1BDEC-DDDE-49E7-BF3F-D3DD00479C04}" type="sibTrans">
      <dgm:prSet/>
      <dgm:spPr/>
      <dgm:t>
        <a:bodyPr/>
        <a:lstStyle/>
        <a:p>
          <a:endParaRPr lang="zh-CN" altLang="en-US"/>
        </a:p>
      </dgm:t>
    </dgm:pt>
    <dgm:pt modelId="{71092F20-1B0B-46BD-A6CB-0712FE61F087}">
      <dgm:prSet custT="1"/>
      <dgm:spPr/>
      <dgm:t>
        <a:bodyPr/>
        <a:lstStyle/>
        <a:p>
          <a:pPr rtl="0"/>
          <a:r>
            <a:rPr lang="en-US" sz="1400" b="1" dirty="0" smtClean="0">
              <a:solidFill>
                <a:schemeClr val="tx1">
                  <a:lumMod val="95000"/>
                  <a:lumOff val="5000"/>
                </a:schemeClr>
              </a:solidFill>
            </a:rPr>
            <a:t>(2)GIF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002EE927-A0E7-4337-8940-BE26527BFC54}" cxnId="{25BE9C41-5677-4152-9441-0715794C7239}" type="parTrans">
      <dgm:prSet/>
      <dgm:spPr/>
      <dgm:t>
        <a:bodyPr/>
        <a:lstStyle/>
        <a:p>
          <a:endParaRPr lang="zh-CN" altLang="en-US"/>
        </a:p>
      </dgm:t>
    </dgm:pt>
    <dgm:pt modelId="{249CAB32-6C73-4DC7-A2CD-97A9CEB5F5D3}" cxnId="{25BE9C41-5677-4152-9441-0715794C7239}" type="sibTrans">
      <dgm:prSet/>
      <dgm:spPr/>
      <dgm:t>
        <a:bodyPr/>
        <a:lstStyle/>
        <a:p>
          <a:endParaRPr lang="zh-CN" altLang="en-US"/>
        </a:p>
      </dgm:t>
    </dgm:pt>
    <dgm:pt modelId="{57282CC2-8B1C-4287-9B5F-F9153B36044B}">
      <dgm:prSet custT="1"/>
      <dgm:spPr/>
      <dgm:t>
        <a:bodyPr/>
        <a:lstStyle/>
        <a:p>
          <a:pPr rtl="0"/>
          <a:r>
            <a:rPr lang="en-US" sz="1400" b="1" dirty="0" smtClean="0">
              <a:solidFill>
                <a:schemeClr val="tx1">
                  <a:lumMod val="95000"/>
                  <a:lumOff val="5000"/>
                </a:schemeClr>
              </a:solidFill>
            </a:rPr>
            <a:t>(3)JPEG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1FF715AC-446B-45E7-BAC3-E2EBE3877734}" cxnId="{77DE7249-BC62-4F43-8166-231934045B51}" type="parTrans">
      <dgm:prSet/>
      <dgm:spPr/>
      <dgm:t>
        <a:bodyPr/>
        <a:lstStyle/>
        <a:p>
          <a:endParaRPr lang="zh-CN" altLang="en-US"/>
        </a:p>
      </dgm:t>
    </dgm:pt>
    <dgm:pt modelId="{5DC98AC2-824F-4FFE-8B78-EE626FAD899E}" cxnId="{77DE7249-BC62-4F43-8166-231934045B51}" type="sibTrans">
      <dgm:prSet/>
      <dgm:spPr/>
      <dgm:t>
        <a:bodyPr/>
        <a:lstStyle/>
        <a:p>
          <a:endParaRPr lang="zh-CN" altLang="en-US"/>
        </a:p>
      </dgm:t>
    </dgm:pt>
    <dgm:pt modelId="{DA797405-2591-4222-9232-CED04ED005B0}">
      <dgm:prSet custT="1"/>
      <dgm:spPr/>
      <dgm:t>
        <a:bodyPr/>
        <a:lstStyle/>
        <a:p>
          <a:pPr rtl="0"/>
          <a:r>
            <a:rPr lang="en-US" sz="1400" b="1" dirty="0" smtClean="0">
              <a:solidFill>
                <a:schemeClr val="tx1">
                  <a:lumMod val="95000"/>
                  <a:lumOff val="5000"/>
                </a:schemeClr>
              </a:solidFill>
            </a:rPr>
            <a:t>(4)TIFF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59A3FBF1-8EBF-4E73-8BD3-DF00C54BF4FF}" cxnId="{AC033091-E60A-4AA4-9A6E-D4DF7CA21A39}" type="parTrans">
      <dgm:prSet/>
      <dgm:spPr/>
      <dgm:t>
        <a:bodyPr/>
        <a:lstStyle/>
        <a:p>
          <a:endParaRPr lang="zh-CN" altLang="en-US"/>
        </a:p>
      </dgm:t>
    </dgm:pt>
    <dgm:pt modelId="{6D5D6171-4101-4DBD-ACB5-1D2BC4ED0ACF}" cxnId="{AC033091-E60A-4AA4-9A6E-D4DF7CA21A39}" type="sibTrans">
      <dgm:prSet/>
      <dgm:spPr/>
      <dgm:t>
        <a:bodyPr/>
        <a:lstStyle/>
        <a:p>
          <a:endParaRPr lang="zh-CN" altLang="en-US"/>
        </a:p>
      </dgm:t>
    </dgm:pt>
    <dgm:pt modelId="{8B8EA215-FBDC-4CD2-BA61-F37A899F71E8}">
      <dgm:prSet custT="1"/>
      <dgm:spPr/>
      <dgm:t>
        <a:bodyPr/>
        <a:lstStyle/>
        <a:p>
          <a:pPr rtl="0"/>
          <a:r>
            <a:rPr lang="en-US" sz="1400" b="1" dirty="0" smtClean="0">
              <a:solidFill>
                <a:schemeClr val="tx1">
                  <a:lumMod val="95000"/>
                  <a:lumOff val="5000"/>
                </a:schemeClr>
              </a:solidFill>
            </a:rPr>
            <a:t>(5)PSD</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94F7A568-F838-4743-A032-A4E26D56A716}" cxnId="{C22EE8C3-55E2-4DCB-ADE6-462FC3FFE67E}" type="parTrans">
      <dgm:prSet/>
      <dgm:spPr/>
      <dgm:t>
        <a:bodyPr/>
        <a:lstStyle/>
        <a:p>
          <a:endParaRPr lang="zh-CN" altLang="en-US"/>
        </a:p>
      </dgm:t>
    </dgm:pt>
    <dgm:pt modelId="{9484A7F3-FEFC-4805-9397-B40E3FF4DE1A}" cxnId="{C22EE8C3-55E2-4DCB-ADE6-462FC3FFE67E}" type="sibTrans">
      <dgm:prSet/>
      <dgm:spPr/>
      <dgm:t>
        <a:bodyPr/>
        <a:lstStyle/>
        <a:p>
          <a:endParaRPr lang="zh-CN" altLang="en-US"/>
        </a:p>
      </dgm:t>
    </dgm:pt>
    <dgm:pt modelId="{1C18F526-DE48-46B1-ABC7-93037A0034A8}">
      <dgm:prSet custT="1"/>
      <dgm:spPr/>
      <dgm:t>
        <a:bodyPr/>
        <a:lstStyle/>
        <a:p>
          <a:pPr rtl="0"/>
          <a:r>
            <a:rPr lang="en-US" sz="1400" b="1" dirty="0" smtClean="0">
              <a:solidFill>
                <a:schemeClr val="tx1">
                  <a:lumMod val="95000"/>
                  <a:lumOff val="5000"/>
                </a:schemeClr>
              </a:solidFill>
            </a:rPr>
            <a:t>(6)PNG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241289D5-5040-41E3-927C-09D4C7BD469E}" cxnId="{8239AFE0-46BE-4D04-AF9F-76E548D37A75}" type="parTrans">
      <dgm:prSet/>
      <dgm:spPr/>
      <dgm:t>
        <a:bodyPr/>
        <a:lstStyle/>
        <a:p>
          <a:endParaRPr lang="zh-CN" altLang="en-US"/>
        </a:p>
      </dgm:t>
    </dgm:pt>
    <dgm:pt modelId="{741866AD-4E7D-45DD-8EFA-2A744FEA07B3}" cxnId="{8239AFE0-46BE-4D04-AF9F-76E548D37A75}" type="sibTrans">
      <dgm:prSet/>
      <dgm:spPr/>
      <dgm:t>
        <a:bodyPr/>
        <a:lstStyle/>
        <a:p>
          <a:endParaRPr lang="zh-CN" altLang="en-US"/>
        </a:p>
      </dgm:t>
    </dgm:pt>
    <dgm:pt modelId="{CB94AB6A-0C0B-4B26-9282-4D842B27A022}">
      <dgm:prSet custT="1"/>
      <dgm:spPr/>
      <dgm:t>
        <a:bodyPr/>
        <a:lstStyle/>
        <a:p>
          <a:pPr rtl="0"/>
          <a:r>
            <a:rPr lang="en-US" sz="1400" b="1" dirty="0" smtClean="0">
              <a:solidFill>
                <a:schemeClr val="tx1">
                  <a:lumMod val="95000"/>
                  <a:lumOff val="5000"/>
                </a:schemeClr>
              </a:solidFill>
            </a:rPr>
            <a:t>(7)SWF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39BC65BD-E60A-4848-8F79-19ECBBCE89CE}" cxnId="{3FF639AA-CD50-4AB5-9F7D-3847DB3C1BC9}" type="parTrans">
      <dgm:prSet/>
      <dgm:spPr/>
      <dgm:t>
        <a:bodyPr/>
        <a:lstStyle/>
        <a:p>
          <a:endParaRPr lang="zh-CN" altLang="en-US"/>
        </a:p>
      </dgm:t>
    </dgm:pt>
    <dgm:pt modelId="{BE1E6BBE-BB34-4D0A-A3E2-0066B6D8A4B1}" cxnId="{3FF639AA-CD50-4AB5-9F7D-3847DB3C1BC9}" type="sibTrans">
      <dgm:prSet/>
      <dgm:spPr/>
      <dgm:t>
        <a:bodyPr/>
        <a:lstStyle/>
        <a:p>
          <a:endParaRPr lang="zh-CN" altLang="en-US"/>
        </a:p>
      </dgm:t>
    </dgm:pt>
    <dgm:pt modelId="{AA663835-1654-407B-B6C6-E7D29009C169}">
      <dgm:prSet custT="1"/>
      <dgm:spPr/>
      <dgm:t>
        <a:bodyPr/>
        <a:lstStyle/>
        <a:p>
          <a:pPr rtl="0"/>
          <a:r>
            <a:rPr lang="en-US" sz="1400" b="1" dirty="0" smtClean="0">
              <a:solidFill>
                <a:schemeClr val="tx1">
                  <a:lumMod val="95000"/>
                  <a:lumOff val="5000"/>
                </a:schemeClr>
              </a:solidFill>
            </a:rPr>
            <a:t>(8)SVG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16AACDAE-D972-4E19-9197-FE9C490F0E20}" cxnId="{4175FE48-AA4C-4E3D-9E92-14A1E7FB20DF}" type="parTrans">
      <dgm:prSet/>
      <dgm:spPr/>
      <dgm:t>
        <a:bodyPr/>
        <a:lstStyle/>
        <a:p>
          <a:endParaRPr lang="zh-CN" altLang="en-US"/>
        </a:p>
      </dgm:t>
    </dgm:pt>
    <dgm:pt modelId="{0705F28F-E859-424C-91B8-88CB70D15608}" cxnId="{4175FE48-AA4C-4E3D-9E92-14A1E7FB20DF}" type="sibTrans">
      <dgm:prSet/>
      <dgm:spPr/>
      <dgm:t>
        <a:bodyPr/>
        <a:lstStyle/>
        <a:p>
          <a:endParaRPr lang="zh-CN" altLang="en-US"/>
        </a:p>
      </dgm:t>
    </dgm:pt>
    <dgm:pt modelId="{ED75E8A2-ACE6-48D5-B8E3-D7D7016D90D9}">
      <dgm:prSet custT="1"/>
      <dgm:spPr/>
      <dgm:t>
        <a:bodyPr/>
        <a:lstStyle/>
        <a:p>
          <a:pPr rtl="0"/>
          <a:r>
            <a:rPr lang="en-US" sz="1400" b="1" dirty="0" smtClean="0">
              <a:solidFill>
                <a:schemeClr val="tx1">
                  <a:lumMod val="95000"/>
                  <a:lumOff val="5000"/>
                </a:schemeClr>
              </a:solidFill>
            </a:rPr>
            <a:t>(9)PCX</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5E3E3F41-BDC1-420C-A34F-EBF7F96857DB}" cxnId="{5C03CE39-5879-4225-8C2F-935EDDC9DB10}" type="parTrans">
      <dgm:prSet/>
      <dgm:spPr/>
      <dgm:t>
        <a:bodyPr/>
        <a:lstStyle/>
        <a:p>
          <a:endParaRPr lang="zh-CN" altLang="en-US"/>
        </a:p>
      </dgm:t>
    </dgm:pt>
    <dgm:pt modelId="{FC6D5FEA-810A-4DE0-AABF-1A94DA9C0965}" cxnId="{5C03CE39-5879-4225-8C2F-935EDDC9DB10}" type="sibTrans">
      <dgm:prSet/>
      <dgm:spPr/>
      <dgm:t>
        <a:bodyPr/>
        <a:lstStyle/>
        <a:p>
          <a:endParaRPr lang="zh-CN" altLang="en-US"/>
        </a:p>
      </dgm:t>
    </dgm:pt>
    <dgm:pt modelId="{EB29EAE7-FD1E-4745-A089-54DEBCBC7BC5}">
      <dgm:prSet custT="1"/>
      <dgm:spPr/>
      <dgm:t>
        <a:bodyPr/>
        <a:lstStyle/>
        <a:p>
          <a:pPr rtl="0"/>
          <a:r>
            <a:rPr lang="en-US" sz="1400" b="1" dirty="0" smtClean="0">
              <a:solidFill>
                <a:schemeClr val="tx1">
                  <a:lumMod val="95000"/>
                  <a:lumOff val="5000"/>
                </a:schemeClr>
              </a:solidFill>
            </a:rPr>
            <a:t>(10)DXF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B4A2F4AB-FEDA-48DB-BAB3-98CF9A079173}" cxnId="{9839F867-49B9-4572-89AF-942297ACA236}" type="parTrans">
      <dgm:prSet/>
      <dgm:spPr/>
      <dgm:t>
        <a:bodyPr/>
        <a:lstStyle/>
        <a:p>
          <a:endParaRPr lang="zh-CN" altLang="en-US"/>
        </a:p>
      </dgm:t>
    </dgm:pt>
    <dgm:pt modelId="{7AFF992A-BB54-44B6-ACFE-6D15B7531EC0}" cxnId="{9839F867-49B9-4572-89AF-942297ACA236}" type="sibTrans">
      <dgm:prSet/>
      <dgm:spPr/>
      <dgm:t>
        <a:bodyPr/>
        <a:lstStyle/>
        <a:p>
          <a:endParaRPr lang="zh-CN" altLang="en-US"/>
        </a:p>
      </dgm:t>
    </dgm:pt>
    <dgm:pt modelId="{ECD00FB2-DF62-4A28-B3AC-12BF1F2C9F4B}">
      <dgm:prSet custT="1"/>
      <dgm:spPr/>
      <dgm:t>
        <a:bodyPr/>
        <a:lstStyle/>
        <a:p>
          <a:pPr rtl="0"/>
          <a:r>
            <a:rPr lang="en-US" sz="1400" b="1" dirty="0" smtClean="0">
              <a:solidFill>
                <a:schemeClr val="tx1">
                  <a:lumMod val="95000"/>
                  <a:lumOff val="5000"/>
                </a:schemeClr>
              </a:solidFill>
            </a:rPr>
            <a:t>(11)WMF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EF0EDA52-7140-42A8-9A2B-8BFCDA71F99F}" cxnId="{75257940-92D1-40B7-BB04-219431B2A070}" type="parTrans">
      <dgm:prSet/>
      <dgm:spPr/>
      <dgm:t>
        <a:bodyPr/>
        <a:lstStyle/>
        <a:p>
          <a:endParaRPr lang="zh-CN" altLang="en-US"/>
        </a:p>
      </dgm:t>
    </dgm:pt>
    <dgm:pt modelId="{8604E741-4CC4-48E2-BC34-2C1164D098D7}" cxnId="{75257940-92D1-40B7-BB04-219431B2A070}" type="sibTrans">
      <dgm:prSet/>
      <dgm:spPr/>
      <dgm:t>
        <a:bodyPr/>
        <a:lstStyle/>
        <a:p>
          <a:endParaRPr lang="zh-CN" altLang="en-US"/>
        </a:p>
      </dgm:t>
    </dgm:pt>
    <dgm:pt modelId="{897E05D8-2A53-489D-A9A9-4FB81195EFE6}">
      <dgm:prSet custT="1"/>
      <dgm:spPr/>
      <dgm:t>
        <a:bodyPr/>
        <a:lstStyle/>
        <a:p>
          <a:pPr rtl="0"/>
          <a:r>
            <a:rPr lang="en-US" sz="1400" b="1" dirty="0" smtClean="0">
              <a:solidFill>
                <a:schemeClr val="tx1">
                  <a:lumMod val="95000"/>
                  <a:lumOff val="5000"/>
                </a:schemeClr>
              </a:solidFill>
            </a:rPr>
            <a:t>(12)TGA</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gm:t>
    </dgm:pt>
    <dgm:pt modelId="{DBFEF1F3-2A21-49E8-A636-1B5D697CA9B9}" cxnId="{AD34030D-F40A-48CD-9F5F-0A272D5B5019}" type="parTrans">
      <dgm:prSet/>
      <dgm:spPr/>
      <dgm:t>
        <a:bodyPr/>
        <a:lstStyle/>
        <a:p>
          <a:endParaRPr lang="zh-CN" altLang="en-US"/>
        </a:p>
      </dgm:t>
    </dgm:pt>
    <dgm:pt modelId="{851F4450-46C7-439B-8A4B-FC11FC82F3EA}" cxnId="{AD34030D-F40A-48CD-9F5F-0A272D5B5019}" type="sibTrans">
      <dgm:prSet/>
      <dgm:spPr/>
      <dgm:t>
        <a:bodyPr/>
        <a:lstStyle/>
        <a:p>
          <a:endParaRPr lang="zh-CN" altLang="en-US"/>
        </a:p>
      </dgm:t>
    </dgm:pt>
    <dgm:pt modelId="{F58D49FA-8875-475F-B701-C848210B2FA6}" type="pres">
      <dgm:prSet presAssocID="{CAD3F25B-C037-43F8-98D1-18604F4F9750}" presName="diagram" presStyleCnt="0">
        <dgm:presLayoutVars>
          <dgm:dir/>
          <dgm:resizeHandles val="exact"/>
        </dgm:presLayoutVars>
      </dgm:prSet>
      <dgm:spPr/>
      <dgm:t>
        <a:bodyPr/>
        <a:lstStyle/>
        <a:p>
          <a:endParaRPr lang="zh-CN" altLang="en-US"/>
        </a:p>
      </dgm:t>
    </dgm:pt>
    <dgm:pt modelId="{399C4CFB-5D04-412C-886C-8E85C0F80C82}" type="pres">
      <dgm:prSet presAssocID="{CD4FE40A-0663-45B4-A452-818B2DDDBE70}" presName="arrow" presStyleLbl="node1" presStyleIdx="0" presStyleCnt="14" custScaleX="1022722" custScaleY="124971" custRadScaleRad="162822" custRadScaleInc="-204020">
        <dgm:presLayoutVars>
          <dgm:bulletEnabled val="1"/>
        </dgm:presLayoutVars>
      </dgm:prSet>
      <dgm:spPr>
        <a:prstGeom prst="flowChartProcess">
          <a:avLst/>
        </a:prstGeom>
      </dgm:spPr>
      <dgm:t>
        <a:bodyPr/>
        <a:lstStyle/>
        <a:p>
          <a:endParaRPr lang="zh-CN" altLang="en-US"/>
        </a:p>
      </dgm:t>
    </dgm:pt>
    <dgm:pt modelId="{1E7CEA6C-7F21-42B1-8528-10A09DF0DE4D}" type="pres">
      <dgm:prSet presAssocID="{AFCE6D99-D434-4154-82A1-7CF5CD2892F0}" presName="arrow" presStyleLbl="node1" presStyleIdx="1" presStyleCnt="14" custAng="20057143" custScaleX="238386" custScaleY="238386" custRadScaleRad="16144" custRadScaleInc="514979">
        <dgm:presLayoutVars>
          <dgm:bulletEnabled val="1"/>
        </dgm:presLayoutVars>
      </dgm:prSet>
      <dgm:spPr>
        <a:prstGeom prst="flowChartConnector">
          <a:avLst/>
        </a:prstGeom>
      </dgm:spPr>
      <dgm:t>
        <a:bodyPr/>
        <a:lstStyle/>
        <a:p>
          <a:endParaRPr lang="zh-CN" altLang="en-US"/>
        </a:p>
      </dgm:t>
    </dgm:pt>
    <dgm:pt modelId="{99E19A19-EA75-409D-88A7-4E77A8196AFD}" type="pres">
      <dgm:prSet presAssocID="{0C359289-4B7C-4DF5-A11E-A7ED912EAF63}" presName="arrow" presStyleLbl="node1" presStyleIdx="2" presStyleCnt="14" custScaleX="138393" custScaleY="138392" custRadScaleRad="59930" custRadScaleInc="-29843">
        <dgm:presLayoutVars>
          <dgm:bulletEnabled val="1"/>
        </dgm:presLayoutVars>
      </dgm:prSet>
      <dgm:spPr/>
      <dgm:t>
        <a:bodyPr/>
        <a:lstStyle/>
        <a:p>
          <a:endParaRPr lang="zh-CN" altLang="en-US"/>
        </a:p>
      </dgm:t>
    </dgm:pt>
    <dgm:pt modelId="{4CC7B138-BE79-46EC-9D93-1019100CB649}" type="pres">
      <dgm:prSet presAssocID="{71092F20-1B0B-46BD-A6CB-0712FE61F087}" presName="arrow" presStyleLbl="node1" presStyleIdx="3" presStyleCnt="14" custAng="292371" custScaleX="138393" custScaleY="138392" custRadScaleRad="67988" custRadScaleInc="3384">
        <dgm:presLayoutVars>
          <dgm:bulletEnabled val="1"/>
        </dgm:presLayoutVars>
      </dgm:prSet>
      <dgm:spPr/>
      <dgm:t>
        <a:bodyPr/>
        <a:lstStyle/>
        <a:p>
          <a:endParaRPr lang="zh-CN" altLang="en-US"/>
        </a:p>
      </dgm:t>
    </dgm:pt>
    <dgm:pt modelId="{6E8548A5-B7F8-4800-BF24-C1BDA4002D6A}" type="pres">
      <dgm:prSet presAssocID="{57282CC2-8B1C-4287-9B5F-F9153B36044B}" presName="arrow" presStyleLbl="node1" presStyleIdx="4" presStyleCnt="14" custAng="21458254" custScaleX="138393" custScaleY="138392" custRadScaleRad="79405" custRadScaleInc="8159">
        <dgm:presLayoutVars>
          <dgm:bulletEnabled val="1"/>
        </dgm:presLayoutVars>
      </dgm:prSet>
      <dgm:spPr/>
      <dgm:t>
        <a:bodyPr/>
        <a:lstStyle/>
        <a:p>
          <a:endParaRPr lang="zh-CN" altLang="en-US"/>
        </a:p>
      </dgm:t>
    </dgm:pt>
    <dgm:pt modelId="{3C1B8D46-3B15-460B-95EF-BE12488A03D4}" type="pres">
      <dgm:prSet presAssocID="{DA797405-2591-4222-9232-CED04ED005B0}" presName="arrow" presStyleLbl="node1" presStyleIdx="5" presStyleCnt="14" custScaleX="138393" custScaleY="138392" custRadScaleRad="89795" custRadScaleInc="5843">
        <dgm:presLayoutVars>
          <dgm:bulletEnabled val="1"/>
        </dgm:presLayoutVars>
      </dgm:prSet>
      <dgm:spPr/>
      <dgm:t>
        <a:bodyPr/>
        <a:lstStyle/>
        <a:p>
          <a:endParaRPr lang="zh-CN" altLang="en-US"/>
        </a:p>
      </dgm:t>
    </dgm:pt>
    <dgm:pt modelId="{C998DF74-9322-410F-92E9-5E83DEDB838B}" type="pres">
      <dgm:prSet presAssocID="{8B8EA215-FBDC-4CD2-BA61-F37A899F71E8}" presName="arrow" presStyleLbl="node1" presStyleIdx="6" presStyleCnt="14" custScaleX="138393" custScaleY="138392" custRadScaleRad="91760" custRadScaleInc="-6344">
        <dgm:presLayoutVars>
          <dgm:bulletEnabled val="1"/>
        </dgm:presLayoutVars>
      </dgm:prSet>
      <dgm:spPr/>
      <dgm:t>
        <a:bodyPr/>
        <a:lstStyle/>
        <a:p>
          <a:endParaRPr lang="zh-CN" altLang="en-US"/>
        </a:p>
      </dgm:t>
    </dgm:pt>
    <dgm:pt modelId="{FD195CCF-240B-48CD-8F73-88D168DD4B54}" type="pres">
      <dgm:prSet presAssocID="{1C18F526-DE48-46B1-ABC7-93037A0034A8}" presName="arrow" presStyleLbl="node1" presStyleIdx="7" presStyleCnt="14" custScaleX="138393" custScaleY="138392" custRadScaleRad="90075" custRadScaleInc="-32018">
        <dgm:presLayoutVars>
          <dgm:bulletEnabled val="1"/>
        </dgm:presLayoutVars>
      </dgm:prSet>
      <dgm:spPr/>
      <dgm:t>
        <a:bodyPr/>
        <a:lstStyle/>
        <a:p>
          <a:endParaRPr lang="zh-CN" altLang="en-US"/>
        </a:p>
      </dgm:t>
    </dgm:pt>
    <dgm:pt modelId="{72FBCFEA-D887-4B5F-8F13-0F06CCD99107}" type="pres">
      <dgm:prSet presAssocID="{CB94AB6A-0C0B-4B26-9282-4D842B27A022}" presName="arrow" presStyleLbl="node1" presStyleIdx="8" presStyleCnt="14" custScaleX="138393" custScaleY="138392" custRadScaleRad="86039" custRadScaleInc="-46132">
        <dgm:presLayoutVars>
          <dgm:bulletEnabled val="1"/>
        </dgm:presLayoutVars>
      </dgm:prSet>
      <dgm:spPr/>
      <dgm:t>
        <a:bodyPr/>
        <a:lstStyle/>
        <a:p>
          <a:endParaRPr lang="zh-CN" altLang="en-US"/>
        </a:p>
      </dgm:t>
    </dgm:pt>
    <dgm:pt modelId="{11836D5D-380B-408C-9BD0-8E677A10A6D5}" type="pres">
      <dgm:prSet presAssocID="{AA663835-1654-407B-B6C6-E7D29009C169}" presName="arrow" presStyleLbl="node1" presStyleIdx="9" presStyleCnt="14" custScaleX="138393" custScaleY="138392" custRadScaleRad="81719" custRadScaleInc="-53935">
        <dgm:presLayoutVars>
          <dgm:bulletEnabled val="1"/>
        </dgm:presLayoutVars>
      </dgm:prSet>
      <dgm:spPr/>
      <dgm:t>
        <a:bodyPr/>
        <a:lstStyle/>
        <a:p>
          <a:endParaRPr lang="zh-CN" altLang="en-US"/>
        </a:p>
      </dgm:t>
    </dgm:pt>
    <dgm:pt modelId="{B0D24EB6-DA7F-4EF1-BA1B-F50CC0E5C6C8}" type="pres">
      <dgm:prSet presAssocID="{ED75E8A2-ACE6-48D5-B8E3-D7D7016D90D9}" presName="arrow" presStyleLbl="node1" presStyleIdx="10" presStyleCnt="14" custAng="771429" custScaleX="138393" custScaleY="138392" custRadScaleRad="70336" custRadScaleInc="-48583">
        <dgm:presLayoutVars>
          <dgm:bulletEnabled val="1"/>
        </dgm:presLayoutVars>
      </dgm:prSet>
      <dgm:spPr/>
      <dgm:t>
        <a:bodyPr/>
        <a:lstStyle/>
        <a:p>
          <a:endParaRPr lang="zh-CN" altLang="en-US"/>
        </a:p>
      </dgm:t>
    </dgm:pt>
    <dgm:pt modelId="{CB1CFD97-D661-46BB-9B6C-EA782E1ECC84}" type="pres">
      <dgm:prSet presAssocID="{EB29EAE7-FD1E-4745-A089-54DEBCBC7BC5}" presName="arrow" presStyleLbl="node1" presStyleIdx="11" presStyleCnt="14" custAng="257452" custScaleX="138393" custScaleY="138392" custRadScaleRad="56957" custRadScaleInc="-17680">
        <dgm:presLayoutVars>
          <dgm:bulletEnabled val="1"/>
        </dgm:presLayoutVars>
      </dgm:prSet>
      <dgm:spPr/>
      <dgm:t>
        <a:bodyPr/>
        <a:lstStyle/>
        <a:p>
          <a:endParaRPr lang="zh-CN" altLang="en-US"/>
        </a:p>
      </dgm:t>
    </dgm:pt>
    <dgm:pt modelId="{8EA663F6-2052-47CC-BD87-CD715BA9A159}" type="pres">
      <dgm:prSet presAssocID="{ECD00FB2-DF62-4A28-B3AC-12BF1F2C9F4B}" presName="arrow" presStyleLbl="node1" presStyleIdx="12" presStyleCnt="14" custScaleX="138393" custScaleY="138392" custRadScaleRad="53166" custRadScaleInc="38507">
        <dgm:presLayoutVars>
          <dgm:bulletEnabled val="1"/>
        </dgm:presLayoutVars>
      </dgm:prSet>
      <dgm:spPr/>
      <dgm:t>
        <a:bodyPr/>
        <a:lstStyle/>
        <a:p>
          <a:endParaRPr lang="zh-CN" altLang="en-US"/>
        </a:p>
      </dgm:t>
    </dgm:pt>
    <dgm:pt modelId="{41C02123-C84D-4312-AA51-99260118A724}" type="pres">
      <dgm:prSet presAssocID="{897E05D8-2A53-489D-A9A9-4FB81195EFE6}" presName="arrow" presStyleLbl="node1" presStyleIdx="13" presStyleCnt="14" custAng="1054882" custScaleX="147442" custScaleY="138392" custRadScaleRad="55000" custRadScaleInc="119233">
        <dgm:presLayoutVars>
          <dgm:bulletEnabled val="1"/>
        </dgm:presLayoutVars>
      </dgm:prSet>
      <dgm:spPr/>
      <dgm:t>
        <a:bodyPr/>
        <a:lstStyle/>
        <a:p>
          <a:endParaRPr lang="zh-CN" altLang="en-US"/>
        </a:p>
      </dgm:t>
    </dgm:pt>
  </dgm:ptLst>
  <dgm:cxnLst>
    <dgm:cxn modelId="{25BE9C41-5677-4152-9441-0715794C7239}" srcId="{CAD3F25B-C037-43F8-98D1-18604F4F9750}" destId="{71092F20-1B0B-46BD-A6CB-0712FE61F087}" srcOrd="3" destOrd="0" parTransId="{002EE927-A0E7-4337-8940-BE26527BFC54}" sibTransId="{249CAB32-6C73-4DC7-A2CD-97A9CEB5F5D3}"/>
    <dgm:cxn modelId="{83A2F980-C41B-4819-8D39-F9445C626B6C}" type="presOf" srcId="{CD4FE40A-0663-45B4-A452-818B2DDDBE70}" destId="{399C4CFB-5D04-412C-886C-8E85C0F80C82}" srcOrd="0" destOrd="0" presId="urn:microsoft.com/office/officeart/2005/8/layout/arrow5"/>
    <dgm:cxn modelId="{FA2D0677-DEBF-464F-A19F-540C06FC4B49}" srcId="{CAD3F25B-C037-43F8-98D1-18604F4F9750}" destId="{CD4FE40A-0663-45B4-A452-818B2DDDBE70}" srcOrd="0" destOrd="0" parTransId="{207E031B-FF23-42EC-8EB8-C8C7CD82E373}" sibTransId="{47C4A8A6-8294-44DE-98F9-42756F00892A}"/>
    <dgm:cxn modelId="{8239AFE0-46BE-4D04-AF9F-76E548D37A75}" srcId="{CAD3F25B-C037-43F8-98D1-18604F4F9750}" destId="{1C18F526-DE48-46B1-ABC7-93037A0034A8}" srcOrd="7" destOrd="0" parTransId="{241289D5-5040-41E3-927C-09D4C7BD469E}" sibTransId="{741866AD-4E7D-45DD-8EFA-2A744FEA07B3}"/>
    <dgm:cxn modelId="{618B5DC7-6722-4E7D-9224-F426857F22A6}" type="presOf" srcId="{897E05D8-2A53-489D-A9A9-4FB81195EFE6}" destId="{41C02123-C84D-4312-AA51-99260118A724}" srcOrd="0" destOrd="0" presId="urn:microsoft.com/office/officeart/2005/8/layout/arrow5"/>
    <dgm:cxn modelId="{2A0C519F-12DB-48E6-AFD1-1BA3C73DE518}" type="presOf" srcId="{AFCE6D99-D434-4154-82A1-7CF5CD2892F0}" destId="{1E7CEA6C-7F21-42B1-8528-10A09DF0DE4D}" srcOrd="0" destOrd="0" presId="urn:microsoft.com/office/officeart/2005/8/layout/arrow5"/>
    <dgm:cxn modelId="{15D427B8-1282-47F7-BAA9-872820932C9C}" type="presOf" srcId="{EB29EAE7-FD1E-4745-A089-54DEBCBC7BC5}" destId="{CB1CFD97-D661-46BB-9B6C-EA782E1ECC84}" srcOrd="0" destOrd="0" presId="urn:microsoft.com/office/officeart/2005/8/layout/arrow5"/>
    <dgm:cxn modelId="{B3A1BDEC-DDDE-49E7-BF3F-D3DD00479C04}" srcId="{CAD3F25B-C037-43F8-98D1-18604F4F9750}" destId="{0C359289-4B7C-4DF5-A11E-A7ED912EAF63}" srcOrd="2" destOrd="0" parTransId="{41BA2B10-C7D3-4A2B-B39F-A2AD5AD206F3}" sibTransId="{527516E0-5C51-4638-9650-6480FBEAC85E}"/>
    <dgm:cxn modelId="{96AB5A19-2EC6-4664-A9C7-25BB46592CD7}" type="presOf" srcId="{DA797405-2591-4222-9232-CED04ED005B0}" destId="{3C1B8D46-3B15-460B-95EF-BE12488A03D4}" srcOrd="0" destOrd="0" presId="urn:microsoft.com/office/officeart/2005/8/layout/arrow5"/>
    <dgm:cxn modelId="{AC033091-E60A-4AA4-9A6E-D4DF7CA21A39}" srcId="{CAD3F25B-C037-43F8-98D1-18604F4F9750}" destId="{DA797405-2591-4222-9232-CED04ED005B0}" srcOrd="5" destOrd="0" parTransId="{59A3FBF1-8EBF-4E73-8BD3-DF00C54BF4FF}" sibTransId="{6D5D6171-4101-4DBD-ACB5-1D2BC4ED0ACF}"/>
    <dgm:cxn modelId="{3FF639AA-CD50-4AB5-9F7D-3847DB3C1BC9}" srcId="{CAD3F25B-C037-43F8-98D1-18604F4F9750}" destId="{CB94AB6A-0C0B-4B26-9282-4D842B27A022}" srcOrd="8" destOrd="0" parTransId="{39BC65BD-E60A-4848-8F79-19ECBBCE89CE}" sibTransId="{BE1E6BBE-BB34-4D0A-A3E2-0066B6D8A4B1}"/>
    <dgm:cxn modelId="{153B182C-B8C2-4033-B7DC-E2F2FA459C82}" type="presOf" srcId="{8B8EA215-FBDC-4CD2-BA61-F37A899F71E8}" destId="{C998DF74-9322-410F-92E9-5E83DEDB838B}" srcOrd="0" destOrd="0" presId="urn:microsoft.com/office/officeart/2005/8/layout/arrow5"/>
    <dgm:cxn modelId="{9F11108C-C1A0-4849-99D8-EC5CCFBBFA22}" type="presOf" srcId="{ECD00FB2-DF62-4A28-B3AC-12BF1F2C9F4B}" destId="{8EA663F6-2052-47CC-BD87-CD715BA9A159}" srcOrd="0" destOrd="0" presId="urn:microsoft.com/office/officeart/2005/8/layout/arrow5"/>
    <dgm:cxn modelId="{75257940-92D1-40B7-BB04-219431B2A070}" srcId="{CAD3F25B-C037-43F8-98D1-18604F4F9750}" destId="{ECD00FB2-DF62-4A28-B3AC-12BF1F2C9F4B}" srcOrd="12" destOrd="0" parTransId="{EF0EDA52-7140-42A8-9A2B-8BFCDA71F99F}" sibTransId="{8604E741-4CC4-48E2-BC34-2C1164D098D7}"/>
    <dgm:cxn modelId="{E965D160-BD81-4B24-9BED-0A5EB9715E79}" type="presOf" srcId="{57282CC2-8B1C-4287-9B5F-F9153B36044B}" destId="{6E8548A5-B7F8-4800-BF24-C1BDA4002D6A}" srcOrd="0" destOrd="0" presId="urn:microsoft.com/office/officeart/2005/8/layout/arrow5"/>
    <dgm:cxn modelId="{F3130B9A-CC32-4645-9D1A-E3805E05C2BE}" type="presOf" srcId="{1C18F526-DE48-46B1-ABC7-93037A0034A8}" destId="{FD195CCF-240B-48CD-8F73-88D168DD4B54}" srcOrd="0" destOrd="0" presId="urn:microsoft.com/office/officeart/2005/8/layout/arrow5"/>
    <dgm:cxn modelId="{4175FE48-AA4C-4E3D-9E92-14A1E7FB20DF}" srcId="{CAD3F25B-C037-43F8-98D1-18604F4F9750}" destId="{AA663835-1654-407B-B6C6-E7D29009C169}" srcOrd="9" destOrd="0" parTransId="{16AACDAE-D972-4E19-9197-FE9C490F0E20}" sibTransId="{0705F28F-E859-424C-91B8-88CB70D15608}"/>
    <dgm:cxn modelId="{AEFB608D-B3BE-4AC8-8A95-DAC695C96A0A}" type="presOf" srcId="{71092F20-1B0B-46BD-A6CB-0712FE61F087}" destId="{4CC7B138-BE79-46EC-9D93-1019100CB649}" srcOrd="0" destOrd="0" presId="urn:microsoft.com/office/officeart/2005/8/layout/arrow5"/>
    <dgm:cxn modelId="{AD34030D-F40A-48CD-9F5F-0A272D5B5019}" srcId="{CAD3F25B-C037-43F8-98D1-18604F4F9750}" destId="{897E05D8-2A53-489D-A9A9-4FB81195EFE6}" srcOrd="13" destOrd="0" parTransId="{DBFEF1F3-2A21-49E8-A636-1B5D697CA9B9}" sibTransId="{851F4450-46C7-439B-8A4B-FC11FC82F3EA}"/>
    <dgm:cxn modelId="{A1C386D2-D8AE-4A66-B044-D4E717AEC8BB}" type="presOf" srcId="{0C359289-4B7C-4DF5-A11E-A7ED912EAF63}" destId="{99E19A19-EA75-409D-88A7-4E77A8196AFD}" srcOrd="0" destOrd="0" presId="urn:microsoft.com/office/officeart/2005/8/layout/arrow5"/>
    <dgm:cxn modelId="{DFECAD94-B7B7-4B49-B7E6-EDF4188427E4}" type="presOf" srcId="{CB94AB6A-0C0B-4B26-9282-4D842B27A022}" destId="{72FBCFEA-D887-4B5F-8F13-0F06CCD99107}" srcOrd="0" destOrd="0" presId="urn:microsoft.com/office/officeart/2005/8/layout/arrow5"/>
    <dgm:cxn modelId="{9839F867-49B9-4572-89AF-942297ACA236}" srcId="{CAD3F25B-C037-43F8-98D1-18604F4F9750}" destId="{EB29EAE7-FD1E-4745-A089-54DEBCBC7BC5}" srcOrd="11" destOrd="0" parTransId="{B4A2F4AB-FEDA-48DB-BAB3-98CF9A079173}" sibTransId="{7AFF992A-BB54-44B6-ACFE-6D15B7531EC0}"/>
    <dgm:cxn modelId="{C62F44ED-4F81-4192-8A0A-D4B5B822E985}" srcId="{CAD3F25B-C037-43F8-98D1-18604F4F9750}" destId="{AFCE6D99-D434-4154-82A1-7CF5CD2892F0}" srcOrd="1" destOrd="0" parTransId="{CAC99A56-F179-482C-857A-785A2D3F6ABA}" sibTransId="{6CB77D07-4FCF-47B6-ABBD-895249926AF0}"/>
    <dgm:cxn modelId="{5C03CE39-5879-4225-8C2F-935EDDC9DB10}" srcId="{CAD3F25B-C037-43F8-98D1-18604F4F9750}" destId="{ED75E8A2-ACE6-48D5-B8E3-D7D7016D90D9}" srcOrd="10" destOrd="0" parTransId="{5E3E3F41-BDC1-420C-A34F-EBF7F96857DB}" sibTransId="{FC6D5FEA-810A-4DE0-AABF-1A94DA9C0965}"/>
    <dgm:cxn modelId="{77DE7249-BC62-4F43-8166-231934045B51}" srcId="{CAD3F25B-C037-43F8-98D1-18604F4F9750}" destId="{57282CC2-8B1C-4287-9B5F-F9153B36044B}" srcOrd="4" destOrd="0" parTransId="{1FF715AC-446B-45E7-BAC3-E2EBE3877734}" sibTransId="{5DC98AC2-824F-4FFE-8B78-EE626FAD899E}"/>
    <dgm:cxn modelId="{C22EE8C3-55E2-4DCB-ADE6-462FC3FFE67E}" srcId="{CAD3F25B-C037-43F8-98D1-18604F4F9750}" destId="{8B8EA215-FBDC-4CD2-BA61-F37A899F71E8}" srcOrd="6" destOrd="0" parTransId="{94F7A568-F838-4743-A032-A4E26D56A716}" sibTransId="{9484A7F3-FEFC-4805-9397-B40E3FF4DE1A}"/>
    <dgm:cxn modelId="{878FD74B-EBB4-4FCF-B129-B9FA0A7E59E7}" type="presOf" srcId="{AA663835-1654-407B-B6C6-E7D29009C169}" destId="{11836D5D-380B-408C-9BD0-8E677A10A6D5}" srcOrd="0" destOrd="0" presId="urn:microsoft.com/office/officeart/2005/8/layout/arrow5"/>
    <dgm:cxn modelId="{760BA519-4699-4FB4-A4E6-AE6AABD622DA}" type="presOf" srcId="{CAD3F25B-C037-43F8-98D1-18604F4F9750}" destId="{F58D49FA-8875-475F-B701-C848210B2FA6}" srcOrd="0" destOrd="0" presId="urn:microsoft.com/office/officeart/2005/8/layout/arrow5"/>
    <dgm:cxn modelId="{C5520E47-DE9A-492D-BB52-1FE5F4191908}" type="presOf" srcId="{ED75E8A2-ACE6-48D5-B8E3-D7D7016D90D9}" destId="{B0D24EB6-DA7F-4EF1-BA1B-F50CC0E5C6C8}" srcOrd="0" destOrd="0" presId="urn:microsoft.com/office/officeart/2005/8/layout/arrow5"/>
    <dgm:cxn modelId="{2B539314-4ACE-4B79-950F-40718A668721}" type="presParOf" srcId="{F58D49FA-8875-475F-B701-C848210B2FA6}" destId="{399C4CFB-5D04-412C-886C-8E85C0F80C82}" srcOrd="0" destOrd="0" presId="urn:microsoft.com/office/officeart/2005/8/layout/arrow5"/>
    <dgm:cxn modelId="{AAA65155-0112-4951-A72E-580A0275B3EC}" type="presParOf" srcId="{F58D49FA-8875-475F-B701-C848210B2FA6}" destId="{1E7CEA6C-7F21-42B1-8528-10A09DF0DE4D}" srcOrd="1" destOrd="0" presId="urn:microsoft.com/office/officeart/2005/8/layout/arrow5"/>
    <dgm:cxn modelId="{0B302411-B04F-47C3-AC43-5C54FC1DD9BE}" type="presParOf" srcId="{F58D49FA-8875-475F-B701-C848210B2FA6}" destId="{99E19A19-EA75-409D-88A7-4E77A8196AFD}" srcOrd="2" destOrd="0" presId="urn:microsoft.com/office/officeart/2005/8/layout/arrow5"/>
    <dgm:cxn modelId="{A141BE9C-DEE7-4121-B94C-B42B5DAA189D}" type="presParOf" srcId="{F58D49FA-8875-475F-B701-C848210B2FA6}" destId="{4CC7B138-BE79-46EC-9D93-1019100CB649}" srcOrd="3" destOrd="0" presId="urn:microsoft.com/office/officeart/2005/8/layout/arrow5"/>
    <dgm:cxn modelId="{8F35526E-4383-40F4-9264-31B73F387CEB}" type="presParOf" srcId="{F58D49FA-8875-475F-B701-C848210B2FA6}" destId="{6E8548A5-B7F8-4800-BF24-C1BDA4002D6A}" srcOrd="4" destOrd="0" presId="urn:microsoft.com/office/officeart/2005/8/layout/arrow5"/>
    <dgm:cxn modelId="{AA19A083-B43E-4222-9B39-1E513288C3A5}" type="presParOf" srcId="{F58D49FA-8875-475F-B701-C848210B2FA6}" destId="{3C1B8D46-3B15-460B-95EF-BE12488A03D4}" srcOrd="5" destOrd="0" presId="urn:microsoft.com/office/officeart/2005/8/layout/arrow5"/>
    <dgm:cxn modelId="{56B7EA21-6488-4AEA-A140-BDCE3C7826BF}" type="presParOf" srcId="{F58D49FA-8875-475F-B701-C848210B2FA6}" destId="{C998DF74-9322-410F-92E9-5E83DEDB838B}" srcOrd="6" destOrd="0" presId="urn:microsoft.com/office/officeart/2005/8/layout/arrow5"/>
    <dgm:cxn modelId="{CB0017DA-3134-485B-B1B9-F8D336FA6BCC}" type="presParOf" srcId="{F58D49FA-8875-475F-B701-C848210B2FA6}" destId="{FD195CCF-240B-48CD-8F73-88D168DD4B54}" srcOrd="7" destOrd="0" presId="urn:microsoft.com/office/officeart/2005/8/layout/arrow5"/>
    <dgm:cxn modelId="{3D233783-3DEF-4D6C-B76A-3289E8685169}" type="presParOf" srcId="{F58D49FA-8875-475F-B701-C848210B2FA6}" destId="{72FBCFEA-D887-4B5F-8F13-0F06CCD99107}" srcOrd="8" destOrd="0" presId="urn:microsoft.com/office/officeart/2005/8/layout/arrow5"/>
    <dgm:cxn modelId="{AAB20F04-F2D2-4EDA-96FE-0AA2436A6CF2}" type="presParOf" srcId="{F58D49FA-8875-475F-B701-C848210B2FA6}" destId="{11836D5D-380B-408C-9BD0-8E677A10A6D5}" srcOrd="9" destOrd="0" presId="urn:microsoft.com/office/officeart/2005/8/layout/arrow5"/>
    <dgm:cxn modelId="{81064030-2CEB-4616-9B51-B595EE163822}" type="presParOf" srcId="{F58D49FA-8875-475F-B701-C848210B2FA6}" destId="{B0D24EB6-DA7F-4EF1-BA1B-F50CC0E5C6C8}" srcOrd="10" destOrd="0" presId="urn:microsoft.com/office/officeart/2005/8/layout/arrow5"/>
    <dgm:cxn modelId="{F054FDEC-9E7D-4820-9F95-2FFEEB642ED7}" type="presParOf" srcId="{F58D49FA-8875-475F-B701-C848210B2FA6}" destId="{CB1CFD97-D661-46BB-9B6C-EA782E1ECC84}" srcOrd="11" destOrd="0" presId="urn:microsoft.com/office/officeart/2005/8/layout/arrow5"/>
    <dgm:cxn modelId="{F5C849BF-232F-4C88-93D7-DE45F60E670E}" type="presParOf" srcId="{F58D49FA-8875-475F-B701-C848210B2FA6}" destId="{8EA663F6-2052-47CC-BD87-CD715BA9A159}" srcOrd="12" destOrd="0" presId="urn:microsoft.com/office/officeart/2005/8/layout/arrow5"/>
    <dgm:cxn modelId="{5A05B5EF-4BCB-4B3D-B0F7-95467CD1192C}" type="presParOf" srcId="{F58D49FA-8875-475F-B701-C848210B2FA6}" destId="{41C02123-C84D-4312-AA51-99260118A724}" srcOrd="13" destOrd="0" presId="urn:microsoft.com/office/officeart/2005/8/layout/arrow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4B88B2-F962-4C68-9DB4-293F5FF7FB5A}" type="doc">
      <dgm:prSet loTypeId="urn:microsoft.com/office/officeart/2005/8/layout/venn1" loCatId="relationship" qsTypeId="urn:microsoft.com/office/officeart/2005/8/quickstyle/simple1" qsCatId="simple" csTypeId="urn:microsoft.com/office/officeart/2005/8/colors/colorful2" csCatId="colorful"/>
      <dgm:spPr/>
      <dgm:t>
        <a:bodyPr/>
        <a:lstStyle/>
        <a:p>
          <a:endParaRPr lang="zh-CN" altLang="en-US"/>
        </a:p>
      </dgm:t>
    </dgm:pt>
    <dgm:pt modelId="{2DB1BA30-E14D-4685-8AD9-CA6FF7BC5F4C}">
      <dgm:prSet/>
      <dgm:spPr/>
      <dgm:t>
        <a:bodyPr/>
        <a:lstStyle/>
        <a:p>
          <a:pPr rtl="0"/>
          <a:r>
            <a:rPr lang="en-US" b="1" dirty="0" smtClean="0">
              <a:solidFill>
                <a:srgbClr val="C00000"/>
              </a:solidFill>
            </a:rPr>
            <a:t>2.</a:t>
          </a:r>
          <a:r>
            <a:rPr lang="zh-CN" b="1" dirty="0" smtClean="0">
              <a:solidFill>
                <a:srgbClr val="C00000"/>
              </a:solidFill>
            </a:rPr>
            <a:t>音频文件格式</a:t>
          </a:r>
          <a:endParaRPr lang="zh-CN" b="1" dirty="0">
            <a:solidFill>
              <a:srgbClr val="C00000"/>
            </a:solidFill>
          </a:endParaRPr>
        </a:p>
      </dgm:t>
    </dgm:pt>
    <dgm:pt modelId="{FDBD2998-0141-4E6D-ADE6-A6F45A0979C1}" cxnId="{277A62D6-EA5D-49BC-9D0F-647350086502}" type="parTrans">
      <dgm:prSet/>
      <dgm:spPr/>
      <dgm:t>
        <a:bodyPr/>
        <a:lstStyle/>
        <a:p>
          <a:endParaRPr lang="zh-CN" altLang="en-US" b="0"/>
        </a:p>
      </dgm:t>
    </dgm:pt>
    <dgm:pt modelId="{A7D84AD5-20FA-45DE-BAD0-EF7C85885BC4}" cxnId="{277A62D6-EA5D-49BC-9D0F-647350086502}" type="sibTrans">
      <dgm:prSet/>
      <dgm:spPr/>
      <dgm:t>
        <a:bodyPr/>
        <a:lstStyle/>
        <a:p>
          <a:endParaRPr lang="zh-CN" altLang="en-US" b="0"/>
        </a:p>
      </dgm:t>
    </dgm:pt>
    <dgm:pt modelId="{8E4BD46D-98B7-43CC-829C-A789A48E758A}">
      <dgm:prSet/>
      <dgm:spPr/>
      <dgm:t>
        <a:bodyPr/>
        <a:lstStyle/>
        <a:p>
          <a:pPr rtl="0"/>
          <a:r>
            <a:rPr lang="en-US" b="0" dirty="0" smtClean="0"/>
            <a:t>(1).MIDI</a:t>
          </a:r>
          <a:r>
            <a:rPr lang="zh-CN" b="0" dirty="0" smtClean="0"/>
            <a:t>或</a:t>
          </a:r>
          <a:r>
            <a:rPr lang="en-US" b="0" dirty="0" smtClean="0"/>
            <a:t>.MID</a:t>
          </a:r>
          <a:r>
            <a:rPr lang="zh-CN" b="0" dirty="0" smtClean="0"/>
            <a:t>格式。</a:t>
          </a:r>
          <a:endParaRPr lang="zh-CN" b="0" dirty="0"/>
        </a:p>
      </dgm:t>
    </dgm:pt>
    <dgm:pt modelId="{A73DFB79-F642-4763-8CCD-292EC20EC74F}" cxnId="{5F384329-29D9-49C9-A6A7-A565432B7593}" type="parTrans">
      <dgm:prSet/>
      <dgm:spPr/>
      <dgm:t>
        <a:bodyPr/>
        <a:lstStyle/>
        <a:p>
          <a:endParaRPr lang="zh-CN" altLang="en-US" b="0"/>
        </a:p>
      </dgm:t>
    </dgm:pt>
    <dgm:pt modelId="{77BFA97E-8309-466B-A492-B685F21D9DEF}" cxnId="{5F384329-29D9-49C9-A6A7-A565432B7593}" type="sibTrans">
      <dgm:prSet/>
      <dgm:spPr/>
      <dgm:t>
        <a:bodyPr/>
        <a:lstStyle/>
        <a:p>
          <a:endParaRPr lang="zh-CN" altLang="en-US" b="0"/>
        </a:p>
      </dgm:t>
    </dgm:pt>
    <dgm:pt modelId="{2523AC21-96DE-433E-A8BC-8AAC0D891CD7}">
      <dgm:prSet/>
      <dgm:spPr/>
      <dgm:t>
        <a:bodyPr/>
        <a:lstStyle/>
        <a:p>
          <a:pPr rtl="0"/>
          <a:r>
            <a:rPr lang="en-US" b="0" dirty="0" smtClean="0"/>
            <a:t>(2).WAVE</a:t>
          </a:r>
          <a:r>
            <a:rPr lang="zh-CN" b="0" dirty="0" smtClean="0"/>
            <a:t>或</a:t>
          </a:r>
          <a:r>
            <a:rPr lang="en-US" b="0" dirty="0" smtClean="0"/>
            <a:t>.WAV</a:t>
          </a:r>
          <a:r>
            <a:rPr lang="zh-CN" b="0" dirty="0" smtClean="0"/>
            <a:t>格式。</a:t>
          </a:r>
          <a:endParaRPr lang="zh-CN" b="0" dirty="0"/>
        </a:p>
      </dgm:t>
    </dgm:pt>
    <dgm:pt modelId="{AEC55E12-F986-491E-BB67-1173D57D2673}" cxnId="{0C92B965-9E2C-4AD7-9DB0-D72F3EF40B81}" type="parTrans">
      <dgm:prSet/>
      <dgm:spPr/>
      <dgm:t>
        <a:bodyPr/>
        <a:lstStyle/>
        <a:p>
          <a:endParaRPr lang="zh-CN" altLang="en-US" b="0"/>
        </a:p>
      </dgm:t>
    </dgm:pt>
    <dgm:pt modelId="{48AC49A1-1FB4-4231-9F2A-2F1CC4ACBDC5}" cxnId="{0C92B965-9E2C-4AD7-9DB0-D72F3EF40B81}" type="sibTrans">
      <dgm:prSet/>
      <dgm:spPr/>
      <dgm:t>
        <a:bodyPr/>
        <a:lstStyle/>
        <a:p>
          <a:endParaRPr lang="zh-CN" altLang="en-US" b="0"/>
        </a:p>
      </dgm:t>
    </dgm:pt>
    <dgm:pt modelId="{3E29CCD0-1D49-4C6B-8EFF-FB065F4BE5B7}">
      <dgm:prSet/>
      <dgm:spPr/>
      <dgm:t>
        <a:bodyPr/>
        <a:lstStyle/>
        <a:p>
          <a:pPr rtl="0"/>
          <a:r>
            <a:rPr lang="en-US" b="0" dirty="0" smtClean="0"/>
            <a:t>(3).MP3</a:t>
          </a:r>
          <a:r>
            <a:rPr lang="zh-CN" b="0" dirty="0" smtClean="0"/>
            <a:t>格式。</a:t>
          </a:r>
          <a:endParaRPr lang="zh-CN" b="0" dirty="0"/>
        </a:p>
      </dgm:t>
    </dgm:pt>
    <dgm:pt modelId="{FA737919-7D7E-4ED3-A5BA-8A5C78B16531}" cxnId="{8B527418-1CA1-472D-AD9F-B14935ADC952}" type="parTrans">
      <dgm:prSet/>
      <dgm:spPr/>
      <dgm:t>
        <a:bodyPr/>
        <a:lstStyle/>
        <a:p>
          <a:endParaRPr lang="zh-CN" altLang="en-US" b="0"/>
        </a:p>
      </dgm:t>
    </dgm:pt>
    <dgm:pt modelId="{D7D74BE3-C066-476A-A990-FB22EB3BF2EC}" cxnId="{8B527418-1CA1-472D-AD9F-B14935ADC952}" type="sibTrans">
      <dgm:prSet/>
      <dgm:spPr/>
      <dgm:t>
        <a:bodyPr/>
        <a:lstStyle/>
        <a:p>
          <a:endParaRPr lang="zh-CN" altLang="en-US" b="0"/>
        </a:p>
      </dgm:t>
    </dgm:pt>
    <dgm:pt modelId="{23A54ACC-3C2F-40B4-9207-A34B12E26D2B}">
      <dgm:prSet/>
      <dgm:spPr/>
      <dgm:t>
        <a:bodyPr/>
        <a:lstStyle/>
        <a:p>
          <a:pPr rtl="0"/>
          <a:r>
            <a:rPr lang="en-US" b="0" dirty="0" smtClean="0"/>
            <a:t>(4).AU</a:t>
          </a:r>
          <a:r>
            <a:rPr lang="zh-CN" b="0" dirty="0" smtClean="0"/>
            <a:t>格式。</a:t>
          </a:r>
          <a:endParaRPr lang="zh-CN" b="0" dirty="0"/>
        </a:p>
      </dgm:t>
    </dgm:pt>
    <dgm:pt modelId="{F56302DF-A351-40C1-A28B-B80C30747971}" cxnId="{5D614C09-86C6-439D-BBA2-9A0DABC0AF87}" type="parTrans">
      <dgm:prSet/>
      <dgm:spPr/>
      <dgm:t>
        <a:bodyPr/>
        <a:lstStyle/>
        <a:p>
          <a:endParaRPr lang="zh-CN" altLang="en-US" b="0"/>
        </a:p>
      </dgm:t>
    </dgm:pt>
    <dgm:pt modelId="{FEC4331A-F866-447A-9C85-B5DEA754B022}" cxnId="{5D614C09-86C6-439D-BBA2-9A0DABC0AF87}" type="sibTrans">
      <dgm:prSet/>
      <dgm:spPr/>
      <dgm:t>
        <a:bodyPr/>
        <a:lstStyle/>
        <a:p>
          <a:endParaRPr lang="zh-CN" altLang="en-US" b="0"/>
        </a:p>
      </dgm:t>
    </dgm:pt>
    <dgm:pt modelId="{82B77A73-E491-448A-8E45-CAE2D166DA4B}">
      <dgm:prSet/>
      <dgm:spPr/>
      <dgm:t>
        <a:bodyPr/>
        <a:lstStyle/>
        <a:p>
          <a:pPr rtl="0"/>
          <a:r>
            <a:rPr lang="en-US" b="0" dirty="0" smtClean="0"/>
            <a:t>(5).RA/.RM/.RAM</a:t>
          </a:r>
          <a:r>
            <a:rPr lang="zh-CN" b="0" dirty="0" smtClean="0"/>
            <a:t>格式。</a:t>
          </a:r>
          <a:endParaRPr lang="zh-CN" b="0" dirty="0"/>
        </a:p>
      </dgm:t>
    </dgm:pt>
    <dgm:pt modelId="{1215D797-E2BF-49F9-967D-B7175F75534B}" cxnId="{0DD95739-9EFB-4D46-937C-794E12789236}" type="parTrans">
      <dgm:prSet/>
      <dgm:spPr/>
      <dgm:t>
        <a:bodyPr/>
        <a:lstStyle/>
        <a:p>
          <a:endParaRPr lang="zh-CN" altLang="en-US" b="0"/>
        </a:p>
      </dgm:t>
    </dgm:pt>
    <dgm:pt modelId="{327722DB-2541-47F0-91DE-B84182264E55}" cxnId="{0DD95739-9EFB-4D46-937C-794E12789236}" type="sibTrans">
      <dgm:prSet/>
      <dgm:spPr/>
      <dgm:t>
        <a:bodyPr/>
        <a:lstStyle/>
        <a:p>
          <a:endParaRPr lang="zh-CN" altLang="en-US" b="0"/>
        </a:p>
      </dgm:t>
    </dgm:pt>
    <dgm:pt modelId="{9D088A92-8EBC-4FB6-8F97-9B1FBE8139B4}" type="pres">
      <dgm:prSet presAssocID="{854B88B2-F962-4C68-9DB4-293F5FF7FB5A}" presName="compositeShape" presStyleCnt="0">
        <dgm:presLayoutVars>
          <dgm:chMax val="7"/>
          <dgm:dir/>
          <dgm:resizeHandles val="exact"/>
        </dgm:presLayoutVars>
      </dgm:prSet>
      <dgm:spPr/>
      <dgm:t>
        <a:bodyPr/>
        <a:lstStyle/>
        <a:p>
          <a:endParaRPr lang="zh-CN" altLang="en-US"/>
        </a:p>
      </dgm:t>
    </dgm:pt>
    <dgm:pt modelId="{F74383A9-A698-4117-9F5C-E878A85DC1CD}" type="pres">
      <dgm:prSet presAssocID="{2DB1BA30-E14D-4685-8AD9-CA6FF7BC5F4C}" presName="circ1" presStyleLbl="vennNode1" presStyleIdx="0" presStyleCnt="6"/>
      <dgm:spPr/>
    </dgm:pt>
    <dgm:pt modelId="{AE266F5F-7A46-4610-B6C8-15661DF96A27}" type="pres">
      <dgm:prSet presAssocID="{2DB1BA30-E14D-4685-8AD9-CA6FF7BC5F4C}" presName="circ1Tx" presStyleLbl="revTx" presStyleIdx="0" presStyleCnt="0">
        <dgm:presLayoutVars>
          <dgm:chMax val="0"/>
          <dgm:chPref val="0"/>
          <dgm:bulletEnabled val="1"/>
        </dgm:presLayoutVars>
      </dgm:prSet>
      <dgm:spPr/>
      <dgm:t>
        <a:bodyPr/>
        <a:lstStyle/>
        <a:p>
          <a:endParaRPr lang="zh-CN" altLang="en-US"/>
        </a:p>
      </dgm:t>
    </dgm:pt>
    <dgm:pt modelId="{E6E27F0A-0159-4681-8AAB-A52B39B2C0C5}" type="pres">
      <dgm:prSet presAssocID="{8E4BD46D-98B7-43CC-829C-A789A48E758A}" presName="circ2" presStyleLbl="vennNode1" presStyleIdx="1" presStyleCnt="6"/>
      <dgm:spPr/>
    </dgm:pt>
    <dgm:pt modelId="{90939283-AEC6-4C30-9C96-67A5FE9E729F}" type="pres">
      <dgm:prSet presAssocID="{8E4BD46D-98B7-43CC-829C-A789A48E758A}" presName="circ2Tx" presStyleLbl="revTx" presStyleIdx="0" presStyleCnt="0">
        <dgm:presLayoutVars>
          <dgm:chMax val="0"/>
          <dgm:chPref val="0"/>
          <dgm:bulletEnabled val="1"/>
        </dgm:presLayoutVars>
      </dgm:prSet>
      <dgm:spPr/>
      <dgm:t>
        <a:bodyPr/>
        <a:lstStyle/>
        <a:p>
          <a:endParaRPr lang="zh-CN" altLang="en-US"/>
        </a:p>
      </dgm:t>
    </dgm:pt>
    <dgm:pt modelId="{FF200075-BE9B-4B3B-B56E-D7464FC5C6A7}" type="pres">
      <dgm:prSet presAssocID="{2523AC21-96DE-433E-A8BC-8AAC0D891CD7}" presName="circ3" presStyleLbl="vennNode1" presStyleIdx="2" presStyleCnt="6"/>
      <dgm:spPr/>
    </dgm:pt>
    <dgm:pt modelId="{4F0A02ED-2FD5-48C9-8EDF-FB3C8241CDFF}" type="pres">
      <dgm:prSet presAssocID="{2523AC21-96DE-433E-A8BC-8AAC0D891CD7}" presName="circ3Tx" presStyleLbl="revTx" presStyleIdx="0" presStyleCnt="0">
        <dgm:presLayoutVars>
          <dgm:chMax val="0"/>
          <dgm:chPref val="0"/>
          <dgm:bulletEnabled val="1"/>
        </dgm:presLayoutVars>
      </dgm:prSet>
      <dgm:spPr/>
      <dgm:t>
        <a:bodyPr/>
        <a:lstStyle/>
        <a:p>
          <a:endParaRPr lang="zh-CN" altLang="en-US"/>
        </a:p>
      </dgm:t>
    </dgm:pt>
    <dgm:pt modelId="{1AC3A5CA-47E7-48AF-931C-7C9B4E6900FD}" type="pres">
      <dgm:prSet presAssocID="{3E29CCD0-1D49-4C6B-8EFF-FB065F4BE5B7}" presName="circ4" presStyleLbl="vennNode1" presStyleIdx="3" presStyleCnt="6"/>
      <dgm:spPr/>
    </dgm:pt>
    <dgm:pt modelId="{09CBE071-FA00-4307-BB00-B35C9D6949CF}" type="pres">
      <dgm:prSet presAssocID="{3E29CCD0-1D49-4C6B-8EFF-FB065F4BE5B7}" presName="circ4Tx" presStyleLbl="revTx" presStyleIdx="0" presStyleCnt="0">
        <dgm:presLayoutVars>
          <dgm:chMax val="0"/>
          <dgm:chPref val="0"/>
          <dgm:bulletEnabled val="1"/>
        </dgm:presLayoutVars>
      </dgm:prSet>
      <dgm:spPr/>
      <dgm:t>
        <a:bodyPr/>
        <a:lstStyle/>
        <a:p>
          <a:endParaRPr lang="zh-CN" altLang="en-US"/>
        </a:p>
      </dgm:t>
    </dgm:pt>
    <dgm:pt modelId="{697687F2-7586-47BE-961C-3468541BA409}" type="pres">
      <dgm:prSet presAssocID="{23A54ACC-3C2F-40B4-9207-A34B12E26D2B}" presName="circ5" presStyleLbl="vennNode1" presStyleIdx="4" presStyleCnt="6"/>
      <dgm:spPr/>
    </dgm:pt>
    <dgm:pt modelId="{6DD4EF35-BB59-4813-959D-C664FEBFF0D4}" type="pres">
      <dgm:prSet presAssocID="{23A54ACC-3C2F-40B4-9207-A34B12E26D2B}" presName="circ5Tx" presStyleLbl="revTx" presStyleIdx="0" presStyleCnt="0">
        <dgm:presLayoutVars>
          <dgm:chMax val="0"/>
          <dgm:chPref val="0"/>
          <dgm:bulletEnabled val="1"/>
        </dgm:presLayoutVars>
      </dgm:prSet>
      <dgm:spPr/>
      <dgm:t>
        <a:bodyPr/>
        <a:lstStyle/>
        <a:p>
          <a:endParaRPr lang="zh-CN" altLang="en-US"/>
        </a:p>
      </dgm:t>
    </dgm:pt>
    <dgm:pt modelId="{BA324415-7D9A-45EA-876F-A243D9800A07}" type="pres">
      <dgm:prSet presAssocID="{82B77A73-E491-448A-8E45-CAE2D166DA4B}" presName="circ6" presStyleLbl="vennNode1" presStyleIdx="5" presStyleCnt="6"/>
      <dgm:spPr/>
    </dgm:pt>
    <dgm:pt modelId="{2D47F1DC-164A-46B4-A709-8D1EA7C68FC2}" type="pres">
      <dgm:prSet presAssocID="{82B77A73-E491-448A-8E45-CAE2D166DA4B}" presName="circ6Tx" presStyleLbl="revTx" presStyleIdx="0" presStyleCnt="0">
        <dgm:presLayoutVars>
          <dgm:chMax val="0"/>
          <dgm:chPref val="0"/>
          <dgm:bulletEnabled val="1"/>
        </dgm:presLayoutVars>
      </dgm:prSet>
      <dgm:spPr/>
      <dgm:t>
        <a:bodyPr/>
        <a:lstStyle/>
        <a:p>
          <a:endParaRPr lang="zh-CN" altLang="en-US"/>
        </a:p>
      </dgm:t>
    </dgm:pt>
  </dgm:ptLst>
  <dgm:cxnLst>
    <dgm:cxn modelId="{0DD95739-9EFB-4D46-937C-794E12789236}" srcId="{854B88B2-F962-4C68-9DB4-293F5FF7FB5A}" destId="{82B77A73-E491-448A-8E45-CAE2D166DA4B}" srcOrd="5" destOrd="0" parTransId="{1215D797-E2BF-49F9-967D-B7175F75534B}" sibTransId="{327722DB-2541-47F0-91DE-B84182264E55}"/>
    <dgm:cxn modelId="{0C92B965-9E2C-4AD7-9DB0-D72F3EF40B81}" srcId="{854B88B2-F962-4C68-9DB4-293F5FF7FB5A}" destId="{2523AC21-96DE-433E-A8BC-8AAC0D891CD7}" srcOrd="2" destOrd="0" parTransId="{AEC55E12-F986-491E-BB67-1173D57D2673}" sibTransId="{48AC49A1-1FB4-4231-9F2A-2F1CC4ACBDC5}"/>
    <dgm:cxn modelId="{6543707E-459C-4EC4-81EC-B671B6F9163C}" type="presOf" srcId="{2DB1BA30-E14D-4685-8AD9-CA6FF7BC5F4C}" destId="{AE266F5F-7A46-4610-B6C8-15661DF96A27}" srcOrd="0" destOrd="0" presId="urn:microsoft.com/office/officeart/2005/8/layout/venn1"/>
    <dgm:cxn modelId="{5F384329-29D9-49C9-A6A7-A565432B7593}" srcId="{854B88B2-F962-4C68-9DB4-293F5FF7FB5A}" destId="{8E4BD46D-98B7-43CC-829C-A789A48E758A}" srcOrd="1" destOrd="0" parTransId="{A73DFB79-F642-4763-8CCD-292EC20EC74F}" sibTransId="{77BFA97E-8309-466B-A492-B685F21D9DEF}"/>
    <dgm:cxn modelId="{5D614C09-86C6-439D-BBA2-9A0DABC0AF87}" srcId="{854B88B2-F962-4C68-9DB4-293F5FF7FB5A}" destId="{23A54ACC-3C2F-40B4-9207-A34B12E26D2B}" srcOrd="4" destOrd="0" parTransId="{F56302DF-A351-40C1-A28B-B80C30747971}" sibTransId="{FEC4331A-F866-447A-9C85-B5DEA754B022}"/>
    <dgm:cxn modelId="{277A62D6-EA5D-49BC-9D0F-647350086502}" srcId="{854B88B2-F962-4C68-9DB4-293F5FF7FB5A}" destId="{2DB1BA30-E14D-4685-8AD9-CA6FF7BC5F4C}" srcOrd="0" destOrd="0" parTransId="{FDBD2998-0141-4E6D-ADE6-A6F45A0979C1}" sibTransId="{A7D84AD5-20FA-45DE-BAD0-EF7C85885BC4}"/>
    <dgm:cxn modelId="{F295EBC7-C5C6-4DEE-A9C2-0E29F1BB0595}" type="presOf" srcId="{8E4BD46D-98B7-43CC-829C-A789A48E758A}" destId="{90939283-AEC6-4C30-9C96-67A5FE9E729F}" srcOrd="0" destOrd="0" presId="urn:microsoft.com/office/officeart/2005/8/layout/venn1"/>
    <dgm:cxn modelId="{E460D885-EB0D-4E4A-B95D-EA30B5FD509E}" type="presOf" srcId="{23A54ACC-3C2F-40B4-9207-A34B12E26D2B}" destId="{6DD4EF35-BB59-4813-959D-C664FEBFF0D4}" srcOrd="0" destOrd="0" presId="urn:microsoft.com/office/officeart/2005/8/layout/venn1"/>
    <dgm:cxn modelId="{2BFC0364-D267-488E-B2D6-BAF140E19303}" type="presOf" srcId="{854B88B2-F962-4C68-9DB4-293F5FF7FB5A}" destId="{9D088A92-8EBC-4FB6-8F97-9B1FBE8139B4}" srcOrd="0" destOrd="0" presId="urn:microsoft.com/office/officeart/2005/8/layout/venn1"/>
    <dgm:cxn modelId="{DC4F10D9-1C1E-4459-82FA-75F27E541B20}" type="presOf" srcId="{2523AC21-96DE-433E-A8BC-8AAC0D891CD7}" destId="{4F0A02ED-2FD5-48C9-8EDF-FB3C8241CDFF}" srcOrd="0" destOrd="0" presId="urn:microsoft.com/office/officeart/2005/8/layout/venn1"/>
    <dgm:cxn modelId="{1B932F3E-91EF-44EE-BB2E-9D8E1B2E5351}" type="presOf" srcId="{3E29CCD0-1D49-4C6B-8EFF-FB065F4BE5B7}" destId="{09CBE071-FA00-4307-BB00-B35C9D6949CF}" srcOrd="0" destOrd="0" presId="urn:microsoft.com/office/officeart/2005/8/layout/venn1"/>
    <dgm:cxn modelId="{E4A69CDE-601E-4EC7-A6FC-542DF751D6FA}" type="presOf" srcId="{82B77A73-E491-448A-8E45-CAE2D166DA4B}" destId="{2D47F1DC-164A-46B4-A709-8D1EA7C68FC2}" srcOrd="0" destOrd="0" presId="urn:microsoft.com/office/officeart/2005/8/layout/venn1"/>
    <dgm:cxn modelId="{8B527418-1CA1-472D-AD9F-B14935ADC952}" srcId="{854B88B2-F962-4C68-9DB4-293F5FF7FB5A}" destId="{3E29CCD0-1D49-4C6B-8EFF-FB065F4BE5B7}" srcOrd="3" destOrd="0" parTransId="{FA737919-7D7E-4ED3-A5BA-8A5C78B16531}" sibTransId="{D7D74BE3-C066-476A-A990-FB22EB3BF2EC}"/>
    <dgm:cxn modelId="{39D989A8-3042-4C5B-BF6B-EB42E5815F4C}" type="presParOf" srcId="{9D088A92-8EBC-4FB6-8F97-9B1FBE8139B4}" destId="{F74383A9-A698-4117-9F5C-E878A85DC1CD}" srcOrd="0" destOrd="0" presId="urn:microsoft.com/office/officeart/2005/8/layout/venn1"/>
    <dgm:cxn modelId="{FA4BB12A-B243-4946-B608-4FF8FD5EB943}" type="presParOf" srcId="{9D088A92-8EBC-4FB6-8F97-9B1FBE8139B4}" destId="{AE266F5F-7A46-4610-B6C8-15661DF96A27}" srcOrd="1" destOrd="0" presId="urn:microsoft.com/office/officeart/2005/8/layout/venn1"/>
    <dgm:cxn modelId="{E6840F91-57F3-4959-852B-9E84FBEEA2C3}" type="presParOf" srcId="{9D088A92-8EBC-4FB6-8F97-9B1FBE8139B4}" destId="{E6E27F0A-0159-4681-8AAB-A52B39B2C0C5}" srcOrd="2" destOrd="0" presId="urn:microsoft.com/office/officeart/2005/8/layout/venn1"/>
    <dgm:cxn modelId="{2C94F635-A9F8-4E8C-BA99-469ABE55521F}" type="presParOf" srcId="{9D088A92-8EBC-4FB6-8F97-9B1FBE8139B4}" destId="{90939283-AEC6-4C30-9C96-67A5FE9E729F}" srcOrd="3" destOrd="0" presId="urn:microsoft.com/office/officeart/2005/8/layout/venn1"/>
    <dgm:cxn modelId="{927377F9-DF2D-4ABC-B5D0-654F5AA24CEF}" type="presParOf" srcId="{9D088A92-8EBC-4FB6-8F97-9B1FBE8139B4}" destId="{FF200075-BE9B-4B3B-B56E-D7464FC5C6A7}" srcOrd="4" destOrd="0" presId="urn:microsoft.com/office/officeart/2005/8/layout/venn1"/>
    <dgm:cxn modelId="{0B8F5207-84D3-4593-90DC-11650B45CE3E}" type="presParOf" srcId="{9D088A92-8EBC-4FB6-8F97-9B1FBE8139B4}" destId="{4F0A02ED-2FD5-48C9-8EDF-FB3C8241CDFF}" srcOrd="5" destOrd="0" presId="urn:microsoft.com/office/officeart/2005/8/layout/venn1"/>
    <dgm:cxn modelId="{D1A48A69-A113-499E-A8E1-D9738CB1746F}" type="presParOf" srcId="{9D088A92-8EBC-4FB6-8F97-9B1FBE8139B4}" destId="{1AC3A5CA-47E7-48AF-931C-7C9B4E6900FD}" srcOrd="6" destOrd="0" presId="urn:microsoft.com/office/officeart/2005/8/layout/venn1"/>
    <dgm:cxn modelId="{BD486773-47E5-45F3-9D9D-D4CFD3B81BE4}" type="presParOf" srcId="{9D088A92-8EBC-4FB6-8F97-9B1FBE8139B4}" destId="{09CBE071-FA00-4307-BB00-B35C9D6949CF}" srcOrd="7" destOrd="0" presId="urn:microsoft.com/office/officeart/2005/8/layout/venn1"/>
    <dgm:cxn modelId="{AA3C8F39-BC46-4EF4-B5BB-26703D1548D7}" type="presParOf" srcId="{9D088A92-8EBC-4FB6-8F97-9B1FBE8139B4}" destId="{697687F2-7586-47BE-961C-3468541BA409}" srcOrd="8" destOrd="0" presId="urn:microsoft.com/office/officeart/2005/8/layout/venn1"/>
    <dgm:cxn modelId="{4214EB8B-8C0A-4E0B-9792-0FC14F088853}" type="presParOf" srcId="{9D088A92-8EBC-4FB6-8F97-9B1FBE8139B4}" destId="{6DD4EF35-BB59-4813-959D-C664FEBFF0D4}" srcOrd="9" destOrd="0" presId="urn:microsoft.com/office/officeart/2005/8/layout/venn1"/>
    <dgm:cxn modelId="{9B55260D-6768-4B73-BB15-3410211D2669}" type="presParOf" srcId="{9D088A92-8EBC-4FB6-8F97-9B1FBE8139B4}" destId="{BA324415-7D9A-45EA-876F-A243D9800A07}" srcOrd="10" destOrd="0" presId="urn:microsoft.com/office/officeart/2005/8/layout/venn1"/>
    <dgm:cxn modelId="{17B85119-4EC7-41C7-9522-2FDC4BE4C892}" type="presParOf" srcId="{9D088A92-8EBC-4FB6-8F97-9B1FBE8139B4}" destId="{2D47F1DC-164A-46B4-A709-8D1EA7C68FC2}" srcOrd="11"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AF9EB38-1E6D-40AA-8DC1-171CA9D34862}" type="doc">
      <dgm:prSet loTypeId="urn:microsoft.com/office/officeart/2005/8/layout/cycle2" loCatId="cycle" qsTypeId="urn:microsoft.com/office/officeart/2005/8/quickstyle/simple1" qsCatId="simple" csTypeId="urn:microsoft.com/office/officeart/2005/8/colors/colorful2" csCatId="colorful" phldr="1"/>
      <dgm:spPr/>
      <dgm:t>
        <a:bodyPr/>
        <a:lstStyle/>
        <a:p>
          <a:endParaRPr lang="zh-CN" altLang="en-US"/>
        </a:p>
      </dgm:t>
    </dgm:pt>
    <dgm:pt modelId="{2FB04AC6-7AFC-4F5D-BEBD-AB505FFBF4E6}">
      <dgm:prSet custT="1"/>
      <dgm:spPr/>
      <dgm:t>
        <a:bodyPr/>
        <a:lstStyle/>
        <a:p>
          <a:pPr rtl="0"/>
          <a:r>
            <a:rPr lang="en-US" sz="2000" b="1" dirty="0" smtClean="0">
              <a:solidFill>
                <a:schemeClr val="tx1"/>
              </a:solidFill>
            </a:rPr>
            <a:t>3.</a:t>
          </a:r>
          <a:r>
            <a:rPr lang="zh-CN" sz="2000" b="1" dirty="0" smtClean="0">
              <a:solidFill>
                <a:schemeClr val="tx1"/>
              </a:solidFill>
            </a:rPr>
            <a:t>视频文件格式</a:t>
          </a:r>
          <a:endParaRPr lang="zh-CN" sz="2000" b="1" dirty="0">
            <a:solidFill>
              <a:schemeClr val="tx1"/>
            </a:solidFill>
          </a:endParaRPr>
        </a:p>
      </dgm:t>
    </dgm:pt>
    <dgm:pt modelId="{1E5E30B5-0AE5-45F9-9457-E5AE0E689D7A}" cxnId="{F6A649D7-B8BD-445C-9F3C-9D8E5FF9F469}" type="parTrans">
      <dgm:prSet/>
      <dgm:spPr/>
      <dgm:t>
        <a:bodyPr/>
        <a:lstStyle/>
        <a:p>
          <a:endParaRPr lang="zh-CN" altLang="en-US" sz="2000" b="0"/>
        </a:p>
      </dgm:t>
    </dgm:pt>
    <dgm:pt modelId="{33817280-F908-4D97-B02E-40F386DB950C}" cxnId="{F6A649D7-B8BD-445C-9F3C-9D8E5FF9F469}" type="sibTrans">
      <dgm:prSet custT="1"/>
      <dgm:spPr/>
      <dgm:t>
        <a:bodyPr/>
        <a:lstStyle/>
        <a:p>
          <a:endParaRPr lang="zh-CN" altLang="en-US" sz="1000" b="0"/>
        </a:p>
      </dgm:t>
    </dgm:pt>
    <dgm:pt modelId="{B30BB666-58DE-43E6-A348-D79175D8D827}">
      <dgm:prSet custT="1"/>
      <dgm:spPr/>
      <dgm:t>
        <a:bodyPr/>
        <a:lstStyle/>
        <a:p>
          <a:pPr rtl="0"/>
          <a:r>
            <a:rPr lang="en-US" sz="1400" b="0" dirty="0" smtClean="0"/>
            <a:t>(1)3GP</a:t>
          </a:r>
          <a:r>
            <a:rPr lang="zh-CN" sz="1400" b="0" dirty="0" smtClean="0"/>
            <a:t>格式。</a:t>
          </a:r>
          <a:endParaRPr lang="zh-CN" sz="1400" b="0" dirty="0"/>
        </a:p>
      </dgm:t>
    </dgm:pt>
    <dgm:pt modelId="{D41F063E-64B4-4C6D-A13F-3D189E7C0F9D}" cxnId="{35147D7B-21AA-4AE4-8313-13C4FF72AFBC}" type="parTrans">
      <dgm:prSet/>
      <dgm:spPr/>
      <dgm:t>
        <a:bodyPr/>
        <a:lstStyle/>
        <a:p>
          <a:endParaRPr lang="zh-CN" altLang="en-US" sz="2000" b="0"/>
        </a:p>
      </dgm:t>
    </dgm:pt>
    <dgm:pt modelId="{21E86978-ABE4-420F-8FCD-09AE3B89D902}" cxnId="{35147D7B-21AA-4AE4-8313-13C4FF72AFBC}" type="sibTrans">
      <dgm:prSet custT="1"/>
      <dgm:spPr/>
      <dgm:t>
        <a:bodyPr/>
        <a:lstStyle/>
        <a:p>
          <a:endParaRPr lang="zh-CN" altLang="en-US" sz="1000" b="0"/>
        </a:p>
      </dgm:t>
    </dgm:pt>
    <dgm:pt modelId="{F537A10D-0ADD-4BAB-BBB6-31964FBA2069}">
      <dgm:prSet custT="1"/>
      <dgm:spPr/>
      <dgm:t>
        <a:bodyPr/>
        <a:lstStyle/>
        <a:p>
          <a:pPr rtl="0"/>
          <a:r>
            <a:rPr lang="en-US" sz="1400" b="0" dirty="0" smtClean="0"/>
            <a:t>(2)ASF</a:t>
          </a:r>
          <a:r>
            <a:rPr lang="zh-CN" sz="1400" b="0" dirty="0" smtClean="0"/>
            <a:t>格式。</a:t>
          </a:r>
          <a:endParaRPr lang="zh-CN" sz="1400" b="0" dirty="0"/>
        </a:p>
      </dgm:t>
    </dgm:pt>
    <dgm:pt modelId="{1554F840-51D0-4E6C-A277-D140A1D3B145}" cxnId="{1B2D9A3F-03CD-42BE-B000-E2C9766877E6}" type="parTrans">
      <dgm:prSet/>
      <dgm:spPr/>
      <dgm:t>
        <a:bodyPr/>
        <a:lstStyle/>
        <a:p>
          <a:endParaRPr lang="zh-CN" altLang="en-US" sz="2000" b="0"/>
        </a:p>
      </dgm:t>
    </dgm:pt>
    <dgm:pt modelId="{25F8FDD1-2120-4AFF-90C2-0738662404D7}" cxnId="{1B2D9A3F-03CD-42BE-B000-E2C9766877E6}" type="sibTrans">
      <dgm:prSet custT="1"/>
      <dgm:spPr/>
      <dgm:t>
        <a:bodyPr/>
        <a:lstStyle/>
        <a:p>
          <a:endParaRPr lang="zh-CN" altLang="en-US" sz="1000" b="0"/>
        </a:p>
      </dgm:t>
    </dgm:pt>
    <dgm:pt modelId="{FD6C6218-37F9-47C3-8A61-3471DCE2E113}">
      <dgm:prSet custT="1"/>
      <dgm:spPr/>
      <dgm:t>
        <a:bodyPr/>
        <a:lstStyle/>
        <a:p>
          <a:pPr rtl="0"/>
          <a:r>
            <a:rPr lang="en-US" sz="1400" b="0" dirty="0" smtClean="0"/>
            <a:t>(3)AVI</a:t>
          </a:r>
          <a:r>
            <a:rPr lang="zh-CN" sz="1400" b="0" dirty="0" smtClean="0"/>
            <a:t>格式。</a:t>
          </a:r>
          <a:endParaRPr lang="zh-CN" sz="1400" b="0" dirty="0"/>
        </a:p>
      </dgm:t>
    </dgm:pt>
    <dgm:pt modelId="{5E8D39C4-53AE-475F-8AC6-2EBEEAC01DA8}" cxnId="{BB67B03D-3F56-4451-8A0E-E4E4B9BC1298}" type="parTrans">
      <dgm:prSet/>
      <dgm:spPr/>
      <dgm:t>
        <a:bodyPr/>
        <a:lstStyle/>
        <a:p>
          <a:endParaRPr lang="zh-CN" altLang="en-US" sz="2000" b="0"/>
        </a:p>
      </dgm:t>
    </dgm:pt>
    <dgm:pt modelId="{076DBB9B-AAF0-470E-85C7-38EABEDFA469}" cxnId="{BB67B03D-3F56-4451-8A0E-E4E4B9BC1298}" type="sibTrans">
      <dgm:prSet custT="1"/>
      <dgm:spPr/>
      <dgm:t>
        <a:bodyPr/>
        <a:lstStyle/>
        <a:p>
          <a:endParaRPr lang="zh-CN" altLang="en-US" sz="1000" b="0"/>
        </a:p>
      </dgm:t>
    </dgm:pt>
    <dgm:pt modelId="{7C3D7AC0-0956-46EF-8D38-5A2E5D58C624}">
      <dgm:prSet custT="1"/>
      <dgm:spPr/>
      <dgm:t>
        <a:bodyPr/>
        <a:lstStyle/>
        <a:p>
          <a:pPr rtl="0"/>
          <a:r>
            <a:rPr lang="en-US" sz="1400" b="0" dirty="0" smtClean="0"/>
            <a:t>(4)FLV </a:t>
          </a:r>
          <a:r>
            <a:rPr lang="zh-CN" sz="1400" b="0" dirty="0" smtClean="0"/>
            <a:t>格式。</a:t>
          </a:r>
          <a:endParaRPr lang="zh-CN" sz="1400" b="0" dirty="0"/>
        </a:p>
      </dgm:t>
    </dgm:pt>
    <dgm:pt modelId="{05356CB5-F7E8-45C5-860D-1ABD0BDE98DF}" cxnId="{E4FC5E63-D128-476F-ABF8-BC7D71CA8B6D}" type="parTrans">
      <dgm:prSet/>
      <dgm:spPr/>
      <dgm:t>
        <a:bodyPr/>
        <a:lstStyle/>
        <a:p>
          <a:endParaRPr lang="zh-CN" altLang="en-US" sz="2000" b="0"/>
        </a:p>
      </dgm:t>
    </dgm:pt>
    <dgm:pt modelId="{7B30E013-0D40-4C82-87AA-837D6EC322E2}" cxnId="{E4FC5E63-D128-476F-ABF8-BC7D71CA8B6D}" type="sibTrans">
      <dgm:prSet custT="1"/>
      <dgm:spPr/>
      <dgm:t>
        <a:bodyPr/>
        <a:lstStyle/>
        <a:p>
          <a:endParaRPr lang="zh-CN" altLang="en-US" sz="1000" b="0"/>
        </a:p>
      </dgm:t>
    </dgm:pt>
    <dgm:pt modelId="{2B0C56C6-30A1-4837-8FE5-AB8BFCCBDA06}">
      <dgm:prSet custT="1"/>
      <dgm:spPr/>
      <dgm:t>
        <a:bodyPr/>
        <a:lstStyle/>
        <a:p>
          <a:pPr rtl="0"/>
          <a:r>
            <a:rPr lang="en-US" sz="1400" b="0" dirty="0" smtClean="0"/>
            <a:t>(5)MOV</a:t>
          </a:r>
          <a:r>
            <a:rPr lang="zh-CN" sz="1400" b="0" dirty="0" smtClean="0"/>
            <a:t>格式。</a:t>
          </a:r>
          <a:endParaRPr lang="zh-CN" sz="1400" b="0" dirty="0"/>
        </a:p>
      </dgm:t>
    </dgm:pt>
    <dgm:pt modelId="{98F7CCE8-064C-4EE6-A049-531CED43B3EF}" cxnId="{FB1D2440-14B6-493D-B799-9E3B0F691C27}" type="parTrans">
      <dgm:prSet/>
      <dgm:spPr/>
      <dgm:t>
        <a:bodyPr/>
        <a:lstStyle/>
        <a:p>
          <a:endParaRPr lang="zh-CN" altLang="en-US" sz="2000" b="0"/>
        </a:p>
      </dgm:t>
    </dgm:pt>
    <dgm:pt modelId="{1ABA9188-98BE-4D82-B0EC-6F58C6963F0C}" cxnId="{FB1D2440-14B6-493D-B799-9E3B0F691C27}" type="sibTrans">
      <dgm:prSet custT="1"/>
      <dgm:spPr/>
      <dgm:t>
        <a:bodyPr/>
        <a:lstStyle/>
        <a:p>
          <a:endParaRPr lang="zh-CN" altLang="en-US" sz="1000" b="0"/>
        </a:p>
      </dgm:t>
    </dgm:pt>
    <dgm:pt modelId="{F7EC3BA5-2C3B-4F6A-BF07-5D699B685A79}">
      <dgm:prSet custT="1"/>
      <dgm:spPr/>
      <dgm:t>
        <a:bodyPr/>
        <a:lstStyle/>
        <a:p>
          <a:pPr rtl="0"/>
          <a:r>
            <a:rPr lang="en-US" sz="1400" b="0" dirty="0" smtClean="0"/>
            <a:t>(6)MPEG</a:t>
          </a:r>
          <a:r>
            <a:rPr lang="zh-CN" sz="1400" b="0" dirty="0" smtClean="0"/>
            <a:t>。</a:t>
          </a:r>
          <a:endParaRPr lang="zh-CN" sz="1400" b="0" dirty="0"/>
        </a:p>
      </dgm:t>
    </dgm:pt>
    <dgm:pt modelId="{4BB8DBD0-1655-4073-80CA-71C5CEE4345D}" cxnId="{6971E7EE-1AAE-4949-8EC8-44B93AF66363}" type="parTrans">
      <dgm:prSet/>
      <dgm:spPr/>
      <dgm:t>
        <a:bodyPr/>
        <a:lstStyle/>
        <a:p>
          <a:endParaRPr lang="zh-CN" altLang="en-US" sz="2000" b="0"/>
        </a:p>
      </dgm:t>
    </dgm:pt>
    <dgm:pt modelId="{EE873253-7D39-49EA-B59B-F68FFCFF837F}" cxnId="{6971E7EE-1AAE-4949-8EC8-44B93AF66363}" type="sibTrans">
      <dgm:prSet custT="1"/>
      <dgm:spPr/>
      <dgm:t>
        <a:bodyPr/>
        <a:lstStyle/>
        <a:p>
          <a:endParaRPr lang="zh-CN" altLang="en-US" sz="1000" b="0"/>
        </a:p>
      </dgm:t>
    </dgm:pt>
    <dgm:pt modelId="{FDA71DE4-A515-4430-B03B-D2A6B3BF1E21}">
      <dgm:prSet custT="1"/>
      <dgm:spPr/>
      <dgm:t>
        <a:bodyPr/>
        <a:lstStyle/>
        <a:p>
          <a:pPr rtl="0"/>
          <a:r>
            <a:rPr lang="en-US" sz="1400" b="0" dirty="0" smtClean="0"/>
            <a:t>(7)RMVB </a:t>
          </a:r>
          <a:r>
            <a:rPr lang="zh-CN" sz="1400" b="0" dirty="0" smtClean="0"/>
            <a:t>格式。</a:t>
          </a:r>
          <a:endParaRPr lang="zh-CN" sz="1400" b="0" dirty="0"/>
        </a:p>
      </dgm:t>
    </dgm:pt>
    <dgm:pt modelId="{56B961B9-6697-455B-B0D0-610FA3565042}" cxnId="{24FD98DF-10D7-48EA-B8AD-1B68524525BC}" type="parTrans">
      <dgm:prSet/>
      <dgm:spPr/>
      <dgm:t>
        <a:bodyPr/>
        <a:lstStyle/>
        <a:p>
          <a:endParaRPr lang="zh-CN" altLang="en-US" sz="2000" b="0"/>
        </a:p>
      </dgm:t>
    </dgm:pt>
    <dgm:pt modelId="{4AF3BAA3-50EB-4020-8857-FB1FD6096C36}" cxnId="{24FD98DF-10D7-48EA-B8AD-1B68524525BC}" type="sibTrans">
      <dgm:prSet custT="1"/>
      <dgm:spPr/>
      <dgm:t>
        <a:bodyPr/>
        <a:lstStyle/>
        <a:p>
          <a:endParaRPr lang="zh-CN" altLang="en-US" sz="1000" b="0"/>
        </a:p>
      </dgm:t>
    </dgm:pt>
    <dgm:pt modelId="{C26FC567-7846-4426-972C-6CFC34083CF2}">
      <dgm:prSet custT="1"/>
      <dgm:spPr/>
      <dgm:t>
        <a:bodyPr/>
        <a:lstStyle/>
        <a:p>
          <a:pPr rtl="0"/>
          <a:r>
            <a:rPr lang="en-US" sz="1400" b="0" dirty="0" smtClean="0"/>
            <a:t>(8)WMV </a:t>
          </a:r>
          <a:r>
            <a:rPr lang="zh-CN" sz="1400" b="0" dirty="0" smtClean="0"/>
            <a:t>格式。</a:t>
          </a:r>
          <a:endParaRPr lang="zh-CN" sz="1400" b="0" dirty="0"/>
        </a:p>
      </dgm:t>
    </dgm:pt>
    <dgm:pt modelId="{64AFAE82-AEDF-4AD2-9B3B-AA4218F9B21D}" cxnId="{BDF4776D-8A73-4ABE-A82E-6329C10BAFEE}" type="parTrans">
      <dgm:prSet/>
      <dgm:spPr/>
      <dgm:t>
        <a:bodyPr/>
        <a:lstStyle/>
        <a:p>
          <a:endParaRPr lang="zh-CN" altLang="en-US" sz="2000" b="0"/>
        </a:p>
      </dgm:t>
    </dgm:pt>
    <dgm:pt modelId="{E8E0EBAB-2960-4766-B4DD-C7C9453E7AF1}" cxnId="{BDF4776D-8A73-4ABE-A82E-6329C10BAFEE}" type="sibTrans">
      <dgm:prSet custT="1"/>
      <dgm:spPr/>
      <dgm:t>
        <a:bodyPr/>
        <a:lstStyle/>
        <a:p>
          <a:endParaRPr lang="zh-CN" altLang="en-US" sz="1000" b="0"/>
        </a:p>
      </dgm:t>
    </dgm:pt>
    <dgm:pt modelId="{943901E8-E54D-461C-A0AF-6E3896380BE5}">
      <dgm:prSet custT="1"/>
      <dgm:spPr/>
      <dgm:t>
        <a:bodyPr/>
        <a:lstStyle/>
        <a:p>
          <a:pPr rtl="0"/>
          <a:r>
            <a:rPr lang="en-US" sz="1400" b="0" dirty="0" smtClean="0"/>
            <a:t>(9)SWF </a:t>
          </a:r>
          <a:r>
            <a:rPr lang="zh-CN" sz="1400" b="0" dirty="0" smtClean="0"/>
            <a:t>格式。</a:t>
          </a:r>
          <a:endParaRPr lang="zh-CN" sz="1400" b="0" dirty="0"/>
        </a:p>
      </dgm:t>
    </dgm:pt>
    <dgm:pt modelId="{23E17876-9A69-4BCB-B362-CC0CEC3F5C41}" cxnId="{1AC3C959-3BE0-43AA-AE8C-9F9A25E71E8D}" type="parTrans">
      <dgm:prSet/>
      <dgm:spPr/>
      <dgm:t>
        <a:bodyPr/>
        <a:lstStyle/>
        <a:p>
          <a:endParaRPr lang="zh-CN" altLang="en-US" sz="2000" b="0"/>
        </a:p>
      </dgm:t>
    </dgm:pt>
    <dgm:pt modelId="{78EC69BB-1963-45C5-82E1-E2CCD7A638D5}" cxnId="{1AC3C959-3BE0-43AA-AE8C-9F9A25E71E8D}" type="sibTrans">
      <dgm:prSet custT="1"/>
      <dgm:spPr/>
      <dgm:t>
        <a:bodyPr/>
        <a:lstStyle/>
        <a:p>
          <a:endParaRPr lang="zh-CN" altLang="en-US" sz="1000" b="0"/>
        </a:p>
      </dgm:t>
    </dgm:pt>
    <dgm:pt modelId="{8BCCBBCA-5E67-48F6-B812-D3255FCAABD4}" type="pres">
      <dgm:prSet presAssocID="{3AF9EB38-1E6D-40AA-8DC1-171CA9D34862}" presName="cycle" presStyleCnt="0">
        <dgm:presLayoutVars>
          <dgm:dir/>
          <dgm:resizeHandles val="exact"/>
        </dgm:presLayoutVars>
      </dgm:prSet>
      <dgm:spPr/>
      <dgm:t>
        <a:bodyPr/>
        <a:lstStyle/>
        <a:p>
          <a:endParaRPr lang="zh-CN" altLang="en-US"/>
        </a:p>
      </dgm:t>
    </dgm:pt>
    <dgm:pt modelId="{A8D4FFFF-02BE-4AE4-A317-4B3CB181DFCE}" type="pres">
      <dgm:prSet presAssocID="{2FB04AC6-7AFC-4F5D-BEBD-AB505FFBF4E6}" presName="node" presStyleLbl="node1" presStyleIdx="0" presStyleCnt="10" custScaleX="236492" custScaleY="236492" custRadScaleRad="16578">
        <dgm:presLayoutVars>
          <dgm:bulletEnabled val="1"/>
        </dgm:presLayoutVars>
      </dgm:prSet>
      <dgm:spPr/>
      <dgm:t>
        <a:bodyPr/>
        <a:lstStyle/>
        <a:p>
          <a:endParaRPr lang="zh-CN" altLang="en-US"/>
        </a:p>
      </dgm:t>
    </dgm:pt>
    <dgm:pt modelId="{35139019-A34F-4359-9942-A608234572D2}" type="pres">
      <dgm:prSet presAssocID="{33817280-F908-4D97-B02E-40F386DB950C}" presName="sibTrans" presStyleLbl="sibTrans2D1" presStyleIdx="0" presStyleCnt="10"/>
      <dgm:spPr>
        <a:prstGeom prst="leftArrow">
          <a:avLst/>
        </a:prstGeom>
      </dgm:spPr>
      <dgm:t>
        <a:bodyPr/>
        <a:lstStyle/>
        <a:p>
          <a:endParaRPr lang="zh-CN" altLang="en-US"/>
        </a:p>
      </dgm:t>
    </dgm:pt>
    <dgm:pt modelId="{490385B6-BF8C-47B8-93A3-3E7034F5765C}" type="pres">
      <dgm:prSet presAssocID="{33817280-F908-4D97-B02E-40F386DB950C}" presName="connectorText" presStyleLbl="sibTrans2D1" presStyleIdx="0" presStyleCnt="10"/>
      <dgm:spPr/>
      <dgm:t>
        <a:bodyPr/>
        <a:lstStyle/>
        <a:p>
          <a:endParaRPr lang="zh-CN" altLang="en-US"/>
        </a:p>
      </dgm:t>
    </dgm:pt>
    <dgm:pt modelId="{51971B25-6A87-4FF6-BD73-993F630850DA}" type="pres">
      <dgm:prSet presAssocID="{B30BB666-58DE-43E6-A348-D79175D8D827}" presName="node" presStyleLbl="node1" presStyleIdx="1" presStyleCnt="10" custRadScaleRad="116941" custRadScaleInc="-32364">
        <dgm:presLayoutVars>
          <dgm:bulletEnabled val="1"/>
        </dgm:presLayoutVars>
      </dgm:prSet>
      <dgm:spPr/>
      <dgm:t>
        <a:bodyPr/>
        <a:lstStyle/>
        <a:p>
          <a:endParaRPr lang="zh-CN" altLang="en-US"/>
        </a:p>
      </dgm:t>
    </dgm:pt>
    <dgm:pt modelId="{17C49F36-1B42-4E01-8AA9-F31783479F25}" type="pres">
      <dgm:prSet presAssocID="{21E86978-ABE4-420F-8FCD-09AE3B89D902}" presName="sibTrans" presStyleLbl="sibTrans2D1" presStyleIdx="1" presStyleCnt="10"/>
      <dgm:spPr/>
      <dgm:t>
        <a:bodyPr/>
        <a:lstStyle/>
        <a:p>
          <a:endParaRPr lang="zh-CN" altLang="en-US"/>
        </a:p>
      </dgm:t>
    </dgm:pt>
    <dgm:pt modelId="{B7D359F4-C6FF-418D-82EB-0938DA644EFA}" type="pres">
      <dgm:prSet presAssocID="{21E86978-ABE4-420F-8FCD-09AE3B89D902}" presName="connectorText" presStyleLbl="sibTrans2D1" presStyleIdx="1" presStyleCnt="10"/>
      <dgm:spPr/>
      <dgm:t>
        <a:bodyPr/>
        <a:lstStyle/>
        <a:p>
          <a:endParaRPr lang="zh-CN" altLang="en-US"/>
        </a:p>
      </dgm:t>
    </dgm:pt>
    <dgm:pt modelId="{59939386-1BAA-40E9-9E6C-564E64263D60}" type="pres">
      <dgm:prSet presAssocID="{F537A10D-0ADD-4BAB-BBB6-31964FBA2069}" presName="node" presStyleLbl="node1" presStyleIdx="2" presStyleCnt="10" custRadScaleRad="107962" custRadScaleInc="-56927">
        <dgm:presLayoutVars>
          <dgm:bulletEnabled val="1"/>
        </dgm:presLayoutVars>
      </dgm:prSet>
      <dgm:spPr/>
      <dgm:t>
        <a:bodyPr/>
        <a:lstStyle/>
        <a:p>
          <a:endParaRPr lang="zh-CN" altLang="en-US"/>
        </a:p>
      </dgm:t>
    </dgm:pt>
    <dgm:pt modelId="{71D0B4AC-683C-45CD-A53D-90246E8296C4}" type="pres">
      <dgm:prSet presAssocID="{25F8FDD1-2120-4AFF-90C2-0738662404D7}" presName="sibTrans" presStyleLbl="sibTrans2D1" presStyleIdx="2" presStyleCnt="10"/>
      <dgm:spPr/>
      <dgm:t>
        <a:bodyPr/>
        <a:lstStyle/>
        <a:p>
          <a:endParaRPr lang="zh-CN" altLang="en-US"/>
        </a:p>
      </dgm:t>
    </dgm:pt>
    <dgm:pt modelId="{EA582B00-D002-4658-8126-B1BB76A3246A}" type="pres">
      <dgm:prSet presAssocID="{25F8FDD1-2120-4AFF-90C2-0738662404D7}" presName="connectorText" presStyleLbl="sibTrans2D1" presStyleIdx="2" presStyleCnt="10"/>
      <dgm:spPr/>
      <dgm:t>
        <a:bodyPr/>
        <a:lstStyle/>
        <a:p>
          <a:endParaRPr lang="zh-CN" altLang="en-US"/>
        </a:p>
      </dgm:t>
    </dgm:pt>
    <dgm:pt modelId="{83892C50-B2B7-4199-A68D-64E5FA8C7E28}" type="pres">
      <dgm:prSet presAssocID="{FD6C6218-37F9-47C3-8A61-3471DCE2E113}" presName="node" presStyleLbl="node1" presStyleIdx="3" presStyleCnt="10" custRadScaleRad="95707" custRadScaleInc="-64311">
        <dgm:presLayoutVars>
          <dgm:bulletEnabled val="1"/>
        </dgm:presLayoutVars>
      </dgm:prSet>
      <dgm:spPr/>
      <dgm:t>
        <a:bodyPr/>
        <a:lstStyle/>
        <a:p>
          <a:endParaRPr lang="zh-CN" altLang="en-US"/>
        </a:p>
      </dgm:t>
    </dgm:pt>
    <dgm:pt modelId="{FAAA301C-8777-491E-BA84-C96E59B67226}" type="pres">
      <dgm:prSet presAssocID="{076DBB9B-AAF0-470E-85C7-38EABEDFA469}" presName="sibTrans" presStyleLbl="sibTrans2D1" presStyleIdx="3" presStyleCnt="10"/>
      <dgm:spPr/>
      <dgm:t>
        <a:bodyPr/>
        <a:lstStyle/>
        <a:p>
          <a:endParaRPr lang="zh-CN" altLang="en-US"/>
        </a:p>
      </dgm:t>
    </dgm:pt>
    <dgm:pt modelId="{58267A5F-B21E-497B-BEE8-E9B7506CF34A}" type="pres">
      <dgm:prSet presAssocID="{076DBB9B-AAF0-470E-85C7-38EABEDFA469}" presName="connectorText" presStyleLbl="sibTrans2D1" presStyleIdx="3" presStyleCnt="10"/>
      <dgm:spPr/>
      <dgm:t>
        <a:bodyPr/>
        <a:lstStyle/>
        <a:p>
          <a:endParaRPr lang="zh-CN" altLang="en-US"/>
        </a:p>
      </dgm:t>
    </dgm:pt>
    <dgm:pt modelId="{20E2FED0-D597-490D-874B-8D8FAEAE8FE0}" type="pres">
      <dgm:prSet presAssocID="{7C3D7AC0-0956-46EF-8D38-5A2E5D58C624}" presName="node" presStyleLbl="node1" presStyleIdx="4" presStyleCnt="10" custRadScaleRad="84501" custRadScaleInc="-44860">
        <dgm:presLayoutVars>
          <dgm:bulletEnabled val="1"/>
        </dgm:presLayoutVars>
      </dgm:prSet>
      <dgm:spPr/>
      <dgm:t>
        <a:bodyPr/>
        <a:lstStyle/>
        <a:p>
          <a:endParaRPr lang="zh-CN" altLang="en-US"/>
        </a:p>
      </dgm:t>
    </dgm:pt>
    <dgm:pt modelId="{13535557-4C39-4241-9DB7-F5316660E73E}" type="pres">
      <dgm:prSet presAssocID="{7B30E013-0D40-4C82-87AA-837D6EC322E2}" presName="sibTrans" presStyleLbl="sibTrans2D1" presStyleIdx="4" presStyleCnt="10"/>
      <dgm:spPr/>
      <dgm:t>
        <a:bodyPr/>
        <a:lstStyle/>
        <a:p>
          <a:endParaRPr lang="zh-CN" altLang="en-US"/>
        </a:p>
      </dgm:t>
    </dgm:pt>
    <dgm:pt modelId="{B7A5A814-7E03-4583-9B72-C9C6AD5B38EB}" type="pres">
      <dgm:prSet presAssocID="{7B30E013-0D40-4C82-87AA-837D6EC322E2}" presName="connectorText" presStyleLbl="sibTrans2D1" presStyleIdx="4" presStyleCnt="10"/>
      <dgm:spPr/>
      <dgm:t>
        <a:bodyPr/>
        <a:lstStyle/>
        <a:p>
          <a:endParaRPr lang="zh-CN" altLang="en-US"/>
        </a:p>
      </dgm:t>
    </dgm:pt>
    <dgm:pt modelId="{FDD75E5F-F009-4F94-A5A7-2F48BA489BE6}" type="pres">
      <dgm:prSet presAssocID="{2B0C56C6-30A1-4837-8FE5-AB8BFCCBDA06}" presName="node" presStyleLbl="node1" presStyleIdx="5" presStyleCnt="10" custRadScaleRad="79807">
        <dgm:presLayoutVars>
          <dgm:bulletEnabled val="1"/>
        </dgm:presLayoutVars>
      </dgm:prSet>
      <dgm:spPr/>
      <dgm:t>
        <a:bodyPr/>
        <a:lstStyle/>
        <a:p>
          <a:endParaRPr lang="zh-CN" altLang="en-US"/>
        </a:p>
      </dgm:t>
    </dgm:pt>
    <dgm:pt modelId="{E8C624FF-DDD5-45AA-90F8-CBFEA1F3A498}" type="pres">
      <dgm:prSet presAssocID="{1ABA9188-98BE-4D82-B0EC-6F58C6963F0C}" presName="sibTrans" presStyleLbl="sibTrans2D1" presStyleIdx="5" presStyleCnt="10"/>
      <dgm:spPr/>
      <dgm:t>
        <a:bodyPr/>
        <a:lstStyle/>
        <a:p>
          <a:endParaRPr lang="zh-CN" altLang="en-US"/>
        </a:p>
      </dgm:t>
    </dgm:pt>
    <dgm:pt modelId="{B5DDD91F-C45B-435F-9121-AC5C2E44F141}" type="pres">
      <dgm:prSet presAssocID="{1ABA9188-98BE-4D82-B0EC-6F58C6963F0C}" presName="connectorText" presStyleLbl="sibTrans2D1" presStyleIdx="5" presStyleCnt="10"/>
      <dgm:spPr/>
      <dgm:t>
        <a:bodyPr/>
        <a:lstStyle/>
        <a:p>
          <a:endParaRPr lang="zh-CN" altLang="en-US"/>
        </a:p>
      </dgm:t>
    </dgm:pt>
    <dgm:pt modelId="{450C39F3-12ED-42F9-A3AE-238C1FB2101D}" type="pres">
      <dgm:prSet presAssocID="{F7EC3BA5-2C3B-4F6A-BF07-5D699B685A79}" presName="node" presStyleLbl="node1" presStyleIdx="6" presStyleCnt="10" custRadScaleRad="84501" custRadScaleInc="44860">
        <dgm:presLayoutVars>
          <dgm:bulletEnabled val="1"/>
        </dgm:presLayoutVars>
      </dgm:prSet>
      <dgm:spPr/>
      <dgm:t>
        <a:bodyPr/>
        <a:lstStyle/>
        <a:p>
          <a:endParaRPr lang="zh-CN" altLang="en-US"/>
        </a:p>
      </dgm:t>
    </dgm:pt>
    <dgm:pt modelId="{EE52C475-41C7-4A27-8C4B-58C60773A0B3}" type="pres">
      <dgm:prSet presAssocID="{EE873253-7D39-49EA-B59B-F68FFCFF837F}" presName="sibTrans" presStyleLbl="sibTrans2D1" presStyleIdx="6" presStyleCnt="10"/>
      <dgm:spPr/>
      <dgm:t>
        <a:bodyPr/>
        <a:lstStyle/>
        <a:p>
          <a:endParaRPr lang="zh-CN" altLang="en-US"/>
        </a:p>
      </dgm:t>
    </dgm:pt>
    <dgm:pt modelId="{158A7F93-A6BB-444E-AE41-54B791ED542A}" type="pres">
      <dgm:prSet presAssocID="{EE873253-7D39-49EA-B59B-F68FFCFF837F}" presName="connectorText" presStyleLbl="sibTrans2D1" presStyleIdx="6" presStyleCnt="10"/>
      <dgm:spPr/>
      <dgm:t>
        <a:bodyPr/>
        <a:lstStyle/>
        <a:p>
          <a:endParaRPr lang="zh-CN" altLang="en-US"/>
        </a:p>
      </dgm:t>
    </dgm:pt>
    <dgm:pt modelId="{B1E94D40-B97F-4666-BB27-C9318B2CC2A2}" type="pres">
      <dgm:prSet presAssocID="{FDA71DE4-A515-4430-B03B-D2A6B3BF1E21}" presName="node" presStyleLbl="node1" presStyleIdx="7" presStyleCnt="10" custRadScaleRad="95707" custRadScaleInc="64311">
        <dgm:presLayoutVars>
          <dgm:bulletEnabled val="1"/>
        </dgm:presLayoutVars>
      </dgm:prSet>
      <dgm:spPr/>
      <dgm:t>
        <a:bodyPr/>
        <a:lstStyle/>
        <a:p>
          <a:endParaRPr lang="zh-CN" altLang="en-US"/>
        </a:p>
      </dgm:t>
    </dgm:pt>
    <dgm:pt modelId="{01FB6B6B-3B53-4DBC-B8D0-E39BBBBC07E8}" type="pres">
      <dgm:prSet presAssocID="{4AF3BAA3-50EB-4020-8857-FB1FD6096C36}" presName="sibTrans" presStyleLbl="sibTrans2D1" presStyleIdx="7" presStyleCnt="10"/>
      <dgm:spPr/>
      <dgm:t>
        <a:bodyPr/>
        <a:lstStyle/>
        <a:p>
          <a:endParaRPr lang="zh-CN" altLang="en-US"/>
        </a:p>
      </dgm:t>
    </dgm:pt>
    <dgm:pt modelId="{29F89F39-4DE6-4FF0-A9AC-1D12807BBDBF}" type="pres">
      <dgm:prSet presAssocID="{4AF3BAA3-50EB-4020-8857-FB1FD6096C36}" presName="connectorText" presStyleLbl="sibTrans2D1" presStyleIdx="7" presStyleCnt="10"/>
      <dgm:spPr/>
      <dgm:t>
        <a:bodyPr/>
        <a:lstStyle/>
        <a:p>
          <a:endParaRPr lang="zh-CN" altLang="en-US"/>
        </a:p>
      </dgm:t>
    </dgm:pt>
    <dgm:pt modelId="{51D95B28-CE9E-46D8-A35F-35C4D3E6EE7C}" type="pres">
      <dgm:prSet presAssocID="{C26FC567-7846-4426-972C-6CFC34083CF2}" presName="node" presStyleLbl="node1" presStyleIdx="8" presStyleCnt="10" custRadScaleRad="107962" custRadScaleInc="56927">
        <dgm:presLayoutVars>
          <dgm:bulletEnabled val="1"/>
        </dgm:presLayoutVars>
      </dgm:prSet>
      <dgm:spPr/>
      <dgm:t>
        <a:bodyPr/>
        <a:lstStyle/>
        <a:p>
          <a:endParaRPr lang="zh-CN" altLang="en-US"/>
        </a:p>
      </dgm:t>
    </dgm:pt>
    <dgm:pt modelId="{2FFD4EC8-FFA9-42D8-AFEA-71BBBFBDCBF3}" type="pres">
      <dgm:prSet presAssocID="{E8E0EBAB-2960-4766-B4DD-C7C9453E7AF1}" presName="sibTrans" presStyleLbl="sibTrans2D1" presStyleIdx="8" presStyleCnt="10"/>
      <dgm:spPr/>
      <dgm:t>
        <a:bodyPr/>
        <a:lstStyle/>
        <a:p>
          <a:endParaRPr lang="zh-CN" altLang="en-US"/>
        </a:p>
      </dgm:t>
    </dgm:pt>
    <dgm:pt modelId="{4F583567-6487-4D3C-A1F6-A415D74D0E7E}" type="pres">
      <dgm:prSet presAssocID="{E8E0EBAB-2960-4766-B4DD-C7C9453E7AF1}" presName="connectorText" presStyleLbl="sibTrans2D1" presStyleIdx="8" presStyleCnt="10"/>
      <dgm:spPr/>
      <dgm:t>
        <a:bodyPr/>
        <a:lstStyle/>
        <a:p>
          <a:endParaRPr lang="zh-CN" altLang="en-US"/>
        </a:p>
      </dgm:t>
    </dgm:pt>
    <dgm:pt modelId="{016F7A67-1E7E-48D5-AA6C-1DDCE24C49D9}" type="pres">
      <dgm:prSet presAssocID="{943901E8-E54D-461C-A0AF-6E3896380BE5}" presName="node" presStyleLbl="node1" presStyleIdx="9" presStyleCnt="10" custRadScaleRad="116941" custRadScaleInc="32364">
        <dgm:presLayoutVars>
          <dgm:bulletEnabled val="1"/>
        </dgm:presLayoutVars>
      </dgm:prSet>
      <dgm:spPr/>
      <dgm:t>
        <a:bodyPr/>
        <a:lstStyle/>
        <a:p>
          <a:endParaRPr lang="zh-CN" altLang="en-US"/>
        </a:p>
      </dgm:t>
    </dgm:pt>
    <dgm:pt modelId="{BC7A56F5-F30A-4091-B62A-CBFC191E6721}" type="pres">
      <dgm:prSet presAssocID="{78EC69BB-1963-45C5-82E1-E2CCD7A638D5}" presName="sibTrans" presStyleLbl="sibTrans2D1" presStyleIdx="9" presStyleCnt="10"/>
      <dgm:spPr/>
      <dgm:t>
        <a:bodyPr/>
        <a:lstStyle/>
        <a:p>
          <a:endParaRPr lang="zh-CN" altLang="en-US"/>
        </a:p>
      </dgm:t>
    </dgm:pt>
    <dgm:pt modelId="{EB40336D-3682-456A-B128-32C59128E9B4}" type="pres">
      <dgm:prSet presAssocID="{78EC69BB-1963-45C5-82E1-E2CCD7A638D5}" presName="connectorText" presStyleLbl="sibTrans2D1" presStyleIdx="9" presStyleCnt="10"/>
      <dgm:spPr/>
      <dgm:t>
        <a:bodyPr/>
        <a:lstStyle/>
        <a:p>
          <a:endParaRPr lang="zh-CN" altLang="en-US"/>
        </a:p>
      </dgm:t>
    </dgm:pt>
  </dgm:ptLst>
  <dgm:cxnLst>
    <dgm:cxn modelId="{3DE265DE-964E-4416-8D5A-0FDF76CC8384}" type="presOf" srcId="{FDA71DE4-A515-4430-B03B-D2A6B3BF1E21}" destId="{B1E94D40-B97F-4666-BB27-C9318B2CC2A2}" srcOrd="0" destOrd="0" presId="urn:microsoft.com/office/officeart/2005/8/layout/cycle2"/>
    <dgm:cxn modelId="{BB67B03D-3F56-4451-8A0E-E4E4B9BC1298}" srcId="{3AF9EB38-1E6D-40AA-8DC1-171CA9D34862}" destId="{FD6C6218-37F9-47C3-8A61-3471DCE2E113}" srcOrd="3" destOrd="0" parTransId="{5E8D39C4-53AE-475F-8AC6-2EBEEAC01DA8}" sibTransId="{076DBB9B-AAF0-470E-85C7-38EABEDFA469}"/>
    <dgm:cxn modelId="{C98263CD-F83B-4D5B-B8F4-B847DE148C3B}" type="presOf" srcId="{076DBB9B-AAF0-470E-85C7-38EABEDFA469}" destId="{58267A5F-B21E-497B-BEE8-E9B7506CF34A}" srcOrd="1" destOrd="0" presId="urn:microsoft.com/office/officeart/2005/8/layout/cycle2"/>
    <dgm:cxn modelId="{B22AE639-5C74-411A-802E-3B57BF216495}" type="presOf" srcId="{F537A10D-0ADD-4BAB-BBB6-31964FBA2069}" destId="{59939386-1BAA-40E9-9E6C-564E64263D60}" srcOrd="0" destOrd="0" presId="urn:microsoft.com/office/officeart/2005/8/layout/cycle2"/>
    <dgm:cxn modelId="{952929D2-46A7-46DC-B5C2-A8507E7CCA6E}" type="presOf" srcId="{33817280-F908-4D97-B02E-40F386DB950C}" destId="{490385B6-BF8C-47B8-93A3-3E7034F5765C}" srcOrd="1" destOrd="0" presId="urn:microsoft.com/office/officeart/2005/8/layout/cycle2"/>
    <dgm:cxn modelId="{232D6B36-669F-4AF3-8DFF-2DEE228EDE4E}" type="presOf" srcId="{25F8FDD1-2120-4AFF-90C2-0738662404D7}" destId="{71D0B4AC-683C-45CD-A53D-90246E8296C4}" srcOrd="0" destOrd="0" presId="urn:microsoft.com/office/officeart/2005/8/layout/cycle2"/>
    <dgm:cxn modelId="{5C78325B-2151-4DD2-ABCA-909BDC96290C}" type="presOf" srcId="{076DBB9B-AAF0-470E-85C7-38EABEDFA469}" destId="{FAAA301C-8777-491E-BA84-C96E59B67226}" srcOrd="0" destOrd="0" presId="urn:microsoft.com/office/officeart/2005/8/layout/cycle2"/>
    <dgm:cxn modelId="{24FD98DF-10D7-48EA-B8AD-1B68524525BC}" srcId="{3AF9EB38-1E6D-40AA-8DC1-171CA9D34862}" destId="{FDA71DE4-A515-4430-B03B-D2A6B3BF1E21}" srcOrd="7" destOrd="0" parTransId="{56B961B9-6697-455B-B0D0-610FA3565042}" sibTransId="{4AF3BAA3-50EB-4020-8857-FB1FD6096C36}"/>
    <dgm:cxn modelId="{F6A649D7-B8BD-445C-9F3C-9D8E5FF9F469}" srcId="{3AF9EB38-1E6D-40AA-8DC1-171CA9D34862}" destId="{2FB04AC6-7AFC-4F5D-BEBD-AB505FFBF4E6}" srcOrd="0" destOrd="0" parTransId="{1E5E30B5-0AE5-45F9-9457-E5AE0E689D7A}" sibTransId="{33817280-F908-4D97-B02E-40F386DB950C}"/>
    <dgm:cxn modelId="{A1720CE2-8BB4-4681-8D2E-B5E94C95C667}" type="presOf" srcId="{FD6C6218-37F9-47C3-8A61-3471DCE2E113}" destId="{83892C50-B2B7-4199-A68D-64E5FA8C7E28}" srcOrd="0" destOrd="0" presId="urn:microsoft.com/office/officeart/2005/8/layout/cycle2"/>
    <dgm:cxn modelId="{1B2D9A3F-03CD-42BE-B000-E2C9766877E6}" srcId="{3AF9EB38-1E6D-40AA-8DC1-171CA9D34862}" destId="{F537A10D-0ADD-4BAB-BBB6-31964FBA2069}" srcOrd="2" destOrd="0" parTransId="{1554F840-51D0-4E6C-A277-D140A1D3B145}" sibTransId="{25F8FDD1-2120-4AFF-90C2-0738662404D7}"/>
    <dgm:cxn modelId="{C9253727-D407-4075-BFFF-E0E141980BE9}" type="presOf" srcId="{4AF3BAA3-50EB-4020-8857-FB1FD6096C36}" destId="{01FB6B6B-3B53-4DBC-B8D0-E39BBBBC07E8}" srcOrd="0" destOrd="0" presId="urn:microsoft.com/office/officeart/2005/8/layout/cycle2"/>
    <dgm:cxn modelId="{BDF4776D-8A73-4ABE-A82E-6329C10BAFEE}" srcId="{3AF9EB38-1E6D-40AA-8DC1-171CA9D34862}" destId="{C26FC567-7846-4426-972C-6CFC34083CF2}" srcOrd="8" destOrd="0" parTransId="{64AFAE82-AEDF-4AD2-9B3B-AA4218F9B21D}" sibTransId="{E8E0EBAB-2960-4766-B4DD-C7C9453E7AF1}"/>
    <dgm:cxn modelId="{5C58A914-D743-4E18-8367-36D30C680BA5}" type="presOf" srcId="{E8E0EBAB-2960-4766-B4DD-C7C9453E7AF1}" destId="{2FFD4EC8-FFA9-42D8-AFEA-71BBBFBDCBF3}" srcOrd="0" destOrd="0" presId="urn:microsoft.com/office/officeart/2005/8/layout/cycle2"/>
    <dgm:cxn modelId="{9B66F289-8C48-4D6D-A895-6EB6FD83C843}" type="presOf" srcId="{C26FC567-7846-4426-972C-6CFC34083CF2}" destId="{51D95B28-CE9E-46D8-A35F-35C4D3E6EE7C}" srcOrd="0" destOrd="0" presId="urn:microsoft.com/office/officeart/2005/8/layout/cycle2"/>
    <dgm:cxn modelId="{0D2784A0-E8BE-445B-AD99-EF397D3D8AA4}" type="presOf" srcId="{943901E8-E54D-461C-A0AF-6E3896380BE5}" destId="{016F7A67-1E7E-48D5-AA6C-1DDCE24C49D9}" srcOrd="0" destOrd="0" presId="urn:microsoft.com/office/officeart/2005/8/layout/cycle2"/>
    <dgm:cxn modelId="{35147D7B-21AA-4AE4-8313-13C4FF72AFBC}" srcId="{3AF9EB38-1E6D-40AA-8DC1-171CA9D34862}" destId="{B30BB666-58DE-43E6-A348-D79175D8D827}" srcOrd="1" destOrd="0" parTransId="{D41F063E-64B4-4C6D-A13F-3D189E7C0F9D}" sibTransId="{21E86978-ABE4-420F-8FCD-09AE3B89D902}"/>
    <dgm:cxn modelId="{1F0FB5C0-0998-4124-9B07-10E9FEB3679B}" type="presOf" srcId="{3AF9EB38-1E6D-40AA-8DC1-171CA9D34862}" destId="{8BCCBBCA-5E67-48F6-B812-D3255FCAABD4}" srcOrd="0" destOrd="0" presId="urn:microsoft.com/office/officeart/2005/8/layout/cycle2"/>
    <dgm:cxn modelId="{E9C80538-B93D-4BEB-B634-2FFD1EF5F910}" type="presOf" srcId="{F7EC3BA5-2C3B-4F6A-BF07-5D699B685A79}" destId="{450C39F3-12ED-42F9-A3AE-238C1FB2101D}" srcOrd="0" destOrd="0" presId="urn:microsoft.com/office/officeart/2005/8/layout/cycle2"/>
    <dgm:cxn modelId="{961DF461-9F81-4B3B-BCA3-DC372D480F9E}" type="presOf" srcId="{7C3D7AC0-0956-46EF-8D38-5A2E5D58C624}" destId="{20E2FED0-D597-490D-874B-8D8FAEAE8FE0}" srcOrd="0" destOrd="0" presId="urn:microsoft.com/office/officeart/2005/8/layout/cycle2"/>
    <dgm:cxn modelId="{0F06A69E-84AA-413A-9E67-81E4AD530587}" type="presOf" srcId="{E8E0EBAB-2960-4766-B4DD-C7C9453E7AF1}" destId="{4F583567-6487-4D3C-A1F6-A415D74D0E7E}" srcOrd="1" destOrd="0" presId="urn:microsoft.com/office/officeart/2005/8/layout/cycle2"/>
    <dgm:cxn modelId="{C2A71B15-B29B-41D6-8373-D9AC29AB35AA}" type="presOf" srcId="{78EC69BB-1963-45C5-82E1-E2CCD7A638D5}" destId="{EB40336D-3682-456A-B128-32C59128E9B4}" srcOrd="1" destOrd="0" presId="urn:microsoft.com/office/officeart/2005/8/layout/cycle2"/>
    <dgm:cxn modelId="{FB1D2440-14B6-493D-B799-9E3B0F691C27}" srcId="{3AF9EB38-1E6D-40AA-8DC1-171CA9D34862}" destId="{2B0C56C6-30A1-4837-8FE5-AB8BFCCBDA06}" srcOrd="5" destOrd="0" parTransId="{98F7CCE8-064C-4EE6-A049-531CED43B3EF}" sibTransId="{1ABA9188-98BE-4D82-B0EC-6F58C6963F0C}"/>
    <dgm:cxn modelId="{1AC3C959-3BE0-43AA-AE8C-9F9A25E71E8D}" srcId="{3AF9EB38-1E6D-40AA-8DC1-171CA9D34862}" destId="{943901E8-E54D-461C-A0AF-6E3896380BE5}" srcOrd="9" destOrd="0" parTransId="{23E17876-9A69-4BCB-B362-CC0CEC3F5C41}" sibTransId="{78EC69BB-1963-45C5-82E1-E2CCD7A638D5}"/>
    <dgm:cxn modelId="{A67E7990-3F55-4172-9BDF-365E56D5EDE4}" type="presOf" srcId="{21E86978-ABE4-420F-8FCD-09AE3B89D902}" destId="{17C49F36-1B42-4E01-8AA9-F31783479F25}" srcOrd="0" destOrd="0" presId="urn:microsoft.com/office/officeart/2005/8/layout/cycle2"/>
    <dgm:cxn modelId="{4FB323BD-3024-486C-8A16-5FB4D461AC71}" type="presOf" srcId="{1ABA9188-98BE-4D82-B0EC-6F58C6963F0C}" destId="{B5DDD91F-C45B-435F-9121-AC5C2E44F141}" srcOrd="1" destOrd="0" presId="urn:microsoft.com/office/officeart/2005/8/layout/cycle2"/>
    <dgm:cxn modelId="{A6835C1C-E420-4337-A4A1-75C92D3B65C2}" type="presOf" srcId="{2FB04AC6-7AFC-4F5D-BEBD-AB505FFBF4E6}" destId="{A8D4FFFF-02BE-4AE4-A317-4B3CB181DFCE}" srcOrd="0" destOrd="0" presId="urn:microsoft.com/office/officeart/2005/8/layout/cycle2"/>
    <dgm:cxn modelId="{469D87CD-F820-4BF9-8638-D77C8417D77C}" type="presOf" srcId="{7B30E013-0D40-4C82-87AA-837D6EC322E2}" destId="{B7A5A814-7E03-4583-9B72-C9C6AD5B38EB}" srcOrd="1" destOrd="0" presId="urn:microsoft.com/office/officeart/2005/8/layout/cycle2"/>
    <dgm:cxn modelId="{30ECBE4A-C009-4462-BE4C-02FC2AC6157B}" type="presOf" srcId="{21E86978-ABE4-420F-8FCD-09AE3B89D902}" destId="{B7D359F4-C6FF-418D-82EB-0938DA644EFA}" srcOrd="1" destOrd="0" presId="urn:microsoft.com/office/officeart/2005/8/layout/cycle2"/>
    <dgm:cxn modelId="{E4FC5E63-D128-476F-ABF8-BC7D71CA8B6D}" srcId="{3AF9EB38-1E6D-40AA-8DC1-171CA9D34862}" destId="{7C3D7AC0-0956-46EF-8D38-5A2E5D58C624}" srcOrd="4" destOrd="0" parTransId="{05356CB5-F7E8-45C5-860D-1ABD0BDE98DF}" sibTransId="{7B30E013-0D40-4C82-87AA-837D6EC322E2}"/>
    <dgm:cxn modelId="{E0DE5173-E8EE-4117-9D5B-9ED2953C2CB4}" type="presOf" srcId="{4AF3BAA3-50EB-4020-8857-FB1FD6096C36}" destId="{29F89F39-4DE6-4FF0-A9AC-1D12807BBDBF}" srcOrd="1" destOrd="0" presId="urn:microsoft.com/office/officeart/2005/8/layout/cycle2"/>
    <dgm:cxn modelId="{29F5EAD7-9BAB-47A1-883D-71300660822F}" type="presOf" srcId="{78EC69BB-1963-45C5-82E1-E2CCD7A638D5}" destId="{BC7A56F5-F30A-4091-B62A-CBFC191E6721}" srcOrd="0" destOrd="0" presId="urn:microsoft.com/office/officeart/2005/8/layout/cycle2"/>
    <dgm:cxn modelId="{F5817A13-6BE4-4661-BFB5-B4C94557A64F}" type="presOf" srcId="{EE873253-7D39-49EA-B59B-F68FFCFF837F}" destId="{EE52C475-41C7-4A27-8C4B-58C60773A0B3}" srcOrd="0" destOrd="0" presId="urn:microsoft.com/office/officeart/2005/8/layout/cycle2"/>
    <dgm:cxn modelId="{5E6A4A54-35F0-46A6-B2FC-4FE313DCAD40}" type="presOf" srcId="{33817280-F908-4D97-B02E-40F386DB950C}" destId="{35139019-A34F-4359-9942-A608234572D2}" srcOrd="0" destOrd="0" presId="urn:microsoft.com/office/officeart/2005/8/layout/cycle2"/>
    <dgm:cxn modelId="{E05D2910-4698-4424-95F4-838967C7D9F5}" type="presOf" srcId="{B30BB666-58DE-43E6-A348-D79175D8D827}" destId="{51971B25-6A87-4FF6-BD73-993F630850DA}" srcOrd="0" destOrd="0" presId="urn:microsoft.com/office/officeart/2005/8/layout/cycle2"/>
    <dgm:cxn modelId="{16CD49ED-CC5E-4887-8412-05133891C2DD}" type="presOf" srcId="{7B30E013-0D40-4C82-87AA-837D6EC322E2}" destId="{13535557-4C39-4241-9DB7-F5316660E73E}" srcOrd="0" destOrd="0" presId="urn:microsoft.com/office/officeart/2005/8/layout/cycle2"/>
    <dgm:cxn modelId="{F84F5C47-B676-4D6C-8636-D622E2C526A5}" type="presOf" srcId="{25F8FDD1-2120-4AFF-90C2-0738662404D7}" destId="{EA582B00-D002-4658-8126-B1BB76A3246A}" srcOrd="1" destOrd="0" presId="urn:microsoft.com/office/officeart/2005/8/layout/cycle2"/>
    <dgm:cxn modelId="{BFCAE976-8D77-4017-AF60-5BE4602902D7}" type="presOf" srcId="{EE873253-7D39-49EA-B59B-F68FFCFF837F}" destId="{158A7F93-A6BB-444E-AE41-54B791ED542A}" srcOrd="1" destOrd="0" presId="urn:microsoft.com/office/officeart/2005/8/layout/cycle2"/>
    <dgm:cxn modelId="{2F6D8AE8-95B9-4111-82EB-E1DB91D713F3}" type="presOf" srcId="{1ABA9188-98BE-4D82-B0EC-6F58C6963F0C}" destId="{E8C624FF-DDD5-45AA-90F8-CBFEA1F3A498}" srcOrd="0" destOrd="0" presId="urn:microsoft.com/office/officeart/2005/8/layout/cycle2"/>
    <dgm:cxn modelId="{6971E7EE-1AAE-4949-8EC8-44B93AF66363}" srcId="{3AF9EB38-1E6D-40AA-8DC1-171CA9D34862}" destId="{F7EC3BA5-2C3B-4F6A-BF07-5D699B685A79}" srcOrd="6" destOrd="0" parTransId="{4BB8DBD0-1655-4073-80CA-71C5CEE4345D}" sibTransId="{EE873253-7D39-49EA-B59B-F68FFCFF837F}"/>
    <dgm:cxn modelId="{1CDCFE74-988F-4265-8233-4BA72DF382EE}" type="presOf" srcId="{2B0C56C6-30A1-4837-8FE5-AB8BFCCBDA06}" destId="{FDD75E5F-F009-4F94-A5A7-2F48BA489BE6}" srcOrd="0" destOrd="0" presId="urn:microsoft.com/office/officeart/2005/8/layout/cycle2"/>
    <dgm:cxn modelId="{FBB82463-B592-4121-B27E-BA10F86CBD34}" type="presParOf" srcId="{8BCCBBCA-5E67-48F6-B812-D3255FCAABD4}" destId="{A8D4FFFF-02BE-4AE4-A317-4B3CB181DFCE}" srcOrd="0" destOrd="0" presId="urn:microsoft.com/office/officeart/2005/8/layout/cycle2"/>
    <dgm:cxn modelId="{1A1927DE-9C22-4E1D-9F16-5999D5F60318}" type="presParOf" srcId="{8BCCBBCA-5E67-48F6-B812-D3255FCAABD4}" destId="{35139019-A34F-4359-9942-A608234572D2}" srcOrd="1" destOrd="0" presId="urn:microsoft.com/office/officeart/2005/8/layout/cycle2"/>
    <dgm:cxn modelId="{62F70C94-4DF7-479D-9BEB-2168C8B3641A}" type="presParOf" srcId="{35139019-A34F-4359-9942-A608234572D2}" destId="{490385B6-BF8C-47B8-93A3-3E7034F5765C}" srcOrd="0" destOrd="0" presId="urn:microsoft.com/office/officeart/2005/8/layout/cycle2"/>
    <dgm:cxn modelId="{81241B21-4425-4CC6-B246-82B1F6ED7144}" type="presParOf" srcId="{8BCCBBCA-5E67-48F6-B812-D3255FCAABD4}" destId="{51971B25-6A87-4FF6-BD73-993F630850DA}" srcOrd="2" destOrd="0" presId="urn:microsoft.com/office/officeart/2005/8/layout/cycle2"/>
    <dgm:cxn modelId="{F92280D2-1E90-44FA-9330-E046253C9206}" type="presParOf" srcId="{8BCCBBCA-5E67-48F6-B812-D3255FCAABD4}" destId="{17C49F36-1B42-4E01-8AA9-F31783479F25}" srcOrd="3" destOrd="0" presId="urn:microsoft.com/office/officeart/2005/8/layout/cycle2"/>
    <dgm:cxn modelId="{8816C50C-30F0-4ECA-9826-94D011746181}" type="presParOf" srcId="{17C49F36-1B42-4E01-8AA9-F31783479F25}" destId="{B7D359F4-C6FF-418D-82EB-0938DA644EFA}" srcOrd="0" destOrd="0" presId="urn:microsoft.com/office/officeart/2005/8/layout/cycle2"/>
    <dgm:cxn modelId="{8AFA3388-65BC-4468-BCBE-DD565AC972AB}" type="presParOf" srcId="{8BCCBBCA-5E67-48F6-B812-D3255FCAABD4}" destId="{59939386-1BAA-40E9-9E6C-564E64263D60}" srcOrd="4" destOrd="0" presId="urn:microsoft.com/office/officeart/2005/8/layout/cycle2"/>
    <dgm:cxn modelId="{EFA3A95E-4327-4D35-B519-0B535E59AB8A}" type="presParOf" srcId="{8BCCBBCA-5E67-48F6-B812-D3255FCAABD4}" destId="{71D0B4AC-683C-45CD-A53D-90246E8296C4}" srcOrd="5" destOrd="0" presId="urn:microsoft.com/office/officeart/2005/8/layout/cycle2"/>
    <dgm:cxn modelId="{435F1B8E-4542-4ABF-A092-E686624A970A}" type="presParOf" srcId="{71D0B4AC-683C-45CD-A53D-90246E8296C4}" destId="{EA582B00-D002-4658-8126-B1BB76A3246A}" srcOrd="0" destOrd="0" presId="urn:microsoft.com/office/officeart/2005/8/layout/cycle2"/>
    <dgm:cxn modelId="{06382D34-092E-4FCB-941D-E3BFE6D05EFA}" type="presParOf" srcId="{8BCCBBCA-5E67-48F6-B812-D3255FCAABD4}" destId="{83892C50-B2B7-4199-A68D-64E5FA8C7E28}" srcOrd="6" destOrd="0" presId="urn:microsoft.com/office/officeart/2005/8/layout/cycle2"/>
    <dgm:cxn modelId="{66CFD87A-78E6-4241-9E08-23AFF8920218}" type="presParOf" srcId="{8BCCBBCA-5E67-48F6-B812-D3255FCAABD4}" destId="{FAAA301C-8777-491E-BA84-C96E59B67226}" srcOrd="7" destOrd="0" presId="urn:microsoft.com/office/officeart/2005/8/layout/cycle2"/>
    <dgm:cxn modelId="{D5136AC6-8965-4EE6-8051-15F2C0C31263}" type="presParOf" srcId="{FAAA301C-8777-491E-BA84-C96E59B67226}" destId="{58267A5F-B21E-497B-BEE8-E9B7506CF34A}" srcOrd="0" destOrd="0" presId="urn:microsoft.com/office/officeart/2005/8/layout/cycle2"/>
    <dgm:cxn modelId="{8D462EE6-4EE6-41A4-9C1E-9CC8FC31DB81}" type="presParOf" srcId="{8BCCBBCA-5E67-48F6-B812-D3255FCAABD4}" destId="{20E2FED0-D597-490D-874B-8D8FAEAE8FE0}" srcOrd="8" destOrd="0" presId="urn:microsoft.com/office/officeart/2005/8/layout/cycle2"/>
    <dgm:cxn modelId="{3738BB4C-038E-4914-88C3-96CAF839A3D2}" type="presParOf" srcId="{8BCCBBCA-5E67-48F6-B812-D3255FCAABD4}" destId="{13535557-4C39-4241-9DB7-F5316660E73E}" srcOrd="9" destOrd="0" presId="urn:microsoft.com/office/officeart/2005/8/layout/cycle2"/>
    <dgm:cxn modelId="{CE25312F-6423-4DFF-A443-17AB8C2052B5}" type="presParOf" srcId="{13535557-4C39-4241-9DB7-F5316660E73E}" destId="{B7A5A814-7E03-4583-9B72-C9C6AD5B38EB}" srcOrd="0" destOrd="0" presId="urn:microsoft.com/office/officeart/2005/8/layout/cycle2"/>
    <dgm:cxn modelId="{DD8B1373-3704-46AE-AC13-1446FE69E89B}" type="presParOf" srcId="{8BCCBBCA-5E67-48F6-B812-D3255FCAABD4}" destId="{FDD75E5F-F009-4F94-A5A7-2F48BA489BE6}" srcOrd="10" destOrd="0" presId="urn:microsoft.com/office/officeart/2005/8/layout/cycle2"/>
    <dgm:cxn modelId="{83330134-2E31-4B46-B338-45FC9B90AB30}" type="presParOf" srcId="{8BCCBBCA-5E67-48F6-B812-D3255FCAABD4}" destId="{E8C624FF-DDD5-45AA-90F8-CBFEA1F3A498}" srcOrd="11" destOrd="0" presId="urn:microsoft.com/office/officeart/2005/8/layout/cycle2"/>
    <dgm:cxn modelId="{1420817C-7B38-4BA4-9AF1-CD318BEF255E}" type="presParOf" srcId="{E8C624FF-DDD5-45AA-90F8-CBFEA1F3A498}" destId="{B5DDD91F-C45B-435F-9121-AC5C2E44F141}" srcOrd="0" destOrd="0" presId="urn:microsoft.com/office/officeart/2005/8/layout/cycle2"/>
    <dgm:cxn modelId="{2DB23259-F1D6-46C0-BB71-5DEF0370537A}" type="presParOf" srcId="{8BCCBBCA-5E67-48F6-B812-D3255FCAABD4}" destId="{450C39F3-12ED-42F9-A3AE-238C1FB2101D}" srcOrd="12" destOrd="0" presId="urn:microsoft.com/office/officeart/2005/8/layout/cycle2"/>
    <dgm:cxn modelId="{562646FD-9B5A-4CEB-AC4F-C5F3225C3EB5}" type="presParOf" srcId="{8BCCBBCA-5E67-48F6-B812-D3255FCAABD4}" destId="{EE52C475-41C7-4A27-8C4B-58C60773A0B3}" srcOrd="13" destOrd="0" presId="urn:microsoft.com/office/officeart/2005/8/layout/cycle2"/>
    <dgm:cxn modelId="{2D76CC14-F61B-46F4-B110-785143C00836}" type="presParOf" srcId="{EE52C475-41C7-4A27-8C4B-58C60773A0B3}" destId="{158A7F93-A6BB-444E-AE41-54B791ED542A}" srcOrd="0" destOrd="0" presId="urn:microsoft.com/office/officeart/2005/8/layout/cycle2"/>
    <dgm:cxn modelId="{32771584-F698-4C40-8690-6BC2286EC3AE}" type="presParOf" srcId="{8BCCBBCA-5E67-48F6-B812-D3255FCAABD4}" destId="{B1E94D40-B97F-4666-BB27-C9318B2CC2A2}" srcOrd="14" destOrd="0" presId="urn:microsoft.com/office/officeart/2005/8/layout/cycle2"/>
    <dgm:cxn modelId="{AF48EA72-6115-47B6-97DC-C068BF999A27}" type="presParOf" srcId="{8BCCBBCA-5E67-48F6-B812-D3255FCAABD4}" destId="{01FB6B6B-3B53-4DBC-B8D0-E39BBBBC07E8}" srcOrd="15" destOrd="0" presId="urn:microsoft.com/office/officeart/2005/8/layout/cycle2"/>
    <dgm:cxn modelId="{43052655-A700-4735-BBB5-2587D9856079}" type="presParOf" srcId="{01FB6B6B-3B53-4DBC-B8D0-E39BBBBC07E8}" destId="{29F89F39-4DE6-4FF0-A9AC-1D12807BBDBF}" srcOrd="0" destOrd="0" presId="urn:microsoft.com/office/officeart/2005/8/layout/cycle2"/>
    <dgm:cxn modelId="{8E93F2DB-4288-4082-B2DE-BD62A4C0C804}" type="presParOf" srcId="{8BCCBBCA-5E67-48F6-B812-D3255FCAABD4}" destId="{51D95B28-CE9E-46D8-A35F-35C4D3E6EE7C}" srcOrd="16" destOrd="0" presId="urn:microsoft.com/office/officeart/2005/8/layout/cycle2"/>
    <dgm:cxn modelId="{0D9D87DE-5979-4751-8398-559393C93776}" type="presParOf" srcId="{8BCCBBCA-5E67-48F6-B812-D3255FCAABD4}" destId="{2FFD4EC8-FFA9-42D8-AFEA-71BBBFBDCBF3}" srcOrd="17" destOrd="0" presId="urn:microsoft.com/office/officeart/2005/8/layout/cycle2"/>
    <dgm:cxn modelId="{BEE2A67E-1E6E-404C-AF70-5DF3D0E2640D}" type="presParOf" srcId="{2FFD4EC8-FFA9-42D8-AFEA-71BBBFBDCBF3}" destId="{4F583567-6487-4D3C-A1F6-A415D74D0E7E}" srcOrd="0" destOrd="0" presId="urn:microsoft.com/office/officeart/2005/8/layout/cycle2"/>
    <dgm:cxn modelId="{489764FA-9A6E-4B07-A2C2-488B399640A8}" type="presParOf" srcId="{8BCCBBCA-5E67-48F6-B812-D3255FCAABD4}" destId="{016F7A67-1E7E-48D5-AA6C-1DDCE24C49D9}" srcOrd="18" destOrd="0" presId="urn:microsoft.com/office/officeart/2005/8/layout/cycle2"/>
    <dgm:cxn modelId="{D8E1CE9F-33A4-473C-AD9F-0D8D7BE196CD}" type="presParOf" srcId="{8BCCBBCA-5E67-48F6-B812-D3255FCAABD4}" destId="{BC7A56F5-F30A-4091-B62A-CBFC191E6721}" srcOrd="19" destOrd="0" presId="urn:microsoft.com/office/officeart/2005/8/layout/cycle2"/>
    <dgm:cxn modelId="{4B31F7D1-F343-4347-84A2-1EFDB5441A58}" type="presParOf" srcId="{BC7A56F5-F30A-4091-B62A-CBFC191E6721}" destId="{EB40336D-3682-456A-B128-32C59128E9B4}"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623429" cy="4873752"/>
        <a:chOff x="0" y="0"/>
        <a:chExt cx="6623429" cy="4873752"/>
      </a:xfrm>
    </dsp:grpSpPr>
    <dsp:sp modelId="{CF4BB323-44B7-49CE-8C34-34EB9D5BF1EC}">
      <dsp:nvSpPr>
        <dsp:cNvPr id="3" name="椭圆 2"/>
        <dsp:cNvSpPr/>
      </dsp:nvSpPr>
      <dsp:spPr bwMode="white">
        <a:xfrm>
          <a:off x="3155696" y="1240857"/>
          <a:ext cx="1589623" cy="1589818"/>
        </a:xfrm>
        <a:prstGeom prst="ellipse">
          <a:avLst/>
        </a:prstGeom>
      </dsp:spPr>
      <dsp:style>
        <a:lnRef idx="2">
          <a:schemeClr val="lt1"/>
        </a:lnRef>
        <a:fillRef idx="1">
          <a:schemeClr val="accent2">
            <a:alpha val="50000"/>
            <a:hueOff val="0"/>
            <a:satOff val="0"/>
            <a:lumOff val="0"/>
            <a:alpha val="50196"/>
          </a:schemeClr>
        </a:fillRef>
        <a:effectRef idx="0">
          <a:scrgbClr r="0" g="0" b="0"/>
        </a:effectRef>
        <a:fontRef idx="minor">
          <a:schemeClr val="tx1"/>
        </a:fontRef>
      </dsp:style>
      <dsp:txXfrm>
        <a:off x="3155696" y="1240857"/>
        <a:ext cx="1589623" cy="1589818"/>
      </dsp:txXfrm>
    </dsp:sp>
    <dsp:sp modelId="{E5F517B1-BB30-413E-9960-64A78B044784}">
      <dsp:nvSpPr>
        <dsp:cNvPr id="5" name="椭圆 4"/>
        <dsp:cNvSpPr/>
      </dsp:nvSpPr>
      <dsp:spPr bwMode="white">
        <a:xfrm>
          <a:off x="3621985" y="1465050"/>
          <a:ext cx="1589623" cy="1589818"/>
        </a:xfrm>
        <a:prstGeom prst="ellipse">
          <a:avLst/>
        </a:prstGeom>
      </dsp:spPr>
      <dsp:style>
        <a:lnRef idx="2">
          <a:schemeClr val="lt1"/>
        </a:lnRef>
        <a:fillRef idx="1">
          <a:schemeClr val="accent2">
            <a:alpha val="50000"/>
            <a:hueOff val="199999"/>
            <a:satOff val="2222"/>
            <a:lumOff val="-1372"/>
            <a:alpha val="50196"/>
          </a:schemeClr>
        </a:fillRef>
        <a:effectRef idx="0">
          <a:scrgbClr r="0" g="0" b="0"/>
        </a:effectRef>
        <a:fontRef idx="minor">
          <a:schemeClr val="tx1"/>
        </a:fontRef>
      </dsp:style>
      <dsp:txXfrm>
        <a:off x="3621985" y="1465050"/>
        <a:ext cx="1589623" cy="1589818"/>
      </dsp:txXfrm>
    </dsp:sp>
    <dsp:sp modelId="{CA5BD387-FDC3-4675-B2B7-13BB1100EC30}">
      <dsp:nvSpPr>
        <dsp:cNvPr id="7" name="椭圆 6"/>
        <dsp:cNvSpPr/>
      </dsp:nvSpPr>
      <dsp:spPr bwMode="white">
        <a:xfrm>
          <a:off x="3736570" y="1969483"/>
          <a:ext cx="1589623" cy="1589818"/>
        </a:xfrm>
        <a:prstGeom prst="ellipse">
          <a:avLst/>
        </a:prstGeom>
      </dsp:spPr>
      <dsp:style>
        <a:lnRef idx="2">
          <a:schemeClr val="lt1"/>
        </a:lnRef>
        <a:fillRef idx="1">
          <a:schemeClr val="accent2">
            <a:alpha val="50000"/>
            <a:hueOff val="399999"/>
            <a:satOff val="4444"/>
            <a:lumOff val="-2744"/>
            <a:alpha val="50196"/>
          </a:schemeClr>
        </a:fillRef>
        <a:effectRef idx="0">
          <a:scrgbClr r="0" g="0" b="0"/>
        </a:effectRef>
        <a:fontRef idx="minor">
          <a:schemeClr val="tx1"/>
        </a:fontRef>
      </dsp:style>
      <dsp:txXfrm>
        <a:off x="3736570" y="1969483"/>
        <a:ext cx="1589623" cy="1589818"/>
      </dsp:txXfrm>
    </dsp:sp>
    <dsp:sp modelId="{1643C0E4-24A2-4DF4-8BB1-2A2E3799A2C5}">
      <dsp:nvSpPr>
        <dsp:cNvPr id="9" name="椭圆 8"/>
        <dsp:cNvSpPr/>
      </dsp:nvSpPr>
      <dsp:spPr bwMode="white">
        <a:xfrm>
          <a:off x="3414009" y="2374005"/>
          <a:ext cx="1589623" cy="1589818"/>
        </a:xfrm>
        <a:prstGeom prst="ellipse">
          <a:avLst/>
        </a:prstGeom>
      </dsp:spPr>
      <dsp:style>
        <a:lnRef idx="2">
          <a:schemeClr val="lt1"/>
        </a:lnRef>
        <a:fillRef idx="1">
          <a:schemeClr val="accent2">
            <a:alpha val="50000"/>
            <a:hueOff val="600000"/>
            <a:satOff val="6667"/>
            <a:lumOff val="-4117"/>
            <a:alpha val="50196"/>
          </a:schemeClr>
        </a:fillRef>
        <a:effectRef idx="0">
          <a:scrgbClr r="0" g="0" b="0"/>
        </a:effectRef>
        <a:fontRef idx="minor">
          <a:schemeClr val="tx1"/>
        </a:fontRef>
      </dsp:style>
      <dsp:txXfrm>
        <a:off x="3414009" y="2374005"/>
        <a:ext cx="1589623" cy="1589818"/>
      </dsp:txXfrm>
    </dsp:sp>
    <dsp:sp modelId="{AFD590D9-3E6A-4ABF-9EC0-44E3DD6A6CF2}">
      <dsp:nvSpPr>
        <dsp:cNvPr id="11" name="椭圆 10"/>
        <dsp:cNvSpPr/>
      </dsp:nvSpPr>
      <dsp:spPr bwMode="white">
        <a:xfrm>
          <a:off x="2897382" y="2374005"/>
          <a:ext cx="1589623" cy="1589818"/>
        </a:xfrm>
        <a:prstGeom prst="ellipse">
          <a:avLst/>
        </a:prstGeom>
      </dsp:spPr>
      <dsp:style>
        <a:lnRef idx="2">
          <a:schemeClr val="lt1"/>
        </a:lnRef>
        <a:fillRef idx="1">
          <a:schemeClr val="accent2">
            <a:alpha val="50000"/>
            <a:hueOff val="799999"/>
            <a:satOff val="8889"/>
            <a:lumOff val="-5489"/>
            <a:alpha val="50196"/>
          </a:schemeClr>
        </a:fillRef>
        <a:effectRef idx="0">
          <a:scrgbClr r="0" g="0" b="0"/>
        </a:effectRef>
        <a:fontRef idx="minor">
          <a:schemeClr val="tx1"/>
        </a:fontRef>
      </dsp:style>
      <dsp:txXfrm>
        <a:off x="2897382" y="2374005"/>
        <a:ext cx="1589623" cy="1589818"/>
      </dsp:txXfrm>
    </dsp:sp>
    <dsp:sp modelId="{ADEB273A-EE1B-4C79-A1EB-BB5BF499DD80}">
      <dsp:nvSpPr>
        <dsp:cNvPr id="13" name="椭圆 12"/>
        <dsp:cNvSpPr/>
      </dsp:nvSpPr>
      <dsp:spPr bwMode="white">
        <a:xfrm>
          <a:off x="2574821" y="1969483"/>
          <a:ext cx="1589623" cy="1589818"/>
        </a:xfrm>
        <a:prstGeom prst="ellipse">
          <a:avLst/>
        </a:prstGeom>
      </dsp:spPr>
      <dsp:style>
        <a:lnRef idx="2">
          <a:schemeClr val="lt1"/>
        </a:lnRef>
        <a:fillRef idx="1">
          <a:schemeClr val="accent2">
            <a:alpha val="50000"/>
            <a:hueOff val="1000000"/>
            <a:satOff val="11111"/>
            <a:lumOff val="-6862"/>
            <a:alpha val="50196"/>
          </a:schemeClr>
        </a:fillRef>
        <a:effectRef idx="0">
          <a:scrgbClr r="0" g="0" b="0"/>
        </a:effectRef>
        <a:fontRef idx="minor">
          <a:schemeClr val="tx1"/>
        </a:fontRef>
      </dsp:style>
      <dsp:txXfrm>
        <a:off x="2574821" y="1969483"/>
        <a:ext cx="1589623" cy="1589818"/>
      </dsp:txXfrm>
    </dsp:sp>
    <dsp:sp modelId="{0E2426D4-A5F3-429E-BBDC-DCF51A6E1FC9}">
      <dsp:nvSpPr>
        <dsp:cNvPr id="15" name="椭圆 14"/>
        <dsp:cNvSpPr/>
      </dsp:nvSpPr>
      <dsp:spPr bwMode="white">
        <a:xfrm>
          <a:off x="2689406" y="1465050"/>
          <a:ext cx="1589623" cy="1589818"/>
        </a:xfrm>
        <a:prstGeom prst="ellipse">
          <a:avLst/>
        </a:prstGeom>
      </dsp:spPr>
      <dsp:style>
        <a:lnRef idx="2">
          <a:schemeClr val="lt1"/>
        </a:lnRef>
        <a:fillRef idx="1">
          <a:schemeClr val="accent2">
            <a:alpha val="50000"/>
            <a:hueOff val="1200000"/>
            <a:satOff val="13333"/>
            <a:lumOff val="-8234"/>
            <a:alpha val="50196"/>
          </a:schemeClr>
        </a:fillRef>
        <a:effectRef idx="0">
          <a:scrgbClr r="0" g="0" b="0"/>
        </a:effectRef>
        <a:fontRef idx="minor">
          <a:schemeClr val="tx1"/>
        </a:fontRef>
      </dsp:style>
      <dsp:txXfrm>
        <a:off x="2689406" y="1465050"/>
        <a:ext cx="1589623" cy="1589818"/>
      </dsp:txXfrm>
    </dsp:sp>
    <dsp:sp modelId="{04EFAA0D-8AF3-4CD1-92C9-B412F9601291}">
      <dsp:nvSpPr>
        <dsp:cNvPr id="4" name="矩形 3"/>
        <dsp:cNvSpPr/>
      </dsp:nvSpPr>
      <dsp:spPr bwMode="white">
        <a:xfrm>
          <a:off x="3039786" y="0"/>
          <a:ext cx="1821443" cy="974750"/>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800" dirty="0" smtClean="0">
              <a:solidFill>
                <a:schemeClr val="tx1"/>
              </a:solidFill>
            </a:rPr>
            <a:t>2.</a:t>
          </a:r>
          <a:r>
            <a:rPr lang="zh-CN" sz="2800" dirty="0" smtClean="0">
              <a:solidFill>
                <a:schemeClr val="tx1"/>
              </a:solidFill>
            </a:rPr>
            <a:t>常用画图工具 </a:t>
          </a:r>
          <a:endParaRPr lang="zh-CN" sz="2800" dirty="0">
            <a:solidFill>
              <a:schemeClr val="tx1"/>
            </a:solidFill>
          </a:endParaRPr>
        </a:p>
      </dsp:txBody>
      <dsp:txXfrm>
        <a:off x="3039786" y="0"/>
        <a:ext cx="1821443" cy="974750"/>
      </dsp:txXfrm>
    </dsp:sp>
    <dsp:sp modelId="{12C101EE-8F8C-44EF-A815-83C6B7FB94F0}">
      <dsp:nvSpPr>
        <dsp:cNvPr id="6" name="矩形 5"/>
        <dsp:cNvSpPr/>
      </dsp:nvSpPr>
      <dsp:spPr bwMode="white">
        <a:xfrm>
          <a:off x="5407661" y="926013"/>
          <a:ext cx="1722092" cy="1072225"/>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(1) </a:t>
          </a:r>
          <a:r>
            <a:rPr lang="zh-CN" sz="1800" dirty="0" smtClean="0">
              <a:solidFill>
                <a:schemeClr val="tx1"/>
              </a:solidFill>
            </a:rPr>
            <a:t>铅笔工具。</a:t>
          </a:r>
          <a:endParaRPr lang="zh-CN" sz="1800" dirty="0">
            <a:solidFill>
              <a:schemeClr val="tx1"/>
            </a:solidFill>
          </a:endParaRPr>
        </a:p>
      </dsp:txBody>
      <dsp:txXfrm>
        <a:off x="5407661" y="926013"/>
        <a:ext cx="1722092" cy="1072225"/>
      </dsp:txXfrm>
    </dsp:sp>
    <dsp:sp modelId="{89773CDD-FB37-490F-835A-411933EDB0A7}">
      <dsp:nvSpPr>
        <dsp:cNvPr id="8" name="矩形 7"/>
        <dsp:cNvSpPr/>
      </dsp:nvSpPr>
      <dsp:spPr bwMode="white">
        <a:xfrm>
          <a:off x="5573247" y="742404"/>
          <a:ext cx="1688974" cy="1145332"/>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(2) </a:t>
          </a:r>
          <a:r>
            <a:rPr lang="zh-CN" sz="1800" dirty="0" smtClean="0">
              <a:solidFill>
                <a:schemeClr val="tx1"/>
              </a:solidFill>
            </a:rPr>
            <a:t>刷子工具。</a:t>
          </a:r>
          <a:endParaRPr lang="zh-CN" sz="1800" dirty="0">
            <a:solidFill>
              <a:schemeClr val="tx1"/>
            </a:solidFill>
          </a:endParaRPr>
        </a:p>
      </dsp:txBody>
      <dsp:txXfrm>
        <a:off x="5573247" y="742404"/>
        <a:ext cx="1688974" cy="1145332"/>
      </dsp:txXfrm>
    </dsp:sp>
    <dsp:sp modelId="{E56A1D7F-690B-4B3E-8A49-64A74EC0E3C5}">
      <dsp:nvSpPr>
        <dsp:cNvPr id="10" name="矩形 9"/>
        <dsp:cNvSpPr/>
      </dsp:nvSpPr>
      <dsp:spPr bwMode="white">
        <a:xfrm>
          <a:off x="5222310" y="1322512"/>
          <a:ext cx="1821443" cy="1047857"/>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(3) </a:t>
          </a:r>
          <a:r>
            <a:rPr lang="zh-CN" sz="1800" dirty="0" smtClean="0">
              <a:solidFill>
                <a:schemeClr val="tx1"/>
              </a:solidFill>
            </a:rPr>
            <a:t>橡皮工具。</a:t>
          </a:r>
          <a:endParaRPr lang="zh-CN" sz="1800" dirty="0">
            <a:solidFill>
              <a:schemeClr val="tx1"/>
            </a:solidFill>
          </a:endParaRPr>
        </a:p>
      </dsp:txBody>
      <dsp:txXfrm>
        <a:off x="5222310" y="1322512"/>
        <a:ext cx="1821443" cy="1047857"/>
      </dsp:txXfrm>
    </dsp:sp>
    <dsp:sp modelId="{2ABC4ECA-670A-4851-9783-14DE59C07BBC}">
      <dsp:nvSpPr>
        <dsp:cNvPr id="12" name="矩形 11"/>
        <dsp:cNvSpPr/>
      </dsp:nvSpPr>
      <dsp:spPr bwMode="white">
        <a:xfrm>
          <a:off x="4368723" y="2541562"/>
          <a:ext cx="1821443" cy="1047857"/>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(4) </a:t>
          </a:r>
          <a:r>
            <a:rPr lang="zh-CN" sz="1800" dirty="0" smtClean="0">
              <a:solidFill>
                <a:schemeClr val="tx1"/>
              </a:solidFill>
            </a:rPr>
            <a:t>颜料填充工具。</a:t>
          </a:r>
          <a:endParaRPr lang="zh-CN" sz="1800" dirty="0">
            <a:solidFill>
              <a:schemeClr val="tx1"/>
            </a:solidFill>
          </a:endParaRPr>
        </a:p>
      </dsp:txBody>
      <dsp:txXfrm>
        <a:off x="4368723" y="2541562"/>
        <a:ext cx="1821443" cy="1047857"/>
      </dsp:txXfrm>
    </dsp:sp>
    <dsp:sp modelId="{2DE14AD8-4638-4B3C-B1A9-B5BC018F541E}">
      <dsp:nvSpPr>
        <dsp:cNvPr id="14" name="矩形 13"/>
        <dsp:cNvSpPr/>
      </dsp:nvSpPr>
      <dsp:spPr bwMode="white">
        <a:xfrm>
          <a:off x="3140214" y="3728420"/>
          <a:ext cx="1688974" cy="1145332"/>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(5) </a:t>
          </a:r>
          <a:r>
            <a:rPr lang="zh-CN" sz="1800" dirty="0" smtClean="0">
              <a:solidFill>
                <a:schemeClr val="tx1"/>
              </a:solidFill>
            </a:rPr>
            <a:t>文字工具。</a:t>
          </a:r>
          <a:endParaRPr lang="zh-CN" sz="1800" dirty="0">
            <a:solidFill>
              <a:schemeClr val="tx1"/>
            </a:solidFill>
          </a:endParaRPr>
        </a:p>
      </dsp:txBody>
      <dsp:txXfrm>
        <a:off x="3140214" y="3728420"/>
        <a:ext cx="1688974" cy="1145332"/>
      </dsp:txXfrm>
    </dsp:sp>
    <dsp:sp modelId="{BA03B3A7-5782-4718-9FAC-A9544A20D5C2}">
      <dsp:nvSpPr>
        <dsp:cNvPr id="16" name="矩形 15"/>
        <dsp:cNvSpPr/>
      </dsp:nvSpPr>
      <dsp:spPr bwMode="white">
        <a:xfrm>
          <a:off x="1755300" y="3801527"/>
          <a:ext cx="1722092" cy="1072225"/>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(6) </a:t>
          </a:r>
          <a:r>
            <a:rPr lang="zh-CN" sz="1600" dirty="0" smtClean="0">
              <a:solidFill>
                <a:schemeClr val="tx1"/>
              </a:solidFill>
            </a:rPr>
            <a:t>直线工具。</a:t>
          </a:r>
          <a:endParaRPr lang="zh-CN" sz="1600" dirty="0">
            <a:solidFill>
              <a:schemeClr val="tx1"/>
            </a:solidFill>
          </a:endParaRPr>
        </a:p>
      </dsp:txBody>
      <dsp:txXfrm>
        <a:off x="1755300" y="3801527"/>
        <a:ext cx="1722092" cy="107222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5045216"/>
        <a:chOff x="0" y="0"/>
        <a:chExt cx="7901014" cy="5045216"/>
      </a:xfrm>
    </dsp:grpSpPr>
    <dsp:sp modelId="{ABC4A37A-8E66-4F7B-8DD3-B9F79A671CE0}">
      <dsp:nvSpPr>
        <dsp:cNvPr id="3" name="圆角矩形 2"/>
        <dsp:cNvSpPr/>
      </dsp:nvSpPr>
      <dsp:spPr bwMode="white">
        <a:xfrm>
          <a:off x="3276163" y="0"/>
          <a:ext cx="1360059" cy="884039"/>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b="1" dirty="0" smtClean="0">
              <a:solidFill>
                <a:schemeClr val="bg1"/>
              </a:solidFill>
            </a:rPr>
            <a:t>4.</a:t>
          </a:r>
          <a:r>
            <a:rPr lang="zh-CN" sz="1800" b="1" dirty="0" smtClean="0">
              <a:solidFill>
                <a:schemeClr val="bg1"/>
              </a:solidFill>
            </a:rPr>
            <a:t>画图工具操作技巧</a:t>
          </a:r>
          <a:endParaRPr lang="zh-CN" sz="1800" b="1" dirty="0">
            <a:solidFill>
              <a:schemeClr val="bg1"/>
            </a:solidFill>
          </a:endParaRPr>
        </a:p>
      </dsp:txBody>
      <dsp:txXfrm>
        <a:off x="3276163" y="0"/>
        <a:ext cx="1360059" cy="884039"/>
      </dsp:txXfrm>
    </dsp:sp>
    <dsp:sp modelId="{A7E5C212-6271-425C-BFE9-0C474175B372}">
      <dsp:nvSpPr>
        <dsp:cNvPr id="4" name="弧形 3"/>
        <dsp:cNvSpPr/>
      </dsp:nvSpPr>
      <dsp:spPr bwMode="white">
        <a:xfrm>
          <a:off x="1869918" y="442019"/>
          <a:ext cx="4161177" cy="4161177"/>
        </a:xfrm>
        <a:prstGeom prst="arc">
          <a:avLst>
            <a:gd name="adj1" fmla="val 17369781"/>
            <a:gd name="adj2" fmla="val 18858734"/>
          </a:avLst>
        </a:prstGeom>
      </dsp:spPr>
      <dsp:style>
        <a:lnRef idx="1">
          <a:schemeClr val="accent2">
            <a:hueOff val="0"/>
            <a:satOff val="0"/>
            <a:lumOff val="0"/>
            <a:alpha val="100000"/>
          </a:schemeClr>
        </a:lnRef>
        <a:fillRef idx="0">
          <a:scrgbClr r="0" g="0" b="0"/>
        </a:fillRef>
        <a:effectRef idx="0">
          <a:scrgbClr r="0" g="0" b="0"/>
        </a:effectRef>
        <a:fontRef idx="minor"/>
      </dsp:style>
      <dsp:txXfrm>
        <a:off x="1869918" y="442019"/>
        <a:ext cx="4161177" cy="4161177"/>
      </dsp:txXfrm>
    </dsp:sp>
    <dsp:sp modelId="{3114F1E1-F2E1-4715-A8BE-3CEF579654F6}">
      <dsp:nvSpPr>
        <dsp:cNvPr id="5" name="圆角矩形 4"/>
        <dsp:cNvSpPr/>
      </dsp:nvSpPr>
      <dsp:spPr bwMode="white">
        <a:xfrm>
          <a:off x="5072320" y="1040294"/>
          <a:ext cx="1360059" cy="884039"/>
        </a:xfrm>
        <a:prstGeom prst="roundRect">
          <a:avLst/>
        </a:prstGeom>
      </dsp:spPr>
      <dsp:style>
        <a:lnRef idx="2">
          <a:schemeClr val="lt1"/>
        </a:lnRef>
        <a:fillRef idx="1">
          <a:schemeClr val="accent2">
            <a:hueOff val="240000"/>
            <a:satOff val="2667"/>
            <a:lumOff val="-1646"/>
            <a:alpha val="100000"/>
          </a:schemeClr>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(1)</a:t>
          </a:r>
          <a:r>
            <a:rPr lang="zh-CN" sz="1600" dirty="0" smtClean="0">
              <a:solidFill>
                <a:schemeClr val="tx1"/>
              </a:solidFill>
            </a:rPr>
            <a:t>图形内容缩放。</a:t>
          </a:r>
          <a:endParaRPr lang="zh-CN" sz="1600" dirty="0">
            <a:solidFill>
              <a:schemeClr val="tx1"/>
            </a:solidFill>
          </a:endParaRPr>
        </a:p>
      </dsp:txBody>
      <dsp:txXfrm>
        <a:off x="5072320" y="1040294"/>
        <a:ext cx="1360059" cy="884039"/>
      </dsp:txXfrm>
    </dsp:sp>
    <dsp:sp modelId="{F626910F-CFF8-4140-9C81-54E64A4D33E0}">
      <dsp:nvSpPr>
        <dsp:cNvPr id="6" name="弧形 5"/>
        <dsp:cNvSpPr/>
      </dsp:nvSpPr>
      <dsp:spPr bwMode="white">
        <a:xfrm>
          <a:off x="1869918" y="442019"/>
          <a:ext cx="4161177" cy="4161177"/>
        </a:xfrm>
        <a:prstGeom prst="arc">
          <a:avLst>
            <a:gd name="adj1" fmla="val 20617370"/>
            <a:gd name="adj2" fmla="val 982629"/>
          </a:avLst>
        </a:prstGeom>
      </dsp:spPr>
      <dsp:style>
        <a:lnRef idx="1">
          <a:schemeClr val="accent2">
            <a:hueOff val="240000"/>
            <a:satOff val="2667"/>
            <a:lumOff val="-1646"/>
            <a:alpha val="100000"/>
          </a:schemeClr>
        </a:lnRef>
        <a:fillRef idx="0">
          <a:scrgbClr r="0" g="0" b="0"/>
        </a:fillRef>
        <a:effectRef idx="0">
          <a:scrgbClr r="0" g="0" b="0"/>
        </a:effectRef>
        <a:fontRef idx="minor"/>
      </dsp:style>
      <dsp:txXfrm>
        <a:off x="1869918" y="442019"/>
        <a:ext cx="4161177" cy="4161177"/>
      </dsp:txXfrm>
    </dsp:sp>
    <dsp:sp modelId="{D2C87CCA-533D-44B0-A995-957C820C8655}">
      <dsp:nvSpPr>
        <dsp:cNvPr id="7" name="圆角矩形 6"/>
        <dsp:cNvSpPr/>
      </dsp:nvSpPr>
      <dsp:spPr bwMode="white">
        <a:xfrm>
          <a:off x="5072320" y="3120883"/>
          <a:ext cx="1360059" cy="884039"/>
        </a:xfrm>
        <a:prstGeom prst="roundRect">
          <a:avLst/>
        </a:prstGeom>
      </dsp:spPr>
      <dsp:style>
        <a:lnRef idx="2">
          <a:schemeClr val="lt1"/>
        </a:lnRef>
        <a:fillRef idx="1">
          <a:schemeClr val="accent2">
            <a:hueOff val="480000"/>
            <a:satOff val="5333"/>
            <a:lumOff val="-3293"/>
            <a:alpha val="100000"/>
          </a:schemeClr>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(2)</a:t>
          </a:r>
          <a:r>
            <a:rPr lang="zh-CN" sz="1600" dirty="0" smtClean="0">
              <a:solidFill>
                <a:schemeClr val="tx1"/>
              </a:solidFill>
            </a:rPr>
            <a:t>图形边框调整。</a:t>
          </a:r>
          <a:endParaRPr lang="zh-CN" sz="1600" dirty="0">
            <a:solidFill>
              <a:schemeClr val="tx1"/>
            </a:solidFill>
          </a:endParaRPr>
        </a:p>
      </dsp:txBody>
      <dsp:txXfrm>
        <a:off x="5072320" y="3120883"/>
        <a:ext cx="1360059" cy="884039"/>
      </dsp:txXfrm>
    </dsp:sp>
    <dsp:sp modelId="{003E834B-7790-4F69-8D1A-D6A1F1024B5C}">
      <dsp:nvSpPr>
        <dsp:cNvPr id="8" name="弧形 7"/>
        <dsp:cNvSpPr/>
      </dsp:nvSpPr>
      <dsp:spPr bwMode="white">
        <a:xfrm>
          <a:off x="1869918" y="442019"/>
          <a:ext cx="4161177" cy="4161177"/>
        </a:xfrm>
        <a:prstGeom prst="arc">
          <a:avLst>
            <a:gd name="adj1" fmla="val 2741365"/>
            <a:gd name="adj2" fmla="val 4240064"/>
          </a:avLst>
        </a:prstGeom>
      </dsp:spPr>
      <dsp:style>
        <a:lnRef idx="1">
          <a:schemeClr val="accent2">
            <a:hueOff val="480000"/>
            <a:satOff val="5333"/>
            <a:lumOff val="-3293"/>
            <a:alpha val="100000"/>
          </a:schemeClr>
        </a:lnRef>
        <a:fillRef idx="0">
          <a:scrgbClr r="0" g="0" b="0"/>
        </a:fillRef>
        <a:effectRef idx="0">
          <a:scrgbClr r="0" g="0" b="0"/>
        </a:effectRef>
        <a:fontRef idx="minor"/>
      </dsp:style>
      <dsp:txXfrm>
        <a:off x="1869918" y="442019"/>
        <a:ext cx="4161177" cy="4161177"/>
      </dsp:txXfrm>
    </dsp:sp>
    <dsp:sp modelId="{76DBF4F1-017C-4FD5-803F-9A1E75C5C6B0}">
      <dsp:nvSpPr>
        <dsp:cNvPr id="9" name="圆角矩形 8"/>
        <dsp:cNvSpPr/>
      </dsp:nvSpPr>
      <dsp:spPr bwMode="white">
        <a:xfrm>
          <a:off x="3270477" y="4161177"/>
          <a:ext cx="1360059" cy="884039"/>
        </a:xfrm>
        <a:prstGeom prst="roundRect">
          <a:avLst/>
        </a:prstGeom>
      </dsp:spPr>
      <dsp:style>
        <a:lnRef idx="2">
          <a:schemeClr val="lt1"/>
        </a:lnRef>
        <a:fillRef idx="1">
          <a:schemeClr val="accent2">
            <a:hueOff val="720000"/>
            <a:satOff val="8000"/>
            <a:lumOff val="-4940"/>
            <a:alpha val="100000"/>
          </a:schemeClr>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(3)</a:t>
          </a:r>
          <a:r>
            <a:rPr lang="zh-CN" sz="1600" dirty="0" smtClean="0">
              <a:solidFill>
                <a:schemeClr val="tx1"/>
              </a:solidFill>
            </a:rPr>
            <a:t>图形部分内容的位置移动。</a:t>
          </a:r>
          <a:endParaRPr lang="zh-CN" sz="1600" dirty="0">
            <a:solidFill>
              <a:schemeClr val="tx1"/>
            </a:solidFill>
          </a:endParaRPr>
        </a:p>
      </dsp:txBody>
      <dsp:txXfrm>
        <a:off x="3270477" y="4161177"/>
        <a:ext cx="1360059" cy="884039"/>
      </dsp:txXfrm>
    </dsp:sp>
    <dsp:sp modelId="{9098E9EA-D570-4F09-98D9-A8677170636C}">
      <dsp:nvSpPr>
        <dsp:cNvPr id="10" name="弧形 9"/>
        <dsp:cNvSpPr/>
      </dsp:nvSpPr>
      <dsp:spPr bwMode="white">
        <a:xfrm>
          <a:off x="1869918" y="442019"/>
          <a:ext cx="4161177" cy="4161177"/>
        </a:xfrm>
        <a:prstGeom prst="arc">
          <a:avLst>
            <a:gd name="adj1" fmla="val 6559935"/>
            <a:gd name="adj2" fmla="val 8058634"/>
          </a:avLst>
        </a:prstGeom>
      </dsp:spPr>
      <dsp:style>
        <a:lnRef idx="1">
          <a:schemeClr val="accent2">
            <a:hueOff val="720000"/>
            <a:satOff val="8000"/>
            <a:lumOff val="-4940"/>
            <a:alpha val="100000"/>
          </a:schemeClr>
        </a:lnRef>
        <a:fillRef idx="0">
          <a:scrgbClr r="0" g="0" b="0"/>
        </a:fillRef>
        <a:effectRef idx="0">
          <a:scrgbClr r="0" g="0" b="0"/>
        </a:effectRef>
        <a:fontRef idx="minor"/>
      </dsp:style>
      <dsp:txXfrm>
        <a:off x="1869918" y="442019"/>
        <a:ext cx="4161177" cy="4161177"/>
      </dsp:txXfrm>
    </dsp:sp>
    <dsp:sp modelId="{9FCE129E-2DE4-4348-B32D-D6BA8B109F50}">
      <dsp:nvSpPr>
        <dsp:cNvPr id="11" name="圆角矩形 10"/>
        <dsp:cNvSpPr/>
      </dsp:nvSpPr>
      <dsp:spPr bwMode="white">
        <a:xfrm>
          <a:off x="1468635" y="3120883"/>
          <a:ext cx="1360059" cy="884039"/>
        </a:xfrm>
        <a:prstGeom prst="roundRect">
          <a:avLst/>
        </a:prstGeom>
      </dsp:spPr>
      <dsp:style>
        <a:lnRef idx="2">
          <a:schemeClr val="lt1"/>
        </a:lnRef>
        <a:fillRef idx="1">
          <a:schemeClr val="accent2">
            <a:hueOff val="960000"/>
            <a:satOff val="10667"/>
            <a:lumOff val="-6587"/>
            <a:alpha val="100000"/>
          </a:schemeClr>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(4)</a:t>
          </a:r>
          <a:r>
            <a:rPr lang="zh-CN" sz="1600" dirty="0" smtClean="0">
              <a:solidFill>
                <a:schemeClr val="tx1"/>
              </a:solidFill>
            </a:rPr>
            <a:t>图形的翻转或旋转。</a:t>
          </a:r>
          <a:endParaRPr lang="zh-CN" sz="1600" dirty="0">
            <a:solidFill>
              <a:schemeClr val="tx1"/>
            </a:solidFill>
          </a:endParaRPr>
        </a:p>
      </dsp:txBody>
      <dsp:txXfrm>
        <a:off x="1468635" y="3120883"/>
        <a:ext cx="1360059" cy="884039"/>
      </dsp:txXfrm>
    </dsp:sp>
    <dsp:sp modelId="{78B9DBEE-919C-4894-B93E-35D62A73899B}">
      <dsp:nvSpPr>
        <dsp:cNvPr id="12" name="弧形 11"/>
        <dsp:cNvSpPr/>
      </dsp:nvSpPr>
      <dsp:spPr bwMode="white">
        <a:xfrm>
          <a:off x="1869918" y="442019"/>
          <a:ext cx="4161177" cy="4161177"/>
        </a:xfrm>
        <a:prstGeom prst="arc">
          <a:avLst>
            <a:gd name="adj1" fmla="val 9817370"/>
            <a:gd name="adj2" fmla="val 11782629"/>
          </a:avLst>
        </a:prstGeom>
      </dsp:spPr>
      <dsp:style>
        <a:lnRef idx="1">
          <a:schemeClr val="accent2">
            <a:hueOff val="960000"/>
            <a:satOff val="10667"/>
            <a:lumOff val="-6587"/>
            <a:alpha val="100000"/>
          </a:schemeClr>
        </a:lnRef>
        <a:fillRef idx="0">
          <a:scrgbClr r="0" g="0" b="0"/>
        </a:fillRef>
        <a:effectRef idx="0">
          <a:scrgbClr r="0" g="0" b="0"/>
        </a:effectRef>
        <a:fontRef idx="minor"/>
      </dsp:style>
      <dsp:txXfrm>
        <a:off x="1869918" y="442019"/>
        <a:ext cx="4161177" cy="4161177"/>
      </dsp:txXfrm>
    </dsp:sp>
    <dsp:sp modelId="{B650027F-07E9-4268-B300-0168D9C63E78}">
      <dsp:nvSpPr>
        <dsp:cNvPr id="13" name="圆角矩形 12"/>
        <dsp:cNvSpPr/>
      </dsp:nvSpPr>
      <dsp:spPr bwMode="white">
        <a:xfrm>
          <a:off x="1468635" y="1040294"/>
          <a:ext cx="1360059" cy="884039"/>
        </a:xfrm>
        <a:prstGeom prst="roundRect">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600" dirty="0" smtClean="0">
              <a:solidFill>
                <a:schemeClr val="tx1"/>
              </a:solidFill>
            </a:rPr>
            <a:t>(5)</a:t>
          </a:r>
          <a:r>
            <a:rPr lang="zh-CN" sz="1600" dirty="0" smtClean="0">
              <a:solidFill>
                <a:schemeClr val="tx1"/>
              </a:solidFill>
            </a:rPr>
            <a:t>图形的擦除。</a:t>
          </a:r>
          <a:endParaRPr lang="zh-CN" sz="1600" dirty="0">
            <a:solidFill>
              <a:schemeClr val="tx1"/>
            </a:solidFill>
          </a:endParaRPr>
        </a:p>
      </dsp:txBody>
      <dsp:txXfrm>
        <a:off x="1468635" y="1040294"/>
        <a:ext cx="1360059" cy="884039"/>
      </dsp:txXfrm>
    </dsp:sp>
    <dsp:sp modelId="{DE413053-812D-44A6-8E81-EF58A64118F2}">
      <dsp:nvSpPr>
        <dsp:cNvPr id="14" name="弧形 13"/>
        <dsp:cNvSpPr/>
      </dsp:nvSpPr>
      <dsp:spPr bwMode="white">
        <a:xfrm>
          <a:off x="1869918" y="442019"/>
          <a:ext cx="4161177" cy="4161177"/>
        </a:xfrm>
        <a:prstGeom prst="arc">
          <a:avLst>
            <a:gd name="adj1" fmla="val 13541464"/>
            <a:gd name="adj2" fmla="val 15049899"/>
          </a:avLst>
        </a:prstGeom>
      </dsp:spPr>
      <dsp:style>
        <a:lnRef idx="1">
          <a:schemeClr val="accent2">
            <a:hueOff val="1200000"/>
            <a:satOff val="13333"/>
            <a:lumOff val="-8234"/>
            <a:alpha val="100000"/>
          </a:schemeClr>
        </a:lnRef>
        <a:fillRef idx="0">
          <a:scrgbClr r="0" g="0" b="0"/>
        </a:fillRef>
        <a:effectRef idx="0">
          <a:scrgbClr r="0" g="0" b="0"/>
        </a:effectRef>
        <a:fontRef idx="minor"/>
      </dsp:style>
      <dsp:txXfrm>
        <a:off x="1869918" y="442019"/>
        <a:ext cx="4161177" cy="4161177"/>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4873752"/>
        <a:chOff x="0" y="0"/>
        <a:chExt cx="7901014" cy="4873752"/>
      </a:xfrm>
    </dsp:grpSpPr>
    <dsp:sp modelId="{D42F49DE-A77E-422E-AFA1-681F5DD867FC}">
      <dsp:nvSpPr>
        <dsp:cNvPr id="3" name="单圆角矩形 2"/>
        <dsp:cNvSpPr/>
      </dsp:nvSpPr>
      <dsp:spPr bwMode="white">
        <a:xfrm rot="16200000">
          <a:off x="756815" y="-756815"/>
          <a:ext cx="2436876" cy="3950507"/>
        </a:xfrm>
        <a:prstGeom prst="round1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rot="5400000" lIns="199136" tIns="199136" rIns="199136" bIns="199136"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b="1" smtClean="0">
              <a:solidFill>
                <a:schemeClr val="tx2">
                  <a:lumMod val="50000"/>
                </a:schemeClr>
              </a:solidFill>
            </a:rPr>
            <a:t>(1)</a:t>
          </a:r>
          <a:r>
            <a:rPr lang="zh-CN" b="1" smtClean="0">
              <a:solidFill>
                <a:schemeClr val="tx2">
                  <a:lumMod val="50000"/>
                </a:schemeClr>
              </a:solidFill>
            </a:rPr>
            <a:t>文本。</a:t>
          </a:r>
          <a:endParaRPr lang="zh-CN" altLang="en-US" b="1">
            <a:solidFill>
              <a:schemeClr val="tx2">
                <a:lumMod val="50000"/>
              </a:schemeClr>
            </a:solidFill>
          </a:endParaRPr>
        </a:p>
      </dsp:txBody>
      <dsp:txXfrm rot="16200000">
        <a:off x="756815" y="-756815"/>
        <a:ext cx="2436876" cy="3950507"/>
      </dsp:txXfrm>
    </dsp:sp>
    <dsp:sp modelId="{BAA5206C-BBE4-4CBF-829C-B9E4DF0BEB6D}">
      <dsp:nvSpPr>
        <dsp:cNvPr id="4" name="单圆角矩形 3"/>
        <dsp:cNvSpPr/>
      </dsp:nvSpPr>
      <dsp:spPr bwMode="white">
        <a:xfrm>
          <a:off x="3950507" y="0"/>
          <a:ext cx="3950507" cy="2436876"/>
        </a:xfrm>
        <a:prstGeom prst="round1Rect">
          <a:avLst/>
        </a:prstGeom>
      </dsp:spPr>
      <dsp:style>
        <a:lnRef idx="2">
          <a:schemeClr val="lt1"/>
        </a:lnRef>
        <a:fillRef idx="1">
          <a:schemeClr val="accent2">
            <a:hueOff val="399999"/>
            <a:satOff val="4444"/>
            <a:lumOff val="-2744"/>
            <a:alpha val="100000"/>
          </a:schemeClr>
        </a:fillRef>
        <a:effectRef idx="0">
          <a:scrgbClr r="0" g="0" b="0"/>
        </a:effectRef>
        <a:fontRef idx="minor">
          <a:schemeClr val="lt1"/>
        </a:fontRef>
      </dsp:style>
      <dsp:txBody>
        <a:bodyPr lIns="199136" tIns="199136" rIns="199136" bIns="199136"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b="1" smtClean="0">
              <a:solidFill>
                <a:schemeClr val="tx2">
                  <a:lumMod val="50000"/>
                </a:schemeClr>
              </a:solidFill>
            </a:rPr>
            <a:t>(2)</a:t>
          </a:r>
          <a:r>
            <a:rPr lang="zh-CN" b="1" smtClean="0">
              <a:solidFill>
                <a:schemeClr val="tx2">
                  <a:lumMod val="50000"/>
                </a:schemeClr>
              </a:solidFill>
            </a:rPr>
            <a:t>声音。</a:t>
          </a:r>
          <a:endParaRPr lang="zh-CN" altLang="en-US" b="1">
            <a:solidFill>
              <a:schemeClr val="tx2">
                <a:lumMod val="50000"/>
              </a:schemeClr>
            </a:solidFill>
          </a:endParaRPr>
        </a:p>
      </dsp:txBody>
      <dsp:txXfrm>
        <a:off x="3950507" y="0"/>
        <a:ext cx="3950507" cy="2436876"/>
      </dsp:txXfrm>
    </dsp:sp>
    <dsp:sp modelId="{67A5EC6D-6AB0-4C75-AEE7-7826BA162F3E}">
      <dsp:nvSpPr>
        <dsp:cNvPr id="5" name="单圆角矩形 4"/>
        <dsp:cNvSpPr/>
      </dsp:nvSpPr>
      <dsp:spPr bwMode="white">
        <a:xfrm rot="10800000">
          <a:off x="0" y="2436876"/>
          <a:ext cx="3950507" cy="2436876"/>
        </a:xfrm>
        <a:prstGeom prst="round1Rect">
          <a:avLst/>
        </a:prstGeom>
      </dsp:spPr>
      <dsp:style>
        <a:lnRef idx="2">
          <a:schemeClr val="lt1"/>
        </a:lnRef>
        <a:fillRef idx="1">
          <a:schemeClr val="accent2">
            <a:hueOff val="799999"/>
            <a:satOff val="8889"/>
            <a:lumOff val="-5489"/>
            <a:alpha val="100000"/>
          </a:schemeClr>
        </a:fillRef>
        <a:effectRef idx="0">
          <a:scrgbClr r="0" g="0" b="0"/>
        </a:effectRef>
        <a:fontRef idx="minor">
          <a:schemeClr val="lt1"/>
        </a:fontRef>
      </dsp:style>
      <dsp:txBody>
        <a:bodyPr rot="10800000" lIns="199136" tIns="199136" rIns="199136" bIns="199136"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b="1" smtClean="0">
              <a:solidFill>
                <a:schemeClr val="tx2">
                  <a:lumMod val="50000"/>
                </a:schemeClr>
              </a:solidFill>
            </a:rPr>
            <a:t>(3)</a:t>
          </a:r>
          <a:r>
            <a:rPr lang="zh-CN" b="1" smtClean="0">
              <a:solidFill>
                <a:schemeClr val="tx2">
                  <a:lumMod val="50000"/>
                </a:schemeClr>
              </a:solidFill>
            </a:rPr>
            <a:t>静态图像。</a:t>
          </a:r>
          <a:endParaRPr lang="zh-CN" altLang="en-US" b="1">
            <a:solidFill>
              <a:schemeClr val="tx2">
                <a:lumMod val="50000"/>
              </a:schemeClr>
            </a:solidFill>
          </a:endParaRPr>
        </a:p>
      </dsp:txBody>
      <dsp:txXfrm rot="10800000">
        <a:off x="0" y="2436876"/>
        <a:ext cx="3950507" cy="2436876"/>
      </dsp:txXfrm>
    </dsp:sp>
    <dsp:sp modelId="{F46E2071-1E2C-41FA-96B8-91F0D3659C64}">
      <dsp:nvSpPr>
        <dsp:cNvPr id="6" name="单圆角矩形 5"/>
        <dsp:cNvSpPr/>
      </dsp:nvSpPr>
      <dsp:spPr bwMode="white">
        <a:xfrm rot="5400000">
          <a:off x="4707322" y="1680061"/>
          <a:ext cx="2436876" cy="3950507"/>
        </a:xfrm>
        <a:prstGeom prst="round1Rect">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rot="-5400000" lIns="199136" tIns="199136" rIns="199136" bIns="199136"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b="1" smtClean="0">
              <a:solidFill>
                <a:schemeClr val="tx2">
                  <a:lumMod val="50000"/>
                </a:schemeClr>
              </a:solidFill>
            </a:rPr>
            <a:t>(4)</a:t>
          </a:r>
          <a:r>
            <a:rPr lang="zh-CN" b="1" smtClean="0">
              <a:solidFill>
                <a:schemeClr val="tx2">
                  <a:lumMod val="50000"/>
                </a:schemeClr>
              </a:solidFill>
            </a:rPr>
            <a:t>动态视频。</a:t>
          </a:r>
          <a:endParaRPr lang="zh-CN" altLang="en-US" b="1">
            <a:solidFill>
              <a:schemeClr val="tx2">
                <a:lumMod val="50000"/>
              </a:schemeClr>
            </a:solidFill>
          </a:endParaRPr>
        </a:p>
      </dsp:txBody>
      <dsp:txXfrm rot="5400000">
        <a:off x="4707322" y="1680061"/>
        <a:ext cx="2436876" cy="3950507"/>
      </dsp:txXfrm>
    </dsp:sp>
    <dsp:sp modelId="{347675BC-1047-4E45-A90B-9C2BDFB64B32}">
      <dsp:nvSpPr>
        <dsp:cNvPr id="7" name="圆角矩形 6"/>
        <dsp:cNvSpPr/>
      </dsp:nvSpPr>
      <dsp:spPr bwMode="white">
        <a:xfrm>
          <a:off x="2765355" y="1827657"/>
          <a:ext cx="2370304" cy="1218438"/>
        </a:xfrm>
        <a:prstGeom prst="roundRect">
          <a:avLst/>
        </a:prstGeom>
      </dsp:spPr>
      <dsp:style>
        <a:lnRef idx="2">
          <a:schemeClr val="lt1"/>
        </a:lnRef>
        <a:fillRef idx="1">
          <a:schemeClr val="accent2">
            <a:tint val="40000"/>
          </a:schemeClr>
        </a:fillRef>
        <a:effectRef idx="0">
          <a:scrgbClr r="0" g="0" b="0"/>
        </a:effectRef>
        <a:fontRef idx="minor"/>
      </dsp:style>
      <dsp:txBody>
        <a:bodyPr lIns="106680" tIns="106680" rIns="106680" bIns="106680"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dirty="0" smtClean="0">
              <a:solidFill>
                <a:schemeClr val="accent2">
                  <a:lumMod val="50000"/>
                </a:schemeClr>
              </a:solidFill>
            </a:rPr>
            <a:t>2.</a:t>
          </a:r>
          <a:r>
            <a:rPr lang="zh-CN" b="1" dirty="0" smtClean="0">
              <a:solidFill>
                <a:schemeClr val="accent2">
                  <a:lumMod val="50000"/>
                </a:schemeClr>
              </a:solidFill>
            </a:rPr>
            <a:t>多媒体信息的表示</a:t>
          </a:r>
          <a:endParaRPr lang="zh-CN" b="1" dirty="0">
            <a:solidFill>
              <a:schemeClr val="accent2">
                <a:lumMod val="50000"/>
              </a:schemeClr>
            </a:solidFill>
          </a:endParaRPr>
        </a:p>
      </dsp:txBody>
      <dsp:txXfrm>
        <a:off x="2765355" y="1827657"/>
        <a:ext cx="2370304" cy="1218438"/>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4873752"/>
        <a:chOff x="0" y="0"/>
        <a:chExt cx="7901014" cy="4873752"/>
      </a:xfrm>
    </dsp:grpSpPr>
    <dsp:sp modelId="{56DF109C-B6A9-4C99-A9F8-3BB2F447C191}">
      <dsp:nvSpPr>
        <dsp:cNvPr id="3" name="圆角矩形 2"/>
        <dsp:cNvSpPr/>
      </dsp:nvSpPr>
      <dsp:spPr bwMode="white">
        <a:xfrm>
          <a:off x="2396566" y="0"/>
          <a:ext cx="2533591" cy="1693555"/>
        </a:xfrm>
        <a:prstGeom prst="roundRect">
          <a:avLst>
            <a:gd name="adj" fmla="val 10000"/>
          </a:avLst>
        </a:prstGeom>
        <a:solidFill>
          <a:srgbClr val="A60E0A"/>
        </a:solidFill>
      </dsp:spPr>
      <dsp:style>
        <a:lnRef idx="3">
          <a:schemeClr val="lt1"/>
        </a:lnRef>
        <a:fillRef idx="1">
          <a:schemeClr val="accent1"/>
        </a:fillRef>
        <a:effectRef idx="1">
          <a:schemeClr val="accent1"/>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b="1" dirty="0" smtClean="0"/>
            <a:t>3.</a:t>
          </a:r>
          <a:r>
            <a:rPr lang="zh-CN" sz="2000" b="1" dirty="0" smtClean="0"/>
            <a:t>多媒体信息的冗余</a:t>
          </a:r>
          <a:endParaRPr lang="zh-CN" sz="2000" b="1" dirty="0"/>
        </a:p>
      </dsp:txBody>
      <dsp:txXfrm>
        <a:off x="2396566" y="0"/>
        <a:ext cx="2533591" cy="1693555"/>
      </dsp:txXfrm>
    </dsp:sp>
    <dsp:sp modelId="{199FE0D6-A239-482E-BA69-D60A3CE2459E}">
      <dsp:nvSpPr>
        <dsp:cNvPr id="4" name="圆角矩形 3"/>
        <dsp:cNvSpPr/>
      </dsp:nvSpPr>
      <dsp:spPr bwMode="white">
        <a:xfrm>
          <a:off x="327397" y="0"/>
          <a:ext cx="739220" cy="4873752"/>
        </a:xfrm>
        <a:prstGeom prst="roundRect">
          <a:avLst>
            <a:gd name="adj" fmla="val 10000"/>
          </a:avLst>
        </a:prstGeom>
        <a:solidFill>
          <a:srgbClr val="00B050"/>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(1)</a:t>
          </a:r>
          <a:r>
            <a:rPr lang="zh-CN" sz="2400" dirty="0" smtClean="0"/>
            <a:t>空间冗余。</a:t>
          </a:r>
          <a:endParaRPr lang="zh-CN" sz="2400" dirty="0"/>
        </a:p>
      </dsp:txBody>
      <dsp:txXfrm>
        <a:off x="327397" y="0"/>
        <a:ext cx="739220" cy="4873752"/>
      </dsp:txXfrm>
    </dsp:sp>
    <dsp:sp modelId="{7A1DA8F5-DF7D-44B1-9E8B-33969882C907}">
      <dsp:nvSpPr>
        <dsp:cNvPr id="5" name="圆角矩形 4"/>
        <dsp:cNvSpPr/>
      </dsp:nvSpPr>
      <dsp:spPr bwMode="white">
        <a:xfrm>
          <a:off x="1327858" y="0"/>
          <a:ext cx="739220" cy="4873752"/>
        </a:xfrm>
        <a:prstGeom prst="roundRect">
          <a:avLst>
            <a:gd name="adj" fmla="val 10000"/>
          </a:avLst>
        </a:prstGeom>
        <a:solidFill>
          <a:srgbClr val="00B0F0"/>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(2)</a:t>
          </a:r>
          <a:r>
            <a:rPr lang="zh-CN" sz="2400" dirty="0" smtClean="0"/>
            <a:t>时间冗余。</a:t>
          </a:r>
          <a:endParaRPr lang="zh-CN" sz="2400" dirty="0"/>
        </a:p>
      </dsp:txBody>
      <dsp:txXfrm>
        <a:off x="1327858" y="0"/>
        <a:ext cx="739220" cy="4873752"/>
      </dsp:txXfrm>
    </dsp:sp>
    <dsp:sp modelId="{84F6D034-3A1E-4606-9B07-867649D8BF9A}">
      <dsp:nvSpPr>
        <dsp:cNvPr id="6" name="圆角矩形 5"/>
        <dsp:cNvSpPr/>
      </dsp:nvSpPr>
      <dsp:spPr bwMode="white">
        <a:xfrm>
          <a:off x="2375174" y="0"/>
          <a:ext cx="739220" cy="4873752"/>
        </a:xfrm>
        <a:prstGeom prst="roundRect">
          <a:avLst>
            <a:gd name="adj" fmla="val 10000"/>
          </a:avLst>
        </a:prstGeom>
        <a:solidFill>
          <a:schemeClr val="accent1">
            <a:lumMod val="75000"/>
          </a:schemeClr>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(3)</a:t>
          </a:r>
          <a:r>
            <a:rPr lang="zh-CN" sz="2400" dirty="0" smtClean="0"/>
            <a:t>视觉冗余。</a:t>
          </a:r>
          <a:endParaRPr lang="zh-CN" sz="2400" dirty="0"/>
        </a:p>
      </dsp:txBody>
      <dsp:txXfrm>
        <a:off x="2375174" y="0"/>
        <a:ext cx="739220" cy="4873752"/>
      </dsp:txXfrm>
    </dsp:sp>
    <dsp:sp modelId="{EB149095-C6B0-485D-BAE0-89697C54BAAE}">
      <dsp:nvSpPr>
        <dsp:cNvPr id="7" name="圆角矩形 6"/>
        <dsp:cNvSpPr/>
      </dsp:nvSpPr>
      <dsp:spPr bwMode="white">
        <a:xfrm>
          <a:off x="3375636" y="0"/>
          <a:ext cx="739220" cy="4873752"/>
        </a:xfrm>
        <a:prstGeom prst="roundRect">
          <a:avLst>
            <a:gd name="adj" fmla="val 10000"/>
          </a:avLst>
        </a:prstGeom>
        <a:solidFill>
          <a:schemeClr val="accent2"/>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(4)</a:t>
          </a:r>
          <a:r>
            <a:rPr lang="zh-CN" sz="2400" dirty="0" smtClean="0"/>
            <a:t>听觉冗余。</a:t>
          </a:r>
          <a:endParaRPr lang="zh-CN" sz="2400" dirty="0"/>
        </a:p>
      </dsp:txBody>
      <dsp:txXfrm>
        <a:off x="3375636" y="0"/>
        <a:ext cx="739220" cy="4873752"/>
      </dsp:txXfrm>
    </dsp:sp>
    <dsp:sp modelId="{41FCBA99-9D73-4AF2-B5A9-7DB77BF9CFDF}">
      <dsp:nvSpPr>
        <dsp:cNvPr id="8" name="圆角矩形 7"/>
        <dsp:cNvSpPr/>
      </dsp:nvSpPr>
      <dsp:spPr bwMode="white">
        <a:xfrm>
          <a:off x="4447556" y="0"/>
          <a:ext cx="739220" cy="4873752"/>
        </a:xfrm>
        <a:prstGeom prst="roundRect">
          <a:avLst>
            <a:gd name="adj" fmla="val 10000"/>
          </a:avLst>
        </a:prstGeom>
        <a:solidFill>
          <a:srgbClr val="A60A72"/>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(5)</a:t>
          </a:r>
          <a:r>
            <a:rPr lang="zh-CN" sz="2400" dirty="0" smtClean="0"/>
            <a:t>结构冗余。</a:t>
          </a:r>
          <a:endParaRPr lang="zh-CN" sz="2400" dirty="0"/>
        </a:p>
      </dsp:txBody>
      <dsp:txXfrm>
        <a:off x="4447556" y="0"/>
        <a:ext cx="739220" cy="4873752"/>
      </dsp:txXfrm>
    </dsp:sp>
    <dsp:sp modelId="{9F3AA08F-0B34-4FFA-ADE3-0FC6FA9C4BBE}">
      <dsp:nvSpPr>
        <dsp:cNvPr id="9" name="圆角矩形 8"/>
        <dsp:cNvSpPr/>
      </dsp:nvSpPr>
      <dsp:spPr bwMode="white">
        <a:xfrm>
          <a:off x="5519478" y="0"/>
          <a:ext cx="739220" cy="4873752"/>
        </a:xfrm>
        <a:prstGeom prst="roundRect">
          <a:avLst>
            <a:gd name="adj" fmla="val 10000"/>
          </a:avLst>
        </a:prstGeom>
        <a:solidFill>
          <a:srgbClr val="7030A0"/>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(6)</a:t>
          </a:r>
          <a:r>
            <a:rPr lang="zh-CN" sz="2400" dirty="0" smtClean="0"/>
            <a:t>知识冗余。</a:t>
          </a:r>
          <a:endParaRPr lang="zh-CN" sz="2400" dirty="0"/>
        </a:p>
      </dsp:txBody>
      <dsp:txXfrm>
        <a:off x="5519478" y="0"/>
        <a:ext cx="739220" cy="4873752"/>
      </dsp:txXfrm>
    </dsp:sp>
    <dsp:sp modelId="{72177F6B-E3DA-45D8-8262-1151BE95A7B9}">
      <dsp:nvSpPr>
        <dsp:cNvPr id="10" name="圆角矩形 9"/>
        <dsp:cNvSpPr/>
      </dsp:nvSpPr>
      <dsp:spPr bwMode="white">
        <a:xfrm>
          <a:off x="6662861" y="0"/>
          <a:ext cx="739220" cy="4873752"/>
        </a:xfrm>
        <a:prstGeom prst="roundRect">
          <a:avLst>
            <a:gd name="adj" fmla="val 10000"/>
          </a:avLst>
        </a:prstGeom>
        <a:solidFill>
          <a:srgbClr val="002060"/>
        </a:solidFill>
      </dsp:spPr>
      <dsp:style>
        <a:lnRef idx="3">
          <a:schemeClr val="lt1"/>
        </a:lnRef>
        <a:fillRef idx="1">
          <a:schemeClr val="accent1"/>
        </a:fillRef>
        <a:effectRef idx="1">
          <a:schemeClr val="accent1"/>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sz="2400" dirty="0" smtClean="0"/>
            <a:t>(7)</a:t>
          </a:r>
          <a:r>
            <a:rPr lang="zh-CN" sz="2400" dirty="0" smtClean="0"/>
            <a:t>其他冗余。</a:t>
          </a:r>
          <a:endParaRPr lang="zh-CN" sz="2400" dirty="0"/>
        </a:p>
      </dsp:txBody>
      <dsp:txXfrm>
        <a:off x="6662861" y="0"/>
        <a:ext cx="739220" cy="4873752"/>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4873752"/>
        <a:chOff x="0" y="0"/>
        <a:chExt cx="7901014" cy="4873752"/>
      </a:xfrm>
    </dsp:grpSpPr>
    <dsp:sp modelId="{3DA893D1-8D7D-4CB8-9E7C-4955D6A22BE5}">
      <dsp:nvSpPr>
        <dsp:cNvPr id="5" name="任意多边形 4"/>
        <dsp:cNvSpPr/>
      </dsp:nvSpPr>
      <dsp:spPr bwMode="white">
        <a:xfrm>
          <a:off x="1394843" y="2971596"/>
          <a:ext cx="429392" cy="56808"/>
        </a:xfrm>
        <a:custGeom>
          <a:avLst/>
          <a:gdLst/>
          <a:ahLst/>
          <a:cxnLst/>
          <a:pathLst>
            <a:path w="676" h="89">
              <a:moveTo>
                <a:pt x="163" y="334"/>
              </a:moveTo>
              <a:lnTo>
                <a:pt x="513" y="-245"/>
              </a:lnTo>
            </a:path>
          </a:pathLst>
        </a:custGeom>
      </dsp:spPr>
      <dsp:style>
        <a:lnRef idx="2">
          <a:schemeClr val="accent2"/>
        </a:lnRef>
        <a:fillRef idx="0">
          <a:schemeClr val="accent2"/>
        </a:fillRef>
        <a:effectRef idx="0">
          <a:scrgbClr r="0" g="0" b="0"/>
        </a:effectRef>
        <a:fontRef idx="minor"/>
      </dsp:style>
      <dsp:txXfrm>
        <a:off x="1394843" y="2971596"/>
        <a:ext cx="429392" cy="56808"/>
      </dsp:txXfrm>
    </dsp:sp>
    <dsp:sp modelId="{9DA45281-25F0-49CB-A527-09058D836D55}">
      <dsp:nvSpPr>
        <dsp:cNvPr id="8" name="任意多边形 7"/>
        <dsp:cNvSpPr/>
      </dsp:nvSpPr>
      <dsp:spPr bwMode="white">
        <a:xfrm>
          <a:off x="2699188" y="1816836"/>
          <a:ext cx="1211112" cy="56808"/>
        </a:xfrm>
        <a:custGeom>
          <a:avLst/>
          <a:gdLst/>
          <a:ahLst/>
          <a:cxnLst/>
          <a:pathLst>
            <a:path w="1907" h="89">
              <a:moveTo>
                <a:pt x="80" y="426"/>
              </a:moveTo>
              <a:lnTo>
                <a:pt x="1828" y="-337"/>
              </a:lnTo>
            </a:path>
          </a:pathLst>
        </a:custGeom>
      </dsp:spPr>
      <dsp:style>
        <a:lnRef idx="2">
          <a:schemeClr val="accent2"/>
        </a:lnRef>
        <a:fillRef idx="0">
          <a:schemeClr val="accent2"/>
        </a:fillRef>
        <a:effectRef idx="0">
          <a:scrgbClr r="0" g="0" b="0"/>
        </a:effectRef>
        <a:fontRef idx="minor"/>
      </dsp:style>
      <dsp:txXfrm>
        <a:off x="2699188" y="1816836"/>
        <a:ext cx="1211112" cy="56808"/>
      </dsp:txXfrm>
    </dsp:sp>
    <dsp:sp modelId="{9D99D6D1-DE04-414C-8A15-4B2460DBDC08}">
      <dsp:nvSpPr>
        <dsp:cNvPr id="11" name="任意多边形 10"/>
        <dsp:cNvSpPr/>
      </dsp:nvSpPr>
      <dsp:spPr bwMode="white">
        <a:xfrm>
          <a:off x="2701818" y="2999568"/>
          <a:ext cx="1264818" cy="56808"/>
        </a:xfrm>
        <a:custGeom>
          <a:avLst/>
          <a:gdLst/>
          <a:ahLst/>
          <a:cxnLst/>
          <a:pathLst>
            <a:path w="1992" h="89">
              <a:moveTo>
                <a:pt x="80" y="-346"/>
              </a:moveTo>
              <a:lnTo>
                <a:pt x="1912" y="436"/>
              </a:lnTo>
            </a:path>
          </a:pathLst>
        </a:custGeom>
      </dsp:spPr>
      <dsp:style>
        <a:lnRef idx="2">
          <a:schemeClr val="accent2"/>
        </a:lnRef>
        <a:fillRef idx="0">
          <a:schemeClr val="accent2"/>
        </a:fillRef>
        <a:effectRef idx="0">
          <a:scrgbClr r="0" g="0" b="0"/>
        </a:effectRef>
        <a:fontRef idx="minor"/>
      </dsp:style>
      <dsp:txXfrm>
        <a:off x="2701818" y="2999568"/>
        <a:ext cx="1264818" cy="56808"/>
      </dsp:txXfrm>
    </dsp:sp>
    <dsp:sp modelId="{B76B970C-CE99-4120-9441-84FB3B26B926}">
      <dsp:nvSpPr>
        <dsp:cNvPr id="4" name="椭圆 3"/>
        <dsp:cNvSpPr/>
      </dsp:nvSpPr>
      <dsp:spPr bwMode="white">
        <a:xfrm>
          <a:off x="703229" y="1190104"/>
          <a:ext cx="2493544" cy="2493544"/>
        </a:xfrm>
        <a:prstGeom prst="ellipse">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Xfrm>
        <a:off x="703229" y="1190104"/>
        <a:ext cx="2493544" cy="2493544"/>
      </dsp:txXfrm>
    </dsp:sp>
    <dsp:sp modelId="{0C69A540-1336-43B1-B039-2EE8E37F2C52}">
      <dsp:nvSpPr>
        <dsp:cNvPr id="6" name="椭圆 5"/>
        <dsp:cNvSpPr/>
      </dsp:nvSpPr>
      <dsp:spPr bwMode="white">
        <a:xfrm>
          <a:off x="1359593" y="1428052"/>
          <a:ext cx="1496126" cy="1496126"/>
        </a:xfrm>
        <a:prstGeom prst="ellipse">
          <a:avLst/>
        </a:prstGeom>
      </dsp:spPr>
      <dsp:style>
        <a:lnRef idx="2">
          <a:schemeClr val="lt1"/>
        </a:lnRef>
        <a:fillRef idx="1">
          <a:schemeClr val="accent2">
            <a:hueOff val="399999"/>
            <a:satOff val="4444"/>
            <a:lumOff val="-2744"/>
            <a:alpha val="100000"/>
          </a:schemeClr>
        </a:fillRef>
        <a:effectRef idx="0">
          <a:scrgbClr r="0" g="0" b="0"/>
        </a:effectRef>
        <a:fontRef idx="minor">
          <a:schemeClr val="lt1"/>
        </a:fontRef>
      </dsp:style>
      <dsp:txBody>
        <a:bodyPr lIns="12700" tIns="12700" rIns="12700" bIns="127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rtl="0">
            <a:lnSpc>
              <a:spcPct val="100000"/>
            </a:lnSpc>
            <a:spcBef>
              <a:spcPct val="0"/>
            </a:spcBef>
            <a:spcAft>
              <a:spcPct val="35000"/>
            </a:spcAft>
          </a:pPr>
          <a:r>
            <a:rPr lang="en-US" b="1" dirty="0" smtClean="0"/>
            <a:t>4.</a:t>
          </a:r>
          <a:r>
            <a:rPr lang="zh-CN" b="1" dirty="0" smtClean="0"/>
            <a:t>多媒体数据压缩和解压缩</a:t>
          </a:r>
          <a:endParaRPr lang="zh-CN" b="1" dirty="0"/>
        </a:p>
      </dsp:txBody>
      <dsp:txXfrm>
        <a:off x="1359593" y="1428052"/>
        <a:ext cx="1496126" cy="1496126"/>
      </dsp:txXfrm>
    </dsp:sp>
    <dsp:sp modelId="{E8079C4F-95FA-4881-B614-796FD5FDB185}">
      <dsp:nvSpPr>
        <dsp:cNvPr id="9" name="椭圆 8"/>
        <dsp:cNvSpPr/>
      </dsp:nvSpPr>
      <dsp:spPr bwMode="white">
        <a:xfrm>
          <a:off x="3797166" y="555439"/>
          <a:ext cx="1496126" cy="1496126"/>
        </a:xfrm>
        <a:prstGeom prst="ellipse">
          <a:avLst/>
        </a:prstGeom>
      </dsp:spPr>
      <dsp:style>
        <a:lnRef idx="2">
          <a:schemeClr val="lt1"/>
        </a:lnRef>
        <a:fillRef idx="1">
          <a:schemeClr val="accent2">
            <a:hueOff val="799999"/>
            <a:satOff val="8889"/>
            <a:lumOff val="-5489"/>
            <a:alpha val="100000"/>
          </a:schemeClr>
        </a:fillRef>
        <a:effectRef idx="0">
          <a:scrgbClr r="0" g="0" b="0"/>
        </a:effectRef>
        <a:fontRef idx="minor">
          <a:schemeClr val="lt1"/>
        </a:fontRef>
      </dsp:style>
      <dsp:txBody>
        <a:bodyPr lIns="12700" tIns="12700" rIns="12700" bIns="127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rtl="0">
            <a:lnSpc>
              <a:spcPct val="100000"/>
            </a:lnSpc>
            <a:spcBef>
              <a:spcPct val="0"/>
            </a:spcBef>
            <a:spcAft>
              <a:spcPct val="35000"/>
            </a:spcAft>
          </a:pPr>
          <a:r>
            <a:rPr lang="en-US" b="1" dirty="0" smtClean="0"/>
            <a:t>(1)</a:t>
          </a:r>
          <a:r>
            <a:rPr lang="zh-CN" b="1" dirty="0" smtClean="0"/>
            <a:t>无损压缩算法。</a:t>
          </a:r>
          <a:endParaRPr lang="zh-CN" b="1" dirty="0"/>
        </a:p>
      </dsp:txBody>
      <dsp:txXfrm>
        <a:off x="3797166" y="555439"/>
        <a:ext cx="1496126" cy="1496126"/>
      </dsp:txXfrm>
    </dsp:sp>
    <dsp:sp modelId="{555E0600-B7F2-4826-9896-CCF157D1546D}">
      <dsp:nvSpPr>
        <dsp:cNvPr id="12" name="椭圆 11"/>
        <dsp:cNvSpPr/>
      </dsp:nvSpPr>
      <dsp:spPr bwMode="white">
        <a:xfrm>
          <a:off x="3855728" y="2822042"/>
          <a:ext cx="1496126" cy="1496126"/>
        </a:xfrm>
        <a:prstGeom prst="ellipse">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12700" tIns="12700" rIns="12700" bIns="127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rtl="0">
            <a:lnSpc>
              <a:spcPct val="100000"/>
            </a:lnSpc>
            <a:spcBef>
              <a:spcPct val="0"/>
            </a:spcBef>
            <a:spcAft>
              <a:spcPct val="35000"/>
            </a:spcAft>
          </a:pPr>
          <a:r>
            <a:rPr lang="en-US" b="1" dirty="0" smtClean="0"/>
            <a:t>(2)</a:t>
          </a:r>
          <a:r>
            <a:rPr lang="zh-CN" b="1" dirty="0" smtClean="0"/>
            <a:t>有损压缩算法。</a:t>
          </a:r>
          <a:endParaRPr lang="zh-CN" b="1" dirty="0"/>
        </a:p>
      </dsp:txBody>
      <dsp:txXfrm>
        <a:off x="3855728" y="2822042"/>
        <a:ext cx="1496126" cy="1496126"/>
      </dsp:txXfrm>
    </dsp:sp>
    <dsp:sp modelId="{308DD12E-C288-4FF0-9C9D-71F440104E12}">
      <dsp:nvSpPr>
        <dsp:cNvPr id="3" name="椭圆 2" hidden="1"/>
        <dsp:cNvSpPr/>
      </dsp:nvSpPr>
      <dsp:spPr>
        <a:xfrm>
          <a:off x="1077261" y="1564136"/>
          <a:ext cx="1745481" cy="1745481"/>
        </a:xfrm>
        <a:prstGeom prst="ellipse">
          <a:avLst/>
        </a:prstGeom>
      </dsp:spPr>
      <dsp:txXfrm>
        <a:off x="1077261" y="1564136"/>
        <a:ext cx="1745481" cy="1745481"/>
      </dsp:txXfrm>
    </dsp:sp>
    <dsp:sp modelId="{1FB296AD-855D-4F2B-A8E7-FBA1FFCD01A7}">
      <dsp:nvSpPr>
        <dsp:cNvPr id="7" name="矩形 6"/>
        <dsp:cNvSpPr/>
      </dsp:nvSpPr>
      <dsp:spPr bwMode="white">
        <a:xfrm>
          <a:off x="3005332" y="1428052"/>
          <a:ext cx="2244190" cy="1496126"/>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3005332" y="1428052"/>
        <a:ext cx="2244190" cy="1496126"/>
      </dsp:txXfrm>
    </dsp:sp>
    <dsp:sp modelId="{37CA8FE6-0158-4399-ABF5-97B77DC32F34}">
      <dsp:nvSpPr>
        <dsp:cNvPr id="10" name="矩形 9"/>
        <dsp:cNvSpPr/>
      </dsp:nvSpPr>
      <dsp:spPr bwMode="white">
        <a:xfrm>
          <a:off x="5442905" y="555439"/>
          <a:ext cx="2244190" cy="1496126"/>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5442905" y="555439"/>
        <a:ext cx="2244190" cy="1496126"/>
      </dsp:txXfrm>
    </dsp:sp>
    <dsp:sp modelId="{F3C0CC41-83BA-4C21-B41E-F3E8E648A67F}">
      <dsp:nvSpPr>
        <dsp:cNvPr id="13" name="矩形 12"/>
        <dsp:cNvSpPr/>
      </dsp:nvSpPr>
      <dsp:spPr bwMode="white">
        <a:xfrm>
          <a:off x="5501467" y="2822042"/>
          <a:ext cx="2244190" cy="1496126"/>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5501467" y="2822042"/>
        <a:ext cx="2244190" cy="1496126"/>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4873752"/>
        <a:chOff x="0" y="0"/>
        <a:chExt cx="7901014" cy="4873752"/>
      </a:xfrm>
    </dsp:grpSpPr>
    <dsp:sp modelId="{399C4CFB-5D04-412C-886C-8E85C0F80C82}">
      <dsp:nvSpPr>
        <dsp:cNvPr id="3" name="流程图: 过程 2"/>
        <dsp:cNvSpPr/>
      </dsp:nvSpPr>
      <dsp:spPr bwMode="white">
        <a:xfrm>
          <a:off x="916879" y="16302"/>
          <a:ext cx="773784" cy="773784"/>
        </a:xfrm>
        <a:prstGeom prst="flowChartProcess">
          <a:avLst/>
        </a:prstGeom>
      </dsp:spPr>
      <dsp:style>
        <a:lnRef idx="2">
          <a:schemeClr val="lt1"/>
        </a:lnRef>
        <a:fillRef idx="1">
          <a:schemeClr val="accent2"/>
        </a:fillRef>
        <a:effectRef idx="0">
          <a:scrgbClr r="0" g="0" b="0"/>
        </a:effectRef>
        <a:fontRef idx="minor">
          <a:schemeClr val="lt1"/>
        </a:fontRef>
      </dsp:style>
      <dsp:txBody>
        <a:bodyPr lIns="142240" tIns="142240" rIns="142240" bIns="142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b="1" dirty="0" smtClean="0"/>
            <a:t>9.3.2</a:t>
          </a:r>
          <a:r>
            <a:rPr lang="zh-CN" sz="2000" b="1" dirty="0" smtClean="0"/>
            <a:t>　常见多媒体文件的类别和格式</a:t>
          </a:r>
          <a:endParaRPr lang="zh-CN" sz="2000" b="1" dirty="0"/>
        </a:p>
      </dsp:txBody>
      <dsp:txXfrm>
        <a:off x="916879" y="16302"/>
        <a:ext cx="773784" cy="773784"/>
      </dsp:txXfrm>
    </dsp:sp>
    <dsp:sp modelId="{1E7CEA6C-7F21-42B1-8528-10A09DF0DE4D}">
      <dsp:nvSpPr>
        <dsp:cNvPr id="4" name="流程图: 联系 3"/>
        <dsp:cNvSpPr/>
      </dsp:nvSpPr>
      <dsp:spPr bwMode="white">
        <a:xfrm rot="21600000">
          <a:off x="3686854" y="2357131"/>
          <a:ext cx="773784" cy="773784"/>
        </a:xfrm>
        <a:prstGeom prst="flowChartConnector">
          <a:avLst/>
        </a:prstGeom>
      </dsp:spPr>
      <dsp:style>
        <a:lnRef idx="2">
          <a:schemeClr val="lt1"/>
        </a:lnRef>
        <a:fillRef idx="1">
          <a:schemeClr val="accent3"/>
        </a:fillRef>
        <a:effectRef idx="0">
          <a:scrgbClr r="0" g="0" b="0"/>
        </a:effectRef>
        <a:fontRef idx="minor">
          <a:schemeClr val="lt1"/>
        </a:fontRef>
      </dsp:style>
      <dsp:txBody>
        <a:bodyPr lIns="128016" tIns="128016" rIns="128016" bIns="128016"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t>1.</a:t>
          </a:r>
          <a:r>
            <a:rPr lang="zh-CN" sz="1800" dirty="0" smtClean="0"/>
            <a:t>图形文件格式</a:t>
          </a:r>
          <a:endParaRPr lang="zh-CN" sz="1800" dirty="0"/>
        </a:p>
      </dsp:txBody>
      <dsp:txXfrm rot="21600000">
        <a:off x="3686854" y="2357131"/>
        <a:ext cx="773784" cy="773784"/>
      </dsp:txXfrm>
    </dsp:sp>
    <dsp:sp modelId="{99E19A19-EA75-409D-88A7-4E77A8196AFD}">
      <dsp:nvSpPr>
        <dsp:cNvPr id="5" name="下箭头 4"/>
        <dsp:cNvSpPr/>
      </dsp:nvSpPr>
      <dsp:spPr bwMode="white">
        <a:xfrm rot="3085714">
          <a:off x="4413249" y="1162589"/>
          <a:ext cx="773784" cy="773784"/>
        </a:xfrm>
        <a:prstGeom prst="downArrow">
          <a:avLst>
            <a:gd name="adj1" fmla="val 50000"/>
            <a:gd name="adj2" fmla="val 35000"/>
          </a:avLst>
        </a:prstGeom>
      </dsp:spPr>
      <dsp:style>
        <a:lnRef idx="2">
          <a:schemeClr val="lt1"/>
        </a:lnRef>
        <a:fillRef idx="1">
          <a:schemeClr val="accent4"/>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(1)BMP</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3085714">
        <a:off x="4413249" y="1162589"/>
        <a:ext cx="773784" cy="773784"/>
      </dsp:txXfrm>
    </dsp:sp>
    <dsp:sp modelId="{4CC7B138-BE79-46EC-9D93-1019100CB649}">
      <dsp:nvSpPr>
        <dsp:cNvPr id="6" name="下箭头 5"/>
        <dsp:cNvSpPr/>
      </dsp:nvSpPr>
      <dsp:spPr bwMode="white">
        <a:xfrm rot="4920942">
          <a:off x="4926967" y="1760518"/>
          <a:ext cx="773784" cy="773784"/>
        </a:xfrm>
        <a:prstGeom prst="downArrow">
          <a:avLst>
            <a:gd name="adj1" fmla="val 50000"/>
            <a:gd name="adj2" fmla="val 35000"/>
          </a:avLst>
        </a:prstGeom>
      </dsp:spPr>
      <dsp:style>
        <a:lnRef idx="2">
          <a:schemeClr val="lt1"/>
        </a:lnRef>
        <a:fillRef idx="1">
          <a:schemeClr val="accent5"/>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(2)GIF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4920942">
        <a:off x="4926967" y="1760518"/>
        <a:ext cx="773784" cy="773784"/>
      </dsp:txXfrm>
    </dsp:sp>
    <dsp:sp modelId="{6E8548A5-B7F8-4800-BF24-C1BDA4002D6A}">
      <dsp:nvSpPr>
        <dsp:cNvPr id="7" name="下箭头 6"/>
        <dsp:cNvSpPr/>
      </dsp:nvSpPr>
      <dsp:spPr bwMode="white">
        <a:xfrm rot="27629682">
          <a:off x="5136268" y="2470057"/>
          <a:ext cx="773784" cy="773784"/>
        </a:xfrm>
        <a:prstGeom prst="downArrow">
          <a:avLst>
            <a:gd name="adj1" fmla="val 50000"/>
            <a:gd name="adj2" fmla="val 35000"/>
          </a:avLst>
        </a:prstGeom>
      </dsp:spPr>
      <dsp:style>
        <a:lnRef idx="2">
          <a:schemeClr val="lt1"/>
        </a:lnRef>
        <a:fillRef idx="1">
          <a:schemeClr val="accent6"/>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(3)JPEG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27629682">
        <a:off x="5136268" y="2470057"/>
        <a:ext cx="773784" cy="773784"/>
      </dsp:txXfrm>
    </dsp:sp>
    <dsp:sp modelId="{3C1B8D46-3B15-460B-95EF-BE12488A03D4}">
      <dsp:nvSpPr>
        <dsp:cNvPr id="8" name="下箭头 7"/>
        <dsp:cNvSpPr/>
      </dsp:nvSpPr>
      <dsp:spPr bwMode="white">
        <a:xfrm rot="7714285">
          <a:off x="4972209" y="3235035"/>
          <a:ext cx="773784" cy="773784"/>
        </a:xfrm>
        <a:prstGeom prst="downArrow">
          <a:avLst>
            <a:gd name="adj1" fmla="val 50000"/>
            <a:gd name="adj2" fmla="val 35000"/>
          </a:avLst>
        </a:prstGeom>
      </dsp:spPr>
      <dsp:style>
        <a:lnRef idx="2">
          <a:schemeClr val="lt1"/>
        </a:lnRef>
        <a:fillRef idx="1">
          <a:schemeClr val="accent2"/>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(4)TIFF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7714285">
        <a:off x="4972209" y="3235035"/>
        <a:ext cx="773784" cy="773784"/>
      </dsp:txXfrm>
    </dsp:sp>
    <dsp:sp modelId="{C998DF74-9322-410F-92E9-5E83DEDB838B}">
      <dsp:nvSpPr>
        <dsp:cNvPr id="9" name="下箭头 8"/>
        <dsp:cNvSpPr/>
      </dsp:nvSpPr>
      <dsp:spPr bwMode="white">
        <a:xfrm rot="9257142">
          <a:off x="4427695" y="3720844"/>
          <a:ext cx="773784" cy="773784"/>
        </a:xfrm>
        <a:prstGeom prst="downArrow">
          <a:avLst>
            <a:gd name="adj1" fmla="val 50000"/>
            <a:gd name="adj2" fmla="val 35000"/>
          </a:avLst>
        </a:prstGeom>
      </dsp:spPr>
      <dsp:style>
        <a:lnRef idx="2">
          <a:schemeClr val="lt1"/>
        </a:lnRef>
        <a:fillRef idx="1">
          <a:schemeClr val="accent3"/>
        </a:fillRef>
        <a:effectRef idx="0">
          <a:scrgbClr r="0" g="0" b="0"/>
        </a:effectRef>
        <a:fontRef idx="minor">
          <a:schemeClr val="lt1"/>
        </a:fontRef>
      </dsp:style>
      <dsp:txBody>
        <a:bodyPr rot="108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(5)PSD</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9257142">
        <a:off x="4427695" y="3720844"/>
        <a:ext cx="773784" cy="773784"/>
      </dsp:txXfrm>
    </dsp:sp>
    <dsp:sp modelId="{FD195CCF-240B-48CD-8F73-88D168DD4B54}">
      <dsp:nvSpPr>
        <dsp:cNvPr id="10" name="下箭头 9"/>
        <dsp:cNvSpPr/>
      </dsp:nvSpPr>
      <dsp:spPr bwMode="white">
        <a:xfrm rot="10800000">
          <a:off x="3828042" y="3877476"/>
          <a:ext cx="773784" cy="773784"/>
        </a:xfrm>
        <a:prstGeom prst="downArrow">
          <a:avLst>
            <a:gd name="adj1" fmla="val 50000"/>
            <a:gd name="adj2" fmla="val 35000"/>
          </a:avLst>
        </a:prstGeom>
      </dsp:spPr>
      <dsp:style>
        <a:lnRef idx="2">
          <a:schemeClr val="lt1"/>
        </a:lnRef>
        <a:fillRef idx="1">
          <a:schemeClr val="accent4"/>
        </a:fillRef>
        <a:effectRef idx="0">
          <a:scrgbClr r="0" g="0" b="0"/>
        </a:effectRef>
        <a:fontRef idx="minor">
          <a:schemeClr val="lt1"/>
        </a:fontRef>
      </dsp:style>
      <dsp:txBody>
        <a:bodyPr rot="108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(6)PNG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0800000">
        <a:off x="3828042" y="3877476"/>
        <a:ext cx="773784" cy="773784"/>
      </dsp:txXfrm>
    </dsp:sp>
    <dsp:sp modelId="{72FBCFEA-D887-4B5F-8F13-0F06CCD99107}">
      <dsp:nvSpPr>
        <dsp:cNvPr id="11" name="下箭头 10"/>
        <dsp:cNvSpPr/>
      </dsp:nvSpPr>
      <dsp:spPr bwMode="white">
        <a:xfrm rot="12342857">
          <a:off x="3141345" y="3762476"/>
          <a:ext cx="773784" cy="773784"/>
        </a:xfrm>
        <a:prstGeom prst="downArrow">
          <a:avLst>
            <a:gd name="adj1" fmla="val 50000"/>
            <a:gd name="adj2" fmla="val 35000"/>
          </a:avLst>
        </a:prstGeom>
      </dsp:spPr>
      <dsp:style>
        <a:lnRef idx="2">
          <a:schemeClr val="lt1"/>
        </a:lnRef>
        <a:fillRef idx="1">
          <a:schemeClr val="accent5"/>
        </a:fillRef>
        <a:effectRef idx="0">
          <a:scrgbClr r="0" g="0" b="0"/>
        </a:effectRef>
        <a:fontRef idx="minor">
          <a:schemeClr val="lt1"/>
        </a:fontRef>
      </dsp:style>
      <dsp:txBody>
        <a:bodyPr rot="108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(7)SWF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2342857">
        <a:off x="3141345" y="3762476"/>
        <a:ext cx="773784" cy="773784"/>
      </dsp:txXfrm>
    </dsp:sp>
    <dsp:sp modelId="{11836D5D-380B-408C-9BD0-8E677A10A6D5}">
      <dsp:nvSpPr>
        <dsp:cNvPr id="12" name="下箭头 11"/>
        <dsp:cNvSpPr/>
      </dsp:nvSpPr>
      <dsp:spPr bwMode="white">
        <a:xfrm rot="13885714">
          <a:off x="2542420" y="3377969"/>
          <a:ext cx="773784" cy="773784"/>
        </a:xfrm>
        <a:prstGeom prst="downArrow">
          <a:avLst>
            <a:gd name="adj1" fmla="val 50000"/>
            <a:gd name="adj2" fmla="val 35000"/>
          </a:avLst>
        </a:prstGeom>
      </dsp:spPr>
      <dsp:style>
        <a:lnRef idx="2">
          <a:schemeClr val="lt1"/>
        </a:lnRef>
        <a:fillRef idx="1">
          <a:schemeClr val="accent6"/>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(8)SVG</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3885714">
        <a:off x="2542420" y="3377969"/>
        <a:ext cx="773784" cy="773784"/>
      </dsp:txXfrm>
    </dsp:sp>
    <dsp:sp modelId="{B0D24EB6-DA7F-4EF1-BA1B-F50CC0E5C6C8}">
      <dsp:nvSpPr>
        <dsp:cNvPr id="13" name="下箭头 12"/>
        <dsp:cNvSpPr/>
      </dsp:nvSpPr>
      <dsp:spPr bwMode="white">
        <a:xfrm rot="16200000">
          <a:off x="2260577" y="2667317"/>
          <a:ext cx="773784" cy="773784"/>
        </a:xfrm>
        <a:prstGeom prst="downArrow">
          <a:avLst>
            <a:gd name="adj1" fmla="val 50000"/>
            <a:gd name="adj2" fmla="val 35000"/>
          </a:avLst>
        </a:prstGeom>
      </dsp:spPr>
      <dsp:style>
        <a:lnRef idx="2">
          <a:schemeClr val="lt1"/>
        </a:lnRef>
        <a:fillRef idx="1">
          <a:schemeClr val="accent2"/>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(9)PCX</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6200000">
        <a:off x="2260577" y="2667317"/>
        <a:ext cx="773784" cy="773784"/>
      </dsp:txXfrm>
    </dsp:sp>
    <dsp:sp modelId="{CB1CFD97-D661-46BB-9B6C-EA782E1ECC84}">
      <dsp:nvSpPr>
        <dsp:cNvPr id="14" name="下箭头 13"/>
        <dsp:cNvSpPr/>
      </dsp:nvSpPr>
      <dsp:spPr bwMode="white">
        <a:xfrm rot="17228880">
          <a:off x="2408267" y="1881213"/>
          <a:ext cx="773784" cy="773784"/>
        </a:xfrm>
        <a:prstGeom prst="downArrow">
          <a:avLst>
            <a:gd name="adj1" fmla="val 50000"/>
            <a:gd name="adj2" fmla="val 35000"/>
          </a:avLst>
        </a:prstGeom>
      </dsp:spPr>
      <dsp:style>
        <a:lnRef idx="2">
          <a:schemeClr val="lt1"/>
        </a:lnRef>
        <a:fillRef idx="1">
          <a:schemeClr val="accent3"/>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(10)DXF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7228880">
        <a:off x="2408267" y="1881213"/>
        <a:ext cx="773784" cy="773784"/>
      </dsp:txXfrm>
    </dsp:sp>
    <dsp:sp modelId="{8EA663F6-2052-47CC-BD87-CD715BA9A159}">
      <dsp:nvSpPr>
        <dsp:cNvPr id="15" name="下箭头 14"/>
        <dsp:cNvSpPr/>
      </dsp:nvSpPr>
      <dsp:spPr bwMode="white">
        <a:xfrm rot="18514285">
          <a:off x="2841048" y="1234039"/>
          <a:ext cx="773784" cy="773784"/>
        </a:xfrm>
        <a:prstGeom prst="downArrow">
          <a:avLst>
            <a:gd name="adj1" fmla="val 50000"/>
            <a:gd name="adj2" fmla="val 35000"/>
          </a:avLst>
        </a:prstGeom>
      </dsp:spPr>
      <dsp:style>
        <a:lnRef idx="2">
          <a:schemeClr val="lt1"/>
        </a:lnRef>
        <a:fillRef idx="1">
          <a:schemeClr val="accent4"/>
        </a:fillRef>
        <a:effectRef idx="0">
          <a:scrgbClr r="0" g="0" b="0"/>
        </a:effectRef>
        <a:fontRef idx="minor">
          <a:schemeClr val="lt1"/>
        </a:fontRef>
      </dsp:style>
      <dsp:txBody>
        <a:bodyPr rot="5400000"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(11)WMF</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18514285">
        <a:off x="2841048" y="1234039"/>
        <a:ext cx="773784" cy="773784"/>
      </dsp:txXfrm>
    </dsp:sp>
    <dsp:sp modelId="{41C02123-C84D-4312-AA51-99260118A724}">
      <dsp:nvSpPr>
        <dsp:cNvPr id="16" name="下箭头 15"/>
        <dsp:cNvSpPr/>
      </dsp:nvSpPr>
      <dsp:spPr bwMode="white">
        <a:xfrm rot="21112024">
          <a:off x="3660816" y="926690"/>
          <a:ext cx="773784" cy="773784"/>
        </a:xfrm>
        <a:prstGeom prst="downArrow">
          <a:avLst>
            <a:gd name="adj1" fmla="val 50000"/>
            <a:gd name="adj2" fmla="val 35000"/>
          </a:avLst>
        </a:prstGeom>
      </dsp:spPr>
      <dsp:style>
        <a:lnRef idx="2">
          <a:schemeClr val="lt1"/>
        </a:lnRef>
        <a:fillRef idx="1">
          <a:schemeClr val="accent5"/>
        </a:fillRef>
        <a:effectRef idx="0">
          <a:scrgbClr r="0" g="0" b="0"/>
        </a:effectRef>
        <a:fontRef idx="minor">
          <a:schemeClr val="lt1"/>
        </a:fontRef>
      </dsp:style>
      <dsp:txBody>
        <a:bodyPr lIns="99568" tIns="99568" rIns="99568" bIns="9956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chemeClr val="tx1">
                  <a:lumMod val="95000"/>
                  <a:lumOff val="5000"/>
                </a:schemeClr>
              </a:solidFill>
            </a:rPr>
            <a:t>(12)TGA</a:t>
          </a:r>
          <a:r>
            <a:rPr lang="zh-CN" sz="1400" b="1" dirty="0" smtClean="0">
              <a:solidFill>
                <a:schemeClr val="tx1">
                  <a:lumMod val="95000"/>
                  <a:lumOff val="5000"/>
                </a:schemeClr>
              </a:solidFill>
            </a:rPr>
            <a:t>格式。</a:t>
          </a:r>
          <a:endParaRPr lang="zh-CN" sz="1400" b="1" dirty="0">
            <a:solidFill>
              <a:schemeClr val="tx1">
                <a:lumMod val="95000"/>
                <a:lumOff val="5000"/>
              </a:schemeClr>
            </a:solidFill>
          </a:endParaRPr>
        </a:p>
      </dsp:txBody>
      <dsp:txXfrm rot="21112024">
        <a:off x="3660816" y="926690"/>
        <a:ext cx="773784" cy="773784"/>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262771" cy="4873752"/>
        <a:chOff x="0" y="0"/>
        <a:chExt cx="6262771" cy="4873752"/>
      </a:xfrm>
    </dsp:grpSpPr>
    <dsp:sp modelId="{F74383A9-A698-4117-9F5C-E878A85DC1CD}">
      <dsp:nvSpPr>
        <dsp:cNvPr id="3" name="椭圆 2"/>
        <dsp:cNvSpPr/>
      </dsp:nvSpPr>
      <dsp:spPr bwMode="white">
        <a:xfrm>
          <a:off x="3198974" y="1121938"/>
          <a:ext cx="1503065" cy="1503065"/>
        </a:xfrm>
        <a:prstGeom prst="ellipse">
          <a:avLst/>
        </a:prstGeom>
      </dsp:spPr>
      <dsp:style>
        <a:lnRef idx="2">
          <a:schemeClr val="lt1"/>
        </a:lnRef>
        <a:fillRef idx="1">
          <a:schemeClr val="accent2">
            <a:alpha val="50000"/>
            <a:hueOff val="0"/>
            <a:satOff val="0"/>
            <a:lumOff val="0"/>
            <a:alpha val="50196"/>
          </a:schemeClr>
        </a:fillRef>
        <a:effectRef idx="0">
          <a:scrgbClr r="0" g="0" b="0"/>
        </a:effectRef>
        <a:fontRef idx="minor">
          <a:schemeClr val="tx1"/>
        </a:fontRef>
      </dsp:style>
      <dsp:txXfrm>
        <a:off x="3198974" y="1121938"/>
        <a:ext cx="1503065" cy="1503065"/>
      </dsp:txXfrm>
    </dsp:sp>
    <dsp:sp modelId="{E6E27F0A-0159-4681-8AAB-A52B39B2C0C5}">
      <dsp:nvSpPr>
        <dsp:cNvPr id="5" name="椭圆 4"/>
        <dsp:cNvSpPr/>
      </dsp:nvSpPr>
      <dsp:spPr bwMode="white">
        <a:xfrm>
          <a:off x="3686844" y="1403641"/>
          <a:ext cx="1503065" cy="1503065"/>
        </a:xfrm>
        <a:prstGeom prst="ellipse">
          <a:avLst/>
        </a:prstGeom>
      </dsp:spPr>
      <dsp:style>
        <a:lnRef idx="2">
          <a:schemeClr val="lt1"/>
        </a:lnRef>
        <a:fillRef idx="1">
          <a:schemeClr val="accent2">
            <a:alpha val="50000"/>
            <a:hueOff val="240000"/>
            <a:satOff val="2667"/>
            <a:lumOff val="-1646"/>
            <a:alpha val="50196"/>
          </a:schemeClr>
        </a:fillRef>
        <a:effectRef idx="0">
          <a:scrgbClr r="0" g="0" b="0"/>
        </a:effectRef>
        <a:fontRef idx="minor">
          <a:schemeClr val="tx1"/>
        </a:fontRef>
      </dsp:style>
      <dsp:txXfrm>
        <a:off x="3686844" y="1403641"/>
        <a:ext cx="1503065" cy="1503065"/>
      </dsp:txXfrm>
    </dsp:sp>
    <dsp:sp modelId="{FF200075-BE9B-4B3B-B56E-D7464FC5C6A7}">
      <dsp:nvSpPr>
        <dsp:cNvPr id="7" name="椭圆 6"/>
        <dsp:cNvSpPr/>
      </dsp:nvSpPr>
      <dsp:spPr bwMode="white">
        <a:xfrm>
          <a:off x="3686844" y="1967046"/>
          <a:ext cx="1503065" cy="1503065"/>
        </a:xfrm>
        <a:prstGeom prst="ellipse">
          <a:avLst/>
        </a:prstGeom>
      </dsp:spPr>
      <dsp:style>
        <a:lnRef idx="2">
          <a:schemeClr val="lt1"/>
        </a:lnRef>
        <a:fillRef idx="1">
          <a:schemeClr val="accent2">
            <a:alpha val="50000"/>
            <a:hueOff val="480000"/>
            <a:satOff val="5333"/>
            <a:lumOff val="-3293"/>
            <a:alpha val="50196"/>
          </a:schemeClr>
        </a:fillRef>
        <a:effectRef idx="0">
          <a:scrgbClr r="0" g="0" b="0"/>
        </a:effectRef>
        <a:fontRef idx="minor">
          <a:schemeClr val="tx1"/>
        </a:fontRef>
      </dsp:style>
      <dsp:txXfrm>
        <a:off x="3686844" y="1967046"/>
        <a:ext cx="1503065" cy="1503065"/>
      </dsp:txXfrm>
    </dsp:sp>
    <dsp:sp modelId="{1AC3A5CA-47E7-48AF-931C-7C9B4E6900FD}">
      <dsp:nvSpPr>
        <dsp:cNvPr id="9" name="椭圆 8"/>
        <dsp:cNvSpPr/>
      </dsp:nvSpPr>
      <dsp:spPr bwMode="white">
        <a:xfrm>
          <a:off x="3198974" y="2249237"/>
          <a:ext cx="1503065" cy="1503065"/>
        </a:xfrm>
        <a:prstGeom prst="ellipse">
          <a:avLst/>
        </a:prstGeom>
      </dsp:spPr>
      <dsp:style>
        <a:lnRef idx="2">
          <a:schemeClr val="lt1"/>
        </a:lnRef>
        <a:fillRef idx="1">
          <a:schemeClr val="accent2">
            <a:alpha val="50000"/>
            <a:hueOff val="720000"/>
            <a:satOff val="8000"/>
            <a:lumOff val="-4940"/>
            <a:alpha val="50196"/>
          </a:schemeClr>
        </a:fillRef>
        <a:effectRef idx="0">
          <a:scrgbClr r="0" g="0" b="0"/>
        </a:effectRef>
        <a:fontRef idx="minor">
          <a:schemeClr val="tx1"/>
        </a:fontRef>
      </dsp:style>
      <dsp:txXfrm>
        <a:off x="3198974" y="2249237"/>
        <a:ext cx="1503065" cy="1503065"/>
      </dsp:txXfrm>
    </dsp:sp>
    <dsp:sp modelId="{697687F2-7586-47BE-961C-3468541BA409}">
      <dsp:nvSpPr>
        <dsp:cNvPr id="11" name="椭圆 10"/>
        <dsp:cNvSpPr/>
      </dsp:nvSpPr>
      <dsp:spPr bwMode="white">
        <a:xfrm>
          <a:off x="2711105" y="1967046"/>
          <a:ext cx="1503065" cy="1503065"/>
        </a:xfrm>
        <a:prstGeom prst="ellipse">
          <a:avLst/>
        </a:prstGeom>
      </dsp:spPr>
      <dsp:style>
        <a:lnRef idx="2">
          <a:schemeClr val="lt1"/>
        </a:lnRef>
        <a:fillRef idx="1">
          <a:schemeClr val="accent2">
            <a:alpha val="50000"/>
            <a:hueOff val="960000"/>
            <a:satOff val="10667"/>
            <a:lumOff val="-6587"/>
            <a:alpha val="50196"/>
          </a:schemeClr>
        </a:fillRef>
        <a:effectRef idx="0">
          <a:scrgbClr r="0" g="0" b="0"/>
        </a:effectRef>
        <a:fontRef idx="minor">
          <a:schemeClr val="tx1"/>
        </a:fontRef>
      </dsp:style>
      <dsp:txXfrm>
        <a:off x="2711105" y="1967046"/>
        <a:ext cx="1503065" cy="1503065"/>
      </dsp:txXfrm>
    </dsp:sp>
    <dsp:sp modelId="{BA324415-7D9A-45EA-876F-A243D9800A07}">
      <dsp:nvSpPr>
        <dsp:cNvPr id="13" name="椭圆 12"/>
        <dsp:cNvSpPr/>
      </dsp:nvSpPr>
      <dsp:spPr bwMode="white">
        <a:xfrm>
          <a:off x="2711105" y="1403641"/>
          <a:ext cx="1503065" cy="1503065"/>
        </a:xfrm>
        <a:prstGeom prst="ellipse">
          <a:avLst/>
        </a:prstGeom>
      </dsp:spPr>
      <dsp:style>
        <a:lnRef idx="2">
          <a:schemeClr val="lt1"/>
        </a:lnRef>
        <a:fillRef idx="1">
          <a:schemeClr val="accent2">
            <a:alpha val="50000"/>
            <a:hueOff val="1200000"/>
            <a:satOff val="13333"/>
            <a:lumOff val="-8234"/>
            <a:alpha val="50196"/>
          </a:schemeClr>
        </a:fillRef>
        <a:effectRef idx="0">
          <a:scrgbClr r="0" g="0" b="0"/>
        </a:effectRef>
        <a:fontRef idx="minor">
          <a:schemeClr val="tx1"/>
        </a:fontRef>
      </dsp:style>
      <dsp:txXfrm>
        <a:off x="2711105" y="1403641"/>
        <a:ext cx="1503065" cy="1503065"/>
      </dsp:txXfrm>
    </dsp:sp>
    <dsp:sp modelId="{AE266F5F-7A46-4610-B6C8-15661DF96A27}">
      <dsp:nvSpPr>
        <dsp:cNvPr id="4" name="矩形 3"/>
        <dsp:cNvSpPr/>
      </dsp:nvSpPr>
      <dsp:spPr bwMode="white">
        <a:xfrm>
          <a:off x="3011091" y="0"/>
          <a:ext cx="1878831" cy="1023488"/>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1" dirty="0" smtClean="0">
              <a:solidFill>
                <a:srgbClr val="C00000"/>
              </a:solidFill>
            </a:rPr>
            <a:t>2.</a:t>
          </a:r>
          <a:r>
            <a:rPr lang="zh-CN" b="1" dirty="0" smtClean="0">
              <a:solidFill>
                <a:srgbClr val="C00000"/>
              </a:solidFill>
            </a:rPr>
            <a:t>音频文件格式</a:t>
          </a:r>
          <a:endParaRPr lang="zh-CN" b="1" dirty="0">
            <a:solidFill>
              <a:srgbClr val="C00000"/>
            </a:solidFill>
          </a:endParaRPr>
        </a:p>
      </dsp:txBody>
      <dsp:txXfrm>
        <a:off x="3011091" y="0"/>
        <a:ext cx="1878831" cy="1023488"/>
      </dsp:txXfrm>
    </dsp:sp>
    <dsp:sp modelId="{90939283-AEC6-4C30-9C96-67A5FE9E729F}">
      <dsp:nvSpPr>
        <dsp:cNvPr id="6" name="矩形 5"/>
        <dsp:cNvSpPr/>
      </dsp:nvSpPr>
      <dsp:spPr bwMode="white">
        <a:xfrm>
          <a:off x="5301387" y="974750"/>
          <a:ext cx="1780506" cy="1120963"/>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0" dirty="0" smtClean="0">
              <a:solidFill>
                <a:schemeClr val="tx1"/>
              </a:solidFill>
            </a:rPr>
            <a:t>(1).MIDI</a:t>
          </a:r>
          <a:r>
            <a:rPr lang="zh-CN" b="0" dirty="0" smtClean="0">
              <a:solidFill>
                <a:schemeClr val="tx1"/>
              </a:solidFill>
            </a:rPr>
            <a:t>或</a:t>
          </a:r>
          <a:r>
            <a:rPr lang="en-US" b="0" dirty="0" smtClean="0">
              <a:solidFill>
                <a:schemeClr val="tx1"/>
              </a:solidFill>
            </a:rPr>
            <a:t>.MID</a:t>
          </a:r>
          <a:r>
            <a:rPr lang="zh-CN" b="0" dirty="0" smtClean="0">
              <a:solidFill>
                <a:schemeClr val="tx1"/>
              </a:solidFill>
            </a:rPr>
            <a:t>格式。</a:t>
          </a:r>
          <a:endParaRPr lang="zh-CN" b="0" dirty="0">
            <a:solidFill>
              <a:schemeClr val="tx1"/>
            </a:solidFill>
          </a:endParaRPr>
        </a:p>
      </dsp:txBody>
      <dsp:txXfrm>
        <a:off x="5301387" y="974750"/>
        <a:ext cx="1780506" cy="1120963"/>
      </dsp:txXfrm>
    </dsp:sp>
    <dsp:sp modelId="{4F0A02ED-2FD5-48C9-8EDF-FB3C8241CDFF}">
      <dsp:nvSpPr>
        <dsp:cNvPr id="8" name="矩形 7"/>
        <dsp:cNvSpPr/>
      </dsp:nvSpPr>
      <dsp:spPr bwMode="white">
        <a:xfrm>
          <a:off x="5301387" y="2646447"/>
          <a:ext cx="1780506" cy="1252554"/>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0" dirty="0" smtClean="0">
              <a:solidFill>
                <a:schemeClr val="tx1"/>
              </a:solidFill>
            </a:rPr>
            <a:t>(2).WAVE</a:t>
          </a:r>
          <a:r>
            <a:rPr lang="zh-CN" b="0" dirty="0" smtClean="0">
              <a:solidFill>
                <a:schemeClr val="tx1"/>
              </a:solidFill>
            </a:rPr>
            <a:t>或</a:t>
          </a:r>
          <a:r>
            <a:rPr lang="en-US" b="0" dirty="0" smtClean="0">
              <a:solidFill>
                <a:schemeClr val="tx1"/>
              </a:solidFill>
            </a:rPr>
            <a:t>.WAV</a:t>
          </a:r>
          <a:r>
            <a:rPr lang="zh-CN" b="0" dirty="0" smtClean="0">
              <a:solidFill>
                <a:schemeClr val="tx1"/>
              </a:solidFill>
            </a:rPr>
            <a:t>格式。</a:t>
          </a:r>
          <a:endParaRPr lang="zh-CN" b="0" dirty="0">
            <a:solidFill>
              <a:schemeClr val="tx1"/>
            </a:solidFill>
          </a:endParaRPr>
        </a:p>
      </dsp:txBody>
      <dsp:txXfrm>
        <a:off x="5301387" y="2646447"/>
        <a:ext cx="1780506" cy="1252554"/>
      </dsp:txXfrm>
    </dsp:sp>
    <dsp:sp modelId="{09CBE071-FA00-4307-BB00-B35C9D6949CF}">
      <dsp:nvSpPr>
        <dsp:cNvPr id="10" name="矩形 9"/>
        <dsp:cNvSpPr/>
      </dsp:nvSpPr>
      <dsp:spPr bwMode="white">
        <a:xfrm>
          <a:off x="3011091" y="3850264"/>
          <a:ext cx="1878831" cy="1023488"/>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0" dirty="0" smtClean="0">
              <a:solidFill>
                <a:schemeClr val="tx1"/>
              </a:solidFill>
            </a:rPr>
            <a:t>(3).MP3</a:t>
          </a:r>
          <a:r>
            <a:rPr lang="zh-CN" b="0" dirty="0" smtClean="0">
              <a:solidFill>
                <a:schemeClr val="tx1"/>
              </a:solidFill>
            </a:rPr>
            <a:t>格式。</a:t>
          </a:r>
          <a:endParaRPr lang="zh-CN" b="0" dirty="0">
            <a:solidFill>
              <a:schemeClr val="tx1"/>
            </a:solidFill>
          </a:endParaRPr>
        </a:p>
      </dsp:txBody>
      <dsp:txXfrm>
        <a:off x="3011091" y="3850264"/>
        <a:ext cx="1878831" cy="1023488"/>
      </dsp:txXfrm>
    </dsp:sp>
    <dsp:sp modelId="{6DD4EF35-BB59-4813-959D-C664FEBFF0D4}">
      <dsp:nvSpPr>
        <dsp:cNvPr id="12" name="矩形 11"/>
        <dsp:cNvSpPr/>
      </dsp:nvSpPr>
      <dsp:spPr bwMode="white">
        <a:xfrm>
          <a:off x="819121" y="2646447"/>
          <a:ext cx="1780506" cy="1252554"/>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0" dirty="0" smtClean="0">
              <a:solidFill>
                <a:schemeClr val="tx1"/>
              </a:solidFill>
            </a:rPr>
            <a:t>(4).AU</a:t>
          </a:r>
          <a:r>
            <a:rPr lang="zh-CN" b="0" dirty="0" smtClean="0">
              <a:solidFill>
                <a:schemeClr val="tx1"/>
              </a:solidFill>
            </a:rPr>
            <a:t>格式。</a:t>
          </a:r>
          <a:endParaRPr lang="zh-CN" b="0" dirty="0">
            <a:solidFill>
              <a:schemeClr val="tx1"/>
            </a:solidFill>
          </a:endParaRPr>
        </a:p>
      </dsp:txBody>
      <dsp:txXfrm>
        <a:off x="819121" y="2646447"/>
        <a:ext cx="1780506" cy="1252554"/>
      </dsp:txXfrm>
    </dsp:sp>
    <dsp:sp modelId="{2D47F1DC-164A-46B4-A709-8D1EA7C68FC2}">
      <dsp:nvSpPr>
        <dsp:cNvPr id="14" name="矩形 13"/>
        <dsp:cNvSpPr/>
      </dsp:nvSpPr>
      <dsp:spPr bwMode="white">
        <a:xfrm>
          <a:off x="819121" y="974750"/>
          <a:ext cx="1780506" cy="1252554"/>
        </a:xfrm>
        <a:prstGeom prst="rect">
          <a:avLst/>
        </a:prstGeom>
        <a:noFill/>
        <a:ln>
          <a:noFill/>
        </a:ln>
      </dsp:spPr>
      <dsp:style>
        <a:lnRef idx="0">
          <a:schemeClr val="dk1">
            <a:alpha val="0"/>
          </a:schemeClr>
        </a:lnRef>
        <a:fillRef idx="0">
          <a:schemeClr val="lt1">
            <a:alpha val="0"/>
          </a:schemeClr>
        </a:fillRef>
        <a:effectRef idx="0">
          <a:scrgbClr r="0" g="0" b="0"/>
        </a:effectRef>
        <a:fontRef idx="minor"/>
      </dsp:style>
      <dsp:txBody>
        <a:bodyPr lIns="0" tIns="0" rIns="0" bIns="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b="0" dirty="0" smtClean="0">
              <a:solidFill>
                <a:schemeClr val="tx1"/>
              </a:solidFill>
            </a:rPr>
            <a:t>(5).RA/.RM/.RAM</a:t>
          </a:r>
          <a:r>
            <a:rPr lang="zh-CN" b="0" dirty="0" smtClean="0">
              <a:solidFill>
                <a:schemeClr val="tx1"/>
              </a:solidFill>
            </a:rPr>
            <a:t>格式。</a:t>
          </a:r>
          <a:endParaRPr lang="zh-CN" b="0" dirty="0">
            <a:solidFill>
              <a:schemeClr val="tx1"/>
            </a:solidFill>
          </a:endParaRPr>
        </a:p>
      </dsp:txBody>
      <dsp:txXfrm>
        <a:off x="819121" y="974750"/>
        <a:ext cx="1780506" cy="1252554"/>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1014" cy="4873752"/>
        <a:chOff x="0" y="0"/>
        <a:chExt cx="7901014" cy="4873752"/>
      </a:xfrm>
    </dsp:grpSpPr>
    <dsp:sp modelId="{A8D4FFFF-02BE-4AE4-A317-4B3CB181DFCE}">
      <dsp:nvSpPr>
        <dsp:cNvPr id="3" name="椭圆 2"/>
        <dsp:cNvSpPr/>
      </dsp:nvSpPr>
      <dsp:spPr bwMode="white">
        <a:xfrm>
          <a:off x="3534239" y="1685632"/>
          <a:ext cx="832536" cy="832536"/>
        </a:xfrm>
        <a:prstGeom prst="ellipse">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b="1" dirty="0" smtClean="0">
              <a:solidFill>
                <a:schemeClr val="tx1"/>
              </a:solidFill>
            </a:rPr>
            <a:t>3.</a:t>
          </a:r>
          <a:r>
            <a:rPr lang="zh-CN" sz="2000" b="1" dirty="0" smtClean="0">
              <a:solidFill>
                <a:schemeClr val="tx1"/>
              </a:solidFill>
            </a:rPr>
            <a:t>视频文件格式</a:t>
          </a:r>
          <a:endParaRPr lang="zh-CN" sz="2000" b="1" dirty="0">
            <a:solidFill>
              <a:schemeClr val="tx1"/>
            </a:solidFill>
          </a:endParaRPr>
        </a:p>
      </dsp:txBody>
      <dsp:txXfrm>
        <a:off x="3534239" y="1685632"/>
        <a:ext cx="832536" cy="832536"/>
      </dsp:txXfrm>
    </dsp:sp>
    <dsp:sp modelId="{35139019-A34F-4359-9942-A608234572D2}">
      <dsp:nvSpPr>
        <dsp:cNvPr id="4" name="左箭头 3"/>
        <dsp:cNvSpPr/>
      </dsp:nvSpPr>
      <dsp:spPr bwMode="white">
        <a:xfrm rot="-3289902">
          <a:off x="4218535" y="1118593"/>
          <a:ext cx="651630" cy="280981"/>
        </a:xfrm>
        <a:prstGeom prst="leftArrow">
          <a:avLst/>
        </a:prstGeom>
      </dsp:spPr>
      <dsp:style>
        <a:lnRef idx="0">
          <a:schemeClr val="lt1"/>
        </a:lnRef>
        <a:fillRef idx="1">
          <a:schemeClr val="accent2">
            <a:hueOff val="0"/>
            <a:satOff val="0"/>
            <a:lumOff val="0"/>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3289902">
        <a:off x="4218535" y="1118593"/>
        <a:ext cx="651630" cy="280981"/>
      </dsp:txXfrm>
    </dsp:sp>
    <dsp:sp modelId="{51971B25-6A87-4FF6-BD73-993F630850DA}">
      <dsp:nvSpPr>
        <dsp:cNvPr id="5" name="椭圆 4"/>
        <dsp:cNvSpPr/>
      </dsp:nvSpPr>
      <dsp:spPr bwMode="white">
        <a:xfrm>
          <a:off x="4721925" y="0"/>
          <a:ext cx="832536" cy="832536"/>
        </a:xfrm>
        <a:prstGeom prst="ellipse">
          <a:avLst/>
        </a:prstGeom>
      </dsp:spPr>
      <dsp:style>
        <a:lnRef idx="2">
          <a:schemeClr val="lt1"/>
        </a:lnRef>
        <a:fillRef idx="1">
          <a:schemeClr val="accent2">
            <a:hueOff val="133333"/>
            <a:satOff val="1481"/>
            <a:lumOff val="-914"/>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(1)3GP</a:t>
          </a:r>
          <a:r>
            <a:rPr lang="zh-CN" sz="1400" b="0" dirty="0" smtClean="0"/>
            <a:t>格式。</a:t>
          </a:r>
          <a:endParaRPr lang="zh-CN" sz="1400" b="0" dirty="0"/>
        </a:p>
      </dsp:txBody>
      <dsp:txXfrm>
        <a:off x="4721925" y="0"/>
        <a:ext cx="832536" cy="832536"/>
      </dsp:txXfrm>
    </dsp:sp>
    <dsp:sp modelId="{17C49F36-1B42-4E01-8AA9-F31783479F25}">
      <dsp:nvSpPr>
        <dsp:cNvPr id="6" name="右箭头 5"/>
        <dsp:cNvSpPr/>
      </dsp:nvSpPr>
      <dsp:spPr bwMode="white">
        <a:xfrm rot="3203679">
          <a:off x="5399621" y="769863"/>
          <a:ext cx="211167" cy="280981"/>
        </a:xfrm>
        <a:prstGeom prst="rightArrow">
          <a:avLst>
            <a:gd name="adj1" fmla="val 60000"/>
            <a:gd name="adj2" fmla="val 50000"/>
          </a:avLst>
        </a:prstGeom>
      </dsp:spPr>
      <dsp:style>
        <a:lnRef idx="0">
          <a:schemeClr val="lt1"/>
        </a:lnRef>
        <a:fillRef idx="1">
          <a:schemeClr val="accent2">
            <a:hueOff val="133333"/>
            <a:satOff val="1481"/>
            <a:lumOff val="-914"/>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3203679">
        <a:off x="5399621" y="769863"/>
        <a:ext cx="211167" cy="280981"/>
      </dsp:txXfrm>
    </dsp:sp>
    <dsp:sp modelId="{59939386-1BAA-40E9-9E6C-564E64263D60}">
      <dsp:nvSpPr>
        <dsp:cNvPr id="7" name="椭圆 6"/>
        <dsp:cNvSpPr/>
      </dsp:nvSpPr>
      <dsp:spPr bwMode="white">
        <a:xfrm>
          <a:off x="5455949" y="988172"/>
          <a:ext cx="832536" cy="832536"/>
        </a:xfrm>
        <a:prstGeom prst="ellipse">
          <a:avLst/>
        </a:prstGeom>
      </dsp:spPr>
      <dsp:style>
        <a:lnRef idx="2">
          <a:schemeClr val="lt1"/>
        </a:lnRef>
        <a:fillRef idx="1">
          <a:schemeClr val="accent2">
            <a:hueOff val="266666"/>
            <a:satOff val="2963"/>
            <a:lumOff val="-1829"/>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(2)ASF</a:t>
          </a:r>
          <a:r>
            <a:rPr lang="zh-CN" sz="1400" b="0" dirty="0" smtClean="0"/>
            <a:t>格式。</a:t>
          </a:r>
          <a:endParaRPr lang="zh-CN" sz="1400" b="0" dirty="0"/>
        </a:p>
      </dsp:txBody>
      <dsp:txXfrm>
        <a:off x="5455949" y="988172"/>
        <a:ext cx="832536" cy="832536"/>
      </dsp:txXfrm>
    </dsp:sp>
    <dsp:sp modelId="{71D0B4AC-683C-45CD-A53D-90246E8296C4}">
      <dsp:nvSpPr>
        <dsp:cNvPr id="8" name="右箭头 7"/>
        <dsp:cNvSpPr/>
      </dsp:nvSpPr>
      <dsp:spPr bwMode="white">
        <a:xfrm rot="5399970">
          <a:off x="5761910" y="1888353"/>
          <a:ext cx="220624" cy="280981"/>
        </a:xfrm>
        <a:prstGeom prst="rightArrow">
          <a:avLst>
            <a:gd name="adj1" fmla="val 60000"/>
            <a:gd name="adj2" fmla="val 50000"/>
          </a:avLst>
        </a:prstGeom>
      </dsp:spPr>
      <dsp:style>
        <a:lnRef idx="0">
          <a:schemeClr val="lt1"/>
        </a:lnRef>
        <a:fillRef idx="1">
          <a:schemeClr val="accent2">
            <a:hueOff val="266666"/>
            <a:satOff val="2963"/>
            <a:lumOff val="-1829"/>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5399970">
        <a:off x="5761910" y="1888353"/>
        <a:ext cx="220624" cy="280981"/>
      </dsp:txXfrm>
    </dsp:sp>
    <dsp:sp modelId="{83892C50-B2B7-4199-A68D-64E5FA8C7E28}">
      <dsp:nvSpPr>
        <dsp:cNvPr id="9" name="椭圆 8"/>
        <dsp:cNvSpPr/>
      </dsp:nvSpPr>
      <dsp:spPr bwMode="white">
        <a:xfrm>
          <a:off x="5455960" y="2236979"/>
          <a:ext cx="832536" cy="832536"/>
        </a:xfrm>
        <a:prstGeom prst="ellipse">
          <a:avLst/>
        </a:prstGeom>
      </dsp:spPr>
      <dsp:style>
        <a:lnRef idx="2">
          <a:schemeClr val="lt1"/>
        </a:lnRef>
        <a:fillRef idx="1">
          <a:schemeClr val="accent2">
            <a:hueOff val="399999"/>
            <a:satOff val="4444"/>
            <a:lumOff val="-2744"/>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(3)AVI</a:t>
          </a:r>
          <a:r>
            <a:rPr lang="zh-CN" sz="1400" b="0" dirty="0" smtClean="0"/>
            <a:t>格式。</a:t>
          </a:r>
          <a:endParaRPr lang="zh-CN" sz="1400" b="0" dirty="0"/>
        </a:p>
      </dsp:txBody>
      <dsp:txXfrm>
        <a:off x="5455960" y="2236979"/>
        <a:ext cx="832536" cy="832536"/>
      </dsp:txXfrm>
    </dsp:sp>
    <dsp:sp modelId="{FAAA301C-8777-491E-BA84-C96E59B67226}">
      <dsp:nvSpPr>
        <dsp:cNvPr id="10" name="右箭头 9"/>
        <dsp:cNvSpPr/>
      </dsp:nvSpPr>
      <dsp:spPr bwMode="white">
        <a:xfrm rot="7560013">
          <a:off x="5394898" y="3017909"/>
          <a:ext cx="220624" cy="280981"/>
        </a:xfrm>
        <a:prstGeom prst="rightArrow">
          <a:avLst>
            <a:gd name="adj1" fmla="val 60000"/>
            <a:gd name="adj2" fmla="val 50000"/>
          </a:avLst>
        </a:prstGeom>
      </dsp:spPr>
      <dsp:style>
        <a:lnRef idx="0">
          <a:schemeClr val="lt1"/>
        </a:lnRef>
        <a:fillRef idx="1">
          <a:schemeClr val="accent2">
            <a:hueOff val="399999"/>
            <a:satOff val="4444"/>
            <a:lumOff val="-2744"/>
            <a:alpha val="10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7560013">
        <a:off x="5394898" y="3017909"/>
        <a:ext cx="220624" cy="280981"/>
      </dsp:txXfrm>
    </dsp:sp>
    <dsp:sp modelId="{20E2FED0-D597-490D-874B-8D8FAEAE8FE0}">
      <dsp:nvSpPr>
        <dsp:cNvPr id="11" name="椭圆 10"/>
        <dsp:cNvSpPr/>
      </dsp:nvSpPr>
      <dsp:spPr bwMode="white">
        <a:xfrm>
          <a:off x="4721925" y="3247284"/>
          <a:ext cx="832536" cy="832536"/>
        </a:xfrm>
        <a:prstGeom prst="ellipse">
          <a:avLst/>
        </a:prstGeom>
      </dsp:spPr>
      <dsp:style>
        <a:lnRef idx="2">
          <a:schemeClr val="lt1"/>
        </a:lnRef>
        <a:fillRef idx="1">
          <a:schemeClr val="accent2">
            <a:hueOff val="533333"/>
            <a:satOff val="5926"/>
            <a:lumOff val="-3659"/>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(4)FLV </a:t>
          </a:r>
          <a:r>
            <a:rPr lang="zh-CN" sz="1400" b="0" dirty="0" smtClean="0"/>
            <a:t>格式。</a:t>
          </a:r>
          <a:endParaRPr lang="zh-CN" sz="1400" b="0" dirty="0"/>
        </a:p>
      </dsp:txBody>
      <dsp:txXfrm>
        <a:off x="4721925" y="3247284"/>
        <a:ext cx="832536" cy="832536"/>
      </dsp:txXfrm>
    </dsp:sp>
    <dsp:sp modelId="{13535557-4C39-4241-9DB7-F5316660E73E}">
      <dsp:nvSpPr>
        <dsp:cNvPr id="12" name="右箭头 11"/>
        <dsp:cNvSpPr/>
      </dsp:nvSpPr>
      <dsp:spPr bwMode="white">
        <a:xfrm rot="9719977">
          <a:off x="4434037" y="3716017"/>
          <a:ext cx="220625" cy="280981"/>
        </a:xfrm>
        <a:prstGeom prst="rightArrow">
          <a:avLst>
            <a:gd name="adj1" fmla="val 60000"/>
            <a:gd name="adj2" fmla="val 50000"/>
          </a:avLst>
        </a:prstGeom>
      </dsp:spPr>
      <dsp:style>
        <a:lnRef idx="0">
          <a:schemeClr val="lt1"/>
        </a:lnRef>
        <a:fillRef idx="1">
          <a:schemeClr val="accent2">
            <a:hueOff val="533333"/>
            <a:satOff val="5926"/>
            <a:lumOff val="-3659"/>
            <a:alpha val="10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9719977">
        <a:off x="4434037" y="3716017"/>
        <a:ext cx="220625" cy="280981"/>
      </dsp:txXfrm>
    </dsp:sp>
    <dsp:sp modelId="{FDD75E5F-F009-4F94-A5A7-2F48BA489BE6}">
      <dsp:nvSpPr>
        <dsp:cNvPr id="13" name="椭圆 12"/>
        <dsp:cNvSpPr/>
      </dsp:nvSpPr>
      <dsp:spPr bwMode="white">
        <a:xfrm>
          <a:off x="3534239" y="3633194"/>
          <a:ext cx="832536" cy="832536"/>
        </a:xfrm>
        <a:prstGeom prst="ellipse">
          <a:avLst/>
        </a:prstGeom>
      </dsp:spPr>
      <dsp:style>
        <a:lnRef idx="2">
          <a:schemeClr val="lt1"/>
        </a:lnRef>
        <a:fillRef idx="1">
          <a:schemeClr val="accent2">
            <a:hueOff val="666666"/>
            <a:satOff val="7407"/>
            <a:lumOff val="-4574"/>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(5)MOV</a:t>
          </a:r>
          <a:r>
            <a:rPr lang="zh-CN" sz="1400" b="0" dirty="0" smtClean="0"/>
            <a:t>格式。</a:t>
          </a:r>
          <a:endParaRPr lang="zh-CN" sz="1400" b="0" dirty="0"/>
        </a:p>
      </dsp:txBody>
      <dsp:txXfrm>
        <a:off x="3534239" y="3633194"/>
        <a:ext cx="832536" cy="832536"/>
      </dsp:txXfrm>
    </dsp:sp>
    <dsp:sp modelId="{E8C624FF-DDD5-45AA-90F8-CBFEA1F3A498}">
      <dsp:nvSpPr>
        <dsp:cNvPr id="14" name="右箭头 13"/>
        <dsp:cNvSpPr/>
      </dsp:nvSpPr>
      <dsp:spPr bwMode="white">
        <a:xfrm rot="11880022">
          <a:off x="3246352" y="3716017"/>
          <a:ext cx="220625" cy="280981"/>
        </a:xfrm>
        <a:prstGeom prst="rightArrow">
          <a:avLst>
            <a:gd name="adj1" fmla="val 60000"/>
            <a:gd name="adj2" fmla="val 50000"/>
          </a:avLst>
        </a:prstGeom>
      </dsp:spPr>
      <dsp:style>
        <a:lnRef idx="0">
          <a:schemeClr val="lt1"/>
        </a:lnRef>
        <a:fillRef idx="1">
          <a:schemeClr val="accent2">
            <a:hueOff val="666666"/>
            <a:satOff val="7407"/>
            <a:lumOff val="-4574"/>
            <a:alpha val="10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11880022">
        <a:off x="3246352" y="3716017"/>
        <a:ext cx="220625" cy="280981"/>
      </dsp:txXfrm>
    </dsp:sp>
    <dsp:sp modelId="{450C39F3-12ED-42F9-A3AE-238C1FB2101D}">
      <dsp:nvSpPr>
        <dsp:cNvPr id="15" name="椭圆 14"/>
        <dsp:cNvSpPr/>
      </dsp:nvSpPr>
      <dsp:spPr bwMode="white">
        <a:xfrm>
          <a:off x="2346553" y="3247284"/>
          <a:ext cx="832536" cy="832536"/>
        </a:xfrm>
        <a:prstGeom prst="ellipse">
          <a:avLst/>
        </a:prstGeom>
      </dsp:spPr>
      <dsp:style>
        <a:lnRef idx="2">
          <a:schemeClr val="lt1"/>
        </a:lnRef>
        <a:fillRef idx="1">
          <a:schemeClr val="accent2">
            <a:hueOff val="799999"/>
            <a:satOff val="8889"/>
            <a:lumOff val="-5489"/>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(6)MPEG</a:t>
          </a:r>
          <a:r>
            <a:rPr lang="zh-CN" sz="1400" b="0" dirty="0" smtClean="0"/>
            <a:t>。</a:t>
          </a:r>
          <a:endParaRPr lang="zh-CN" sz="1400" b="0" dirty="0"/>
        </a:p>
      </dsp:txBody>
      <dsp:txXfrm>
        <a:off x="2346553" y="3247284"/>
        <a:ext cx="832536" cy="832536"/>
      </dsp:txXfrm>
    </dsp:sp>
    <dsp:sp modelId="{EE52C475-41C7-4A27-8C4B-58C60773A0B3}">
      <dsp:nvSpPr>
        <dsp:cNvPr id="16" name="右箭头 15"/>
        <dsp:cNvSpPr/>
      </dsp:nvSpPr>
      <dsp:spPr bwMode="white">
        <a:xfrm rot="14039986">
          <a:off x="2285492" y="3017909"/>
          <a:ext cx="220624" cy="280981"/>
        </a:xfrm>
        <a:prstGeom prst="rightArrow">
          <a:avLst>
            <a:gd name="adj1" fmla="val 60000"/>
            <a:gd name="adj2" fmla="val 50000"/>
          </a:avLst>
        </a:prstGeom>
      </dsp:spPr>
      <dsp:style>
        <a:lnRef idx="0">
          <a:schemeClr val="lt1"/>
        </a:lnRef>
        <a:fillRef idx="1">
          <a:schemeClr val="accent2">
            <a:hueOff val="799999"/>
            <a:satOff val="8889"/>
            <a:lumOff val="-5489"/>
            <a:alpha val="10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14039986">
        <a:off x="2285492" y="3017909"/>
        <a:ext cx="220624" cy="280981"/>
      </dsp:txXfrm>
    </dsp:sp>
    <dsp:sp modelId="{B1E94D40-B97F-4666-BB27-C9318B2CC2A2}">
      <dsp:nvSpPr>
        <dsp:cNvPr id="17" name="椭圆 16"/>
        <dsp:cNvSpPr/>
      </dsp:nvSpPr>
      <dsp:spPr bwMode="white">
        <a:xfrm>
          <a:off x="1612518" y="2236979"/>
          <a:ext cx="832536" cy="832536"/>
        </a:xfrm>
        <a:prstGeom prst="ellipse">
          <a:avLst/>
        </a:prstGeom>
      </dsp:spPr>
      <dsp:style>
        <a:lnRef idx="2">
          <a:schemeClr val="lt1"/>
        </a:lnRef>
        <a:fillRef idx="1">
          <a:schemeClr val="accent2">
            <a:hueOff val="933333"/>
            <a:satOff val="10370"/>
            <a:lumOff val="-6404"/>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(7)RMVB </a:t>
          </a:r>
          <a:r>
            <a:rPr lang="zh-CN" sz="1400" b="0" dirty="0" smtClean="0"/>
            <a:t>格式。</a:t>
          </a:r>
          <a:endParaRPr lang="zh-CN" sz="1400" b="0" dirty="0"/>
        </a:p>
      </dsp:txBody>
      <dsp:txXfrm>
        <a:off x="1612518" y="2236979"/>
        <a:ext cx="832536" cy="832536"/>
      </dsp:txXfrm>
    </dsp:sp>
    <dsp:sp modelId="{01FB6B6B-3B53-4DBC-B8D0-E39BBBBC07E8}">
      <dsp:nvSpPr>
        <dsp:cNvPr id="18" name="右箭头 17"/>
        <dsp:cNvSpPr/>
      </dsp:nvSpPr>
      <dsp:spPr bwMode="white">
        <a:xfrm rot="-5399970">
          <a:off x="1918480" y="1888353"/>
          <a:ext cx="220624" cy="280981"/>
        </a:xfrm>
        <a:prstGeom prst="rightArrow">
          <a:avLst>
            <a:gd name="adj1" fmla="val 60000"/>
            <a:gd name="adj2" fmla="val 50000"/>
          </a:avLst>
        </a:prstGeom>
      </dsp:spPr>
      <dsp:style>
        <a:lnRef idx="0">
          <a:schemeClr val="lt1"/>
        </a:lnRef>
        <a:fillRef idx="1">
          <a:schemeClr val="accent2">
            <a:hueOff val="933333"/>
            <a:satOff val="10370"/>
            <a:lumOff val="-6404"/>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5399970">
        <a:off x="1918480" y="1888353"/>
        <a:ext cx="220624" cy="280981"/>
      </dsp:txXfrm>
    </dsp:sp>
    <dsp:sp modelId="{51D95B28-CE9E-46D8-A35F-35C4D3E6EE7C}">
      <dsp:nvSpPr>
        <dsp:cNvPr id="19" name="椭圆 18"/>
        <dsp:cNvSpPr/>
      </dsp:nvSpPr>
      <dsp:spPr bwMode="white">
        <a:xfrm>
          <a:off x="1612529" y="988172"/>
          <a:ext cx="832536" cy="832536"/>
        </a:xfrm>
        <a:prstGeom prst="ellipse">
          <a:avLst/>
        </a:prstGeom>
      </dsp:spPr>
      <dsp:style>
        <a:lnRef idx="2">
          <a:schemeClr val="lt1"/>
        </a:lnRef>
        <a:fillRef idx="1">
          <a:schemeClr val="accent2">
            <a:hueOff val="1066666"/>
            <a:satOff val="11852"/>
            <a:lumOff val="-7319"/>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(8)WMV </a:t>
          </a:r>
          <a:r>
            <a:rPr lang="zh-CN" sz="1400" b="0" dirty="0" smtClean="0"/>
            <a:t>格式。</a:t>
          </a:r>
          <a:endParaRPr lang="zh-CN" sz="1400" b="0" dirty="0"/>
        </a:p>
      </dsp:txBody>
      <dsp:txXfrm>
        <a:off x="1612529" y="988172"/>
        <a:ext cx="832536" cy="832536"/>
      </dsp:txXfrm>
    </dsp:sp>
    <dsp:sp modelId="{2FFD4EC8-FFA9-42D8-AFEA-71BBBFBDCBF3}">
      <dsp:nvSpPr>
        <dsp:cNvPr id="20" name="右箭头 19"/>
        <dsp:cNvSpPr/>
      </dsp:nvSpPr>
      <dsp:spPr bwMode="white">
        <a:xfrm rot="-3203679">
          <a:off x="2290226" y="769863"/>
          <a:ext cx="211167" cy="280981"/>
        </a:xfrm>
        <a:prstGeom prst="rightArrow">
          <a:avLst>
            <a:gd name="adj1" fmla="val 60000"/>
            <a:gd name="adj2" fmla="val 50000"/>
          </a:avLst>
        </a:prstGeom>
      </dsp:spPr>
      <dsp:style>
        <a:lnRef idx="0">
          <a:schemeClr val="lt1"/>
        </a:lnRef>
        <a:fillRef idx="1">
          <a:schemeClr val="accent2">
            <a:hueOff val="1066666"/>
            <a:satOff val="11852"/>
            <a:lumOff val="-7319"/>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3203679">
        <a:off x="2290226" y="769863"/>
        <a:ext cx="211167" cy="280981"/>
      </dsp:txXfrm>
    </dsp:sp>
    <dsp:sp modelId="{016F7A67-1E7E-48D5-AA6C-1DDCE24C49D9}">
      <dsp:nvSpPr>
        <dsp:cNvPr id="21" name="椭圆 20"/>
        <dsp:cNvSpPr/>
      </dsp:nvSpPr>
      <dsp:spPr bwMode="white">
        <a:xfrm>
          <a:off x="2346553" y="0"/>
          <a:ext cx="832536" cy="832536"/>
        </a:xfrm>
        <a:prstGeom prst="ellipse">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0" dirty="0" smtClean="0"/>
            <a:t>(9)SWF </a:t>
          </a:r>
          <a:r>
            <a:rPr lang="zh-CN" sz="1400" b="0" dirty="0" smtClean="0"/>
            <a:t>格式。</a:t>
          </a:r>
          <a:endParaRPr lang="zh-CN" sz="1400" b="0" dirty="0"/>
        </a:p>
      </dsp:txBody>
      <dsp:txXfrm>
        <a:off x="2346553" y="0"/>
        <a:ext cx="832536" cy="832536"/>
      </dsp:txXfrm>
    </dsp:sp>
    <dsp:sp modelId="{BC7A56F5-F30A-4091-B62A-CBFC191E6721}">
      <dsp:nvSpPr>
        <dsp:cNvPr id="22" name="右箭头 21"/>
        <dsp:cNvSpPr/>
      </dsp:nvSpPr>
      <dsp:spPr bwMode="white">
        <a:xfrm rot="3289902">
          <a:off x="3030849" y="1118593"/>
          <a:ext cx="651630" cy="280981"/>
        </a:xfrm>
        <a:prstGeom prst="rightArrow">
          <a:avLst>
            <a:gd name="adj1" fmla="val 60000"/>
            <a:gd name="adj2" fmla="val 50000"/>
          </a:avLst>
        </a:prstGeom>
      </dsp:spPr>
      <dsp:style>
        <a:lnRef idx="0">
          <a:schemeClr val="lt1"/>
        </a:lnRef>
        <a:fillRef idx="1">
          <a:schemeClr val="accent2">
            <a:hueOff val="1200000"/>
            <a:satOff val="13333"/>
            <a:lumOff val="-8234"/>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000" b="0"/>
        </a:p>
      </dsp:txBody>
      <dsp:txXfrm rot="3289902">
        <a:off x="3030849" y="1118593"/>
        <a:ext cx="651630" cy="2809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type="round1Rect" r:blip="" rot="270">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parTxLTRAlign" val="l"/>
                  <dgm:param type="parTxRTLAlign" val="r"/>
                  <dgm:param type="txAnchorVert" val="t"/>
                </dgm:alg>
              </dgm:if>
              <dgm:else name="Name7">
                <dgm:alg type="tx"/>
              </dgm:else>
            </dgm:choose>
            <dgm:shape xmlns:r="http://schemas.openxmlformats.org/officeDocument/2006/relationships" type="rect" r:blip="" rot="270"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parTxLTRAlign" val="l"/>
                  <dgm:param type="parTxRTLAlign" val="r"/>
                  <dgm:param type="txAnchorVert" val="t"/>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type="round1Rect" r:blip="" rot="180">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parTxLTRAlign" val="l"/>
                  <dgm:param type="parTxRTLAlign" val="r"/>
                  <dgm:param type="txAnchorVert" val="t"/>
                </dgm:alg>
              </dgm:if>
              <dgm:else name="Name25">
                <dgm:alg type="tx"/>
              </dgm:else>
            </dgm:choose>
            <dgm:shape xmlns:r="http://schemas.openxmlformats.org/officeDocument/2006/relationships" type="rect" r:blip="" rot="180"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type="round1Rect" r:blip="" rot="90">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parTxLTRAlign" val="l"/>
                  <dgm:param type="parTxRTLAlign" val="r"/>
                  <dgm:param type="txAnchorVert" val="t"/>
                </dgm:alg>
              </dgm:if>
              <dgm:else name="Name34">
                <dgm:alg type="tx"/>
              </dgm:else>
            </dgm:choose>
            <dgm:shape xmlns:r="http://schemas.openxmlformats.org/officeDocument/2006/relationships" type="rect" r:blip="" rot="90"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stBulletLvl" val="1"/>
                <dgm:param type="txAnchorVertCh" val="mid"/>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srcNode" val="connSite"/>
              <dgm:param type="dstNode" val="parentNode"/>
              <dgm:param type="dim" val="1D"/>
              <dgm:param type="endSty" val="noArr"/>
              <dgm:param type="begPts" val="auto"/>
              <dgm:param type="endPts" val="auto"/>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2.xml"/><Relationship Id="rId7" Type="http://schemas.openxmlformats.org/officeDocument/2006/relationships/diagramColors" Target="../diagrams/colors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3.xml"/><Relationship Id="rId7" Type="http://schemas.openxmlformats.org/officeDocument/2006/relationships/diagramColors" Target="../diagrams/colors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4.xml"/><Relationship Id="rId7" Type="http://schemas.openxmlformats.org/officeDocument/2006/relationships/diagramColors" Target="../diagrams/colors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5.xml"/><Relationship Id="rId7" Type="http://schemas.openxmlformats.org/officeDocument/2006/relationships/diagramColors" Target="../diagrams/colors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6.xml"/><Relationship Id="rId7" Type="http://schemas.openxmlformats.org/officeDocument/2006/relationships/diagramColors" Target="../diagrams/colors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7.xml"/><Relationship Id="rId7" Type="http://schemas.openxmlformats.org/officeDocument/2006/relationships/diagramColors" Target="../diagrams/colors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8.xml"/><Relationship Id="rId7" Type="http://schemas.openxmlformats.org/officeDocument/2006/relationships/diagramColors" Target="../diagrams/colors8.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9.xml"/><Relationship Id="rId7" Type="http://schemas.openxmlformats.org/officeDocument/2006/relationships/diagramColors" Target="../diagrams/colors9.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19103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8" name="9A0.EPS" descr="id:2147498088;FounderCES"/>
          <p:cNvPicPr/>
          <p:nvPr/>
        </p:nvPicPr>
        <p:blipFill>
          <a:blip r:embed="rId2"/>
          <a:stretch>
            <a:fillRect/>
          </a:stretch>
        </p:blipFill>
        <p:spPr>
          <a:xfrm>
            <a:off x="2952728" y="1857364"/>
            <a:ext cx="5929354" cy="3429024"/>
          </a:xfrm>
          <a:prstGeom prst="rect">
            <a:avLst/>
          </a:prstGeom>
        </p:spPr>
      </p:pic>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4" cstate="print"/>
          <a:srcRect/>
          <a:stretch>
            <a:fillRect/>
          </a:stretch>
        </p:blipFill>
        <p:spPr bwMode="auto">
          <a:xfrm>
            <a:off x="1524000" y="0"/>
            <a:ext cx="180975" cy="104775"/>
          </a:xfrm>
          <a:prstGeom prst="rect">
            <a:avLst/>
          </a:prstGeom>
          <a:noFill/>
        </p:spPr>
      </p:pic>
      <p:pic>
        <p:nvPicPr>
          <p:cNvPr id="7" name="知识导论.EPS" descr="id:2147498081;FounderCES"/>
          <p:cNvPicPr/>
          <p:nvPr/>
        </p:nvPicPr>
        <p:blipFill>
          <a:blip r:embed="rId5"/>
          <a:stretch>
            <a:fillRect/>
          </a:stretch>
        </p:blipFill>
        <p:spPr>
          <a:xfrm>
            <a:off x="2238348" y="2071678"/>
            <a:ext cx="1643074" cy="5715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pPr>
            <a:r>
              <a:rPr lang="en-US" dirty="0" smtClean="0"/>
              <a:t>9.1</a:t>
            </a:r>
            <a:r>
              <a:rPr lang="zh-CN" altLang="en-US" dirty="0" smtClean="0"/>
              <a:t>　计算机多媒体技术概述</a:t>
            </a:r>
            <a:endParaRPr lang="en-US" altLang="zh-CN" dirty="0" smtClean="0"/>
          </a:p>
          <a:p>
            <a:pPr>
              <a:lnSpc>
                <a:spcPct val="200000"/>
              </a:lnSpc>
            </a:pPr>
            <a:endParaRPr lang="zh-CN" altLang="en-US" sz="2000" dirty="0" smtClean="0"/>
          </a:p>
          <a:p>
            <a:pPr>
              <a:lnSpc>
                <a:spcPct val="200000"/>
              </a:lnSpc>
              <a:buNone/>
            </a:pPr>
            <a:r>
              <a:rPr lang="en-US" sz="2000" dirty="0" smtClean="0"/>
              <a:t>※ </a:t>
            </a:r>
            <a:r>
              <a:rPr lang="zh-CN" altLang="en-US" sz="2000" dirty="0" smtClean="0"/>
              <a:t>了解计算机多媒体技术的概念以及在网络教育中的作用</a:t>
            </a:r>
            <a:r>
              <a:rPr lang="en-US" sz="2000" dirty="0" smtClean="0"/>
              <a:t>;</a:t>
            </a:r>
            <a:endParaRPr lang="zh-CN" altLang="en-US" sz="2000" dirty="0" smtClean="0"/>
          </a:p>
          <a:p>
            <a:pPr>
              <a:lnSpc>
                <a:spcPct val="200000"/>
              </a:lnSpc>
              <a:buNone/>
            </a:pPr>
            <a:r>
              <a:rPr lang="en-US" sz="2000" dirty="0" smtClean="0"/>
              <a:t>※ </a:t>
            </a:r>
            <a:r>
              <a:rPr lang="zh-CN" altLang="en-US" sz="2000" dirty="0" smtClean="0"/>
              <a:t>了解多媒体计算机系统的基本构成和多媒体设备的种类。</a:t>
            </a:r>
            <a:endParaRPr lang="zh-CN" altLang="en-US" sz="2000" dirty="0"/>
          </a:p>
        </p:txBody>
      </p:sp>
      <p:pic>
        <p:nvPicPr>
          <p:cNvPr id="6" name="学习目标.EPS" descr="id:2147498103;FounderCES"/>
          <p:cNvPicPr/>
          <p:nvPr/>
        </p:nvPicPr>
        <p:blipFill>
          <a:blip r:embed="rId4"/>
          <a:stretch>
            <a:fillRect/>
          </a:stretch>
        </p:blipFill>
        <p:spPr>
          <a:xfrm>
            <a:off x="2381224" y="2500306"/>
            <a:ext cx="1714512" cy="5000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9.1.1</a:t>
            </a:r>
            <a:r>
              <a:rPr lang="zh-CN" altLang="en-US" sz="2000" dirty="0" smtClean="0"/>
              <a:t>　计算机多媒体技术及应用</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多媒体的概念</a:t>
            </a:r>
            <a:endParaRPr lang="zh-CN" altLang="en-US" sz="2000" dirty="0" smtClean="0"/>
          </a:p>
          <a:p>
            <a:pPr>
              <a:lnSpc>
                <a:spcPct val="150000"/>
              </a:lnSpc>
              <a:buNone/>
            </a:pPr>
            <a:r>
              <a:rPr lang="en-US" sz="2000" dirty="0" smtClean="0"/>
              <a:t>(1)</a:t>
            </a:r>
            <a:r>
              <a:rPr lang="zh-CN" altLang="en-US" sz="2000" dirty="0" smtClean="0"/>
              <a:t>感觉媒体。   </a:t>
            </a:r>
            <a:r>
              <a:rPr lang="en-US" sz="2000" dirty="0" smtClean="0"/>
              <a:t>(2)</a:t>
            </a:r>
            <a:r>
              <a:rPr lang="zh-CN" altLang="en-US" sz="2000" dirty="0" smtClean="0"/>
              <a:t>表示媒体。   </a:t>
            </a:r>
            <a:r>
              <a:rPr lang="en-US" sz="2000" dirty="0" smtClean="0"/>
              <a:t>(3)</a:t>
            </a:r>
            <a:r>
              <a:rPr lang="zh-CN" altLang="en-US" sz="2000" dirty="0" smtClean="0"/>
              <a:t>存储媒体。</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计算机多媒体技术 </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多媒体技术的应用</a:t>
            </a:r>
            <a:endParaRPr lang="zh-CN" altLang="en-US" sz="2000" dirty="0" smtClean="0"/>
          </a:p>
          <a:p>
            <a:pPr>
              <a:lnSpc>
                <a:spcPct val="150000"/>
              </a:lnSpc>
              <a:buNone/>
            </a:pPr>
            <a:r>
              <a:rPr lang="en-US" sz="2000" dirty="0" smtClean="0"/>
              <a:t>(1)</a:t>
            </a:r>
            <a:r>
              <a:rPr lang="zh-CN" altLang="en-US" sz="2000" dirty="0" smtClean="0"/>
              <a:t>教育培训领域。   </a:t>
            </a:r>
            <a:r>
              <a:rPr lang="en-US" sz="2000" dirty="0" smtClean="0"/>
              <a:t>(2)</a:t>
            </a:r>
            <a:r>
              <a:rPr lang="zh-CN" altLang="en-US" sz="2000" dirty="0" smtClean="0"/>
              <a:t>电子出版领域。</a:t>
            </a:r>
            <a:endParaRPr lang="zh-CN" altLang="en-US" sz="2000" dirty="0" smtClean="0"/>
          </a:p>
          <a:p>
            <a:pPr>
              <a:lnSpc>
                <a:spcPct val="150000"/>
              </a:lnSpc>
              <a:buNone/>
            </a:pPr>
            <a:r>
              <a:rPr lang="en-US" sz="2000" dirty="0" smtClean="0"/>
              <a:t>(3)</a:t>
            </a:r>
            <a:r>
              <a:rPr lang="zh-CN" altLang="en-US" sz="2000" dirty="0" smtClean="0"/>
              <a:t>娱乐领域。   </a:t>
            </a:r>
            <a:r>
              <a:rPr lang="en-US" sz="2000" dirty="0" smtClean="0"/>
              <a:t>(4)</a:t>
            </a:r>
            <a:r>
              <a:rPr lang="zh-CN" altLang="en-US" sz="2000" dirty="0" smtClean="0"/>
              <a:t>咨询服务领域。</a:t>
            </a:r>
            <a:endParaRPr lang="zh-CN" altLang="en-US" sz="2000" dirty="0" smtClean="0"/>
          </a:p>
          <a:p>
            <a:pPr>
              <a:lnSpc>
                <a:spcPct val="150000"/>
              </a:lnSpc>
              <a:buNone/>
            </a:pPr>
            <a:r>
              <a:rPr lang="en-US" sz="2000" dirty="0" smtClean="0"/>
              <a:t>(5)</a:t>
            </a:r>
            <a:r>
              <a:rPr lang="zh-CN" altLang="en-US" sz="2000" dirty="0" smtClean="0"/>
              <a:t>多媒体网络通信领域。</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9.1.2</a:t>
            </a:r>
            <a:r>
              <a:rPr lang="zh-CN" altLang="en-US" sz="2000" dirty="0" smtClean="0"/>
              <a:t>　多媒体计算机系统</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多媒体计算机系统的组成 </a:t>
            </a:r>
            <a:endParaRPr lang="zh-CN" altLang="en-US" sz="2000" dirty="0" smtClean="0"/>
          </a:p>
          <a:p>
            <a:pPr>
              <a:lnSpc>
                <a:spcPct val="150000"/>
              </a:lnSpc>
              <a:buNone/>
            </a:pPr>
            <a:r>
              <a:rPr lang="zh-CN" altLang="en-US" sz="2000" dirty="0" smtClean="0"/>
              <a:t>       多媒体计算机系统对基本计算机系统的软、硬件功能进行扩展。如表</a:t>
            </a:r>
            <a:r>
              <a:rPr lang="en-US" sz="2000" dirty="0" smtClean="0"/>
              <a:t>9—1</a:t>
            </a:r>
            <a:r>
              <a:rPr lang="zh-CN" altLang="en-US" sz="2000" dirty="0" smtClean="0"/>
              <a:t>所示为多媒体计算机系统的层次结构</a:t>
            </a:r>
            <a:r>
              <a:rPr lang="en-US" sz="2000" dirty="0" smtClean="0"/>
              <a:t>,</a:t>
            </a:r>
            <a:r>
              <a:rPr lang="zh-CN" altLang="en-US" sz="2000" dirty="0" smtClean="0"/>
              <a:t>一个完整的多媒体计算机系统包括五个层次。</a:t>
            </a:r>
            <a:endParaRPr lang="zh-CN" altLang="en-US" sz="2000" dirty="0"/>
          </a:p>
        </p:txBody>
      </p:sp>
      <p:graphicFrame>
        <p:nvGraphicFramePr>
          <p:cNvPr id="6" name="表格 5"/>
          <p:cNvGraphicFramePr>
            <a:graphicFrameLocks noGrp="1"/>
          </p:cNvGraphicFramePr>
          <p:nvPr/>
        </p:nvGraphicFramePr>
        <p:xfrm>
          <a:off x="2809852" y="4451372"/>
          <a:ext cx="5715000" cy="2125980"/>
        </p:xfrm>
        <a:graphic>
          <a:graphicData uri="http://schemas.openxmlformats.org/drawingml/2006/table">
            <a:tbl>
              <a:tblPr>
                <a:tableStyleId>{3C2FFA5D-87B4-456A-9821-1D502468CF0F}</a:tableStyleId>
              </a:tblPr>
              <a:tblGrid>
                <a:gridCol w="5715000"/>
              </a:tblGrid>
              <a:tr h="408940">
                <a:tc>
                  <a:txBody>
                    <a:bodyPr/>
                    <a:lstStyle/>
                    <a:p>
                      <a:pPr algn="ctr">
                        <a:lnSpc>
                          <a:spcPts val="1610"/>
                        </a:lnSpc>
                        <a:spcAft>
                          <a:spcPts val="0"/>
                        </a:spcAft>
                      </a:pPr>
                      <a:r>
                        <a:rPr lang="zh-CN" sz="1400" kern="100" dirty="0"/>
                        <a:t>应用系统</a:t>
                      </a:r>
                      <a:endParaRPr lang="zh-CN" sz="1800" kern="100" dirty="0"/>
                    </a:p>
                    <a:p>
                      <a:pPr algn="ctr">
                        <a:lnSpc>
                          <a:spcPts val="1610"/>
                        </a:lnSpc>
                        <a:spcAft>
                          <a:spcPts val="0"/>
                        </a:spcAft>
                      </a:pPr>
                      <a:r>
                        <a:rPr lang="zh-CN" sz="1400" kern="100" dirty="0"/>
                        <a:t>多媒体应用作品</a:t>
                      </a:r>
                      <a:r>
                        <a:rPr lang="en-US" sz="1400" kern="100" dirty="0"/>
                        <a:t>,</a:t>
                      </a:r>
                      <a:r>
                        <a:rPr lang="zh-CN" sz="1400" kern="100" dirty="0"/>
                        <a:t>如</a:t>
                      </a:r>
                      <a:r>
                        <a:rPr lang="en-US" sz="1400" kern="100" dirty="0"/>
                        <a:t>:</a:t>
                      </a:r>
                      <a:r>
                        <a:rPr lang="zh-CN" sz="1400" kern="100" dirty="0"/>
                        <a:t>游戏、数字电影、教育课件等</a:t>
                      </a:r>
                      <a:endParaRPr lang="zh-CN" sz="1800" kern="100" dirty="0">
                        <a:solidFill>
                          <a:srgbClr val="000000"/>
                        </a:solidFill>
                        <a:latin typeface="NEU-BZ"/>
                        <a:ea typeface="方正书宋_GBK"/>
                        <a:cs typeface="Times New Roman" panose="02020603050405020304"/>
                      </a:endParaRPr>
                    </a:p>
                  </a:txBody>
                  <a:tcPr marL="0" marR="0" marT="0" marB="0" anchor="ctr"/>
                </a:tc>
              </a:tr>
              <a:tr h="408940">
                <a:tc>
                  <a:txBody>
                    <a:bodyPr/>
                    <a:lstStyle/>
                    <a:p>
                      <a:pPr algn="ctr">
                        <a:lnSpc>
                          <a:spcPts val="1610"/>
                        </a:lnSpc>
                        <a:spcAft>
                          <a:spcPts val="0"/>
                        </a:spcAft>
                      </a:pPr>
                      <a:r>
                        <a:rPr lang="zh-CN" sz="1400" kern="100" dirty="0"/>
                        <a:t>制作工具</a:t>
                      </a:r>
                      <a:endParaRPr lang="zh-CN" sz="1800" kern="100" dirty="0"/>
                    </a:p>
                    <a:p>
                      <a:pPr algn="ctr">
                        <a:lnSpc>
                          <a:spcPts val="1610"/>
                        </a:lnSpc>
                        <a:spcAft>
                          <a:spcPts val="0"/>
                        </a:spcAft>
                      </a:pPr>
                      <a:r>
                        <a:rPr lang="zh-CN" sz="1400" kern="100" dirty="0"/>
                        <a:t>图形处理、图像处理、音频处理、视频处理软件等</a:t>
                      </a:r>
                      <a:endParaRPr lang="zh-CN" sz="1800" kern="100" dirty="0">
                        <a:solidFill>
                          <a:srgbClr val="000000"/>
                        </a:solidFill>
                        <a:latin typeface="NEU-BZ"/>
                        <a:ea typeface="方正书宋_GBK"/>
                        <a:cs typeface="Times New Roman" panose="02020603050405020304"/>
                      </a:endParaRPr>
                    </a:p>
                  </a:txBody>
                  <a:tcPr marL="0" marR="0" marT="0" marB="0" anchor="ctr"/>
                </a:tc>
              </a:tr>
              <a:tr h="408940">
                <a:tc>
                  <a:txBody>
                    <a:bodyPr/>
                    <a:lstStyle/>
                    <a:p>
                      <a:pPr algn="ctr">
                        <a:lnSpc>
                          <a:spcPts val="1610"/>
                        </a:lnSpc>
                        <a:spcAft>
                          <a:spcPts val="0"/>
                        </a:spcAft>
                      </a:pPr>
                      <a:r>
                        <a:rPr lang="zh-CN" sz="1400" kern="100"/>
                        <a:t>接口层</a:t>
                      </a:r>
                      <a:endParaRPr lang="zh-CN" sz="1800" kern="100"/>
                    </a:p>
                    <a:p>
                      <a:pPr algn="ctr">
                        <a:lnSpc>
                          <a:spcPts val="1610"/>
                        </a:lnSpc>
                        <a:spcAft>
                          <a:spcPts val="0"/>
                        </a:spcAft>
                      </a:pPr>
                      <a:r>
                        <a:rPr lang="zh-CN" sz="1400" kern="100"/>
                        <a:t>多媒体应用程序接口</a:t>
                      </a:r>
                      <a:endParaRPr lang="zh-CN" sz="1800" kern="100">
                        <a:solidFill>
                          <a:srgbClr val="000000"/>
                        </a:solidFill>
                        <a:latin typeface="NEU-BZ"/>
                        <a:ea typeface="方正书宋_GBK"/>
                        <a:cs typeface="Times New Roman" panose="02020603050405020304"/>
                      </a:endParaRPr>
                    </a:p>
                  </a:txBody>
                  <a:tcPr marL="0" marR="0" marT="0" marB="0" anchor="ctr"/>
                </a:tc>
              </a:tr>
              <a:tr h="408940">
                <a:tc>
                  <a:txBody>
                    <a:bodyPr/>
                    <a:lstStyle/>
                    <a:p>
                      <a:pPr algn="ctr">
                        <a:lnSpc>
                          <a:spcPts val="1610"/>
                        </a:lnSpc>
                        <a:spcAft>
                          <a:spcPts val="0"/>
                        </a:spcAft>
                      </a:pPr>
                      <a:r>
                        <a:rPr lang="zh-CN" sz="1400" kern="100"/>
                        <a:t>软件系统</a:t>
                      </a:r>
                      <a:endParaRPr lang="zh-CN" sz="1800" kern="100"/>
                    </a:p>
                    <a:p>
                      <a:pPr algn="ctr">
                        <a:lnSpc>
                          <a:spcPts val="1610"/>
                        </a:lnSpc>
                        <a:spcAft>
                          <a:spcPts val="0"/>
                        </a:spcAft>
                      </a:pPr>
                      <a:r>
                        <a:rPr lang="zh-CN" sz="1400" kern="100"/>
                        <a:t>多媒体文件系统、多媒体操作系统、多媒体通信系统等</a:t>
                      </a:r>
                      <a:endParaRPr lang="zh-CN" sz="1800" kern="100">
                        <a:solidFill>
                          <a:srgbClr val="000000"/>
                        </a:solidFill>
                        <a:latin typeface="NEU-BZ"/>
                        <a:ea typeface="方正书宋_GBK"/>
                        <a:cs typeface="Times New Roman" panose="02020603050405020304"/>
                      </a:endParaRPr>
                    </a:p>
                  </a:txBody>
                  <a:tcPr marL="0" marR="0" marT="0" marB="0" anchor="ctr"/>
                </a:tc>
              </a:tr>
              <a:tr h="490220">
                <a:tc>
                  <a:txBody>
                    <a:bodyPr/>
                    <a:lstStyle/>
                    <a:p>
                      <a:pPr algn="ctr">
                        <a:lnSpc>
                          <a:spcPts val="1610"/>
                        </a:lnSpc>
                        <a:spcAft>
                          <a:spcPts val="0"/>
                        </a:spcAft>
                      </a:pPr>
                      <a:r>
                        <a:rPr lang="zh-CN" sz="1400" kern="100" dirty="0"/>
                        <a:t>硬件系统</a:t>
                      </a:r>
                      <a:endParaRPr lang="zh-CN" sz="1800" kern="100" dirty="0"/>
                    </a:p>
                    <a:p>
                      <a:pPr algn="ctr">
                        <a:lnSpc>
                          <a:spcPts val="2250"/>
                        </a:lnSpc>
                        <a:spcAft>
                          <a:spcPts val="0"/>
                        </a:spcAft>
                      </a:pPr>
                      <a:r>
                        <a:rPr lang="zh-CN" sz="1400" kern="100" dirty="0"/>
                        <a:t>多媒体存储、</a:t>
                      </a:r>
                      <a:r>
                        <a:rPr lang="en-US" sz="1400" kern="100" dirty="0"/>
                        <a:t>CPU</a:t>
                      </a:r>
                      <a:r>
                        <a:rPr lang="zh-CN" sz="1400" kern="100" dirty="0"/>
                        <a:t>、图像、图形、视频、音频设备</a:t>
                      </a:r>
                      <a:endParaRPr lang="zh-CN" sz="1800" kern="100" dirty="0">
                        <a:solidFill>
                          <a:srgbClr val="000000"/>
                        </a:solidFill>
                        <a:latin typeface="NEU-BZ"/>
                        <a:ea typeface="方正书宋_GBK"/>
                        <a:cs typeface="Times New Roman" panose="02020603050405020304"/>
                      </a:endParaRPr>
                    </a:p>
                  </a:txBody>
                  <a:tcPr marL="0" marR="0" marT="0" marB="0" anchor="ctr"/>
                </a:tc>
              </a:tr>
            </a:tbl>
          </a:graphicData>
        </a:graphic>
      </p:graphicFrame>
      <p:sp>
        <p:nvSpPr>
          <p:cNvPr id="7" name="矩形 6"/>
          <p:cNvSpPr/>
          <p:nvPr/>
        </p:nvSpPr>
        <p:spPr>
          <a:xfrm>
            <a:off x="2809852" y="4121355"/>
            <a:ext cx="3013075" cy="306705"/>
          </a:xfrm>
          <a:prstGeom prst="rect">
            <a:avLst/>
          </a:prstGeom>
        </p:spPr>
        <p:txBody>
          <a:bodyPr wrap="none">
            <a:spAutoFit/>
          </a:bodyPr>
          <a:lstStyle/>
          <a:p>
            <a:r>
              <a:rPr lang="zh-CN" altLang="en-US" sz="1400" dirty="0" smtClean="0"/>
              <a:t>表</a:t>
            </a:r>
            <a:r>
              <a:rPr lang="en-US" sz="1400" dirty="0" smtClean="0"/>
              <a:t>9—1</a:t>
            </a:r>
            <a:r>
              <a:rPr lang="zh-CN" altLang="en-US" sz="1400" dirty="0" smtClean="0"/>
              <a:t>多媒体计算机系统的层次结构</a:t>
            </a:r>
            <a:endParaRPr lang="zh-CN"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多媒体硬件</a:t>
            </a:r>
            <a:endParaRPr lang="zh-CN" altLang="en-US" sz="2000" dirty="0" smtClean="0"/>
          </a:p>
          <a:p>
            <a:pPr>
              <a:lnSpc>
                <a:spcPct val="150000"/>
              </a:lnSpc>
              <a:buNone/>
            </a:pPr>
            <a:r>
              <a:rPr lang="zh-CN" altLang="en-US" sz="2000" dirty="0" smtClean="0"/>
              <a:t>      多媒体硬件除了普通计算机硬件外</a:t>
            </a:r>
            <a:r>
              <a:rPr lang="en-US" sz="2000" dirty="0" smtClean="0"/>
              <a:t>,</a:t>
            </a:r>
            <a:r>
              <a:rPr lang="zh-CN" altLang="en-US" sz="2000" dirty="0" smtClean="0"/>
              <a:t>还包括音频、视频处理设备</a:t>
            </a:r>
            <a:r>
              <a:rPr lang="en-US" sz="2000" dirty="0" smtClean="0"/>
              <a:t>,</a:t>
            </a:r>
            <a:r>
              <a:rPr lang="zh-CN" altLang="en-US" sz="2000" dirty="0" smtClean="0"/>
              <a:t>例如</a:t>
            </a:r>
            <a:r>
              <a:rPr lang="en-US" sz="2000" dirty="0" smtClean="0"/>
              <a:t>,</a:t>
            </a:r>
            <a:r>
              <a:rPr lang="zh-CN" altLang="en-US" sz="2000" dirty="0" smtClean="0"/>
              <a:t>声卡、视频压缩卡、视频播放卡、话筒、音箱、刻录机、触摸屏等</a:t>
            </a:r>
            <a:r>
              <a:rPr lang="en-US" sz="2000" dirty="0" smtClean="0"/>
              <a:t>,</a:t>
            </a:r>
            <a:r>
              <a:rPr lang="zh-CN" altLang="en-US" sz="2000" dirty="0" smtClean="0"/>
              <a:t>其中最重要的是根据多媒体技术标准研制生产的多媒体信息处理芯片、板卡和外围设备等。</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多媒体软件</a:t>
            </a:r>
            <a:endParaRPr lang="zh-CN" altLang="en-US" sz="2000" dirty="0" smtClean="0"/>
          </a:p>
          <a:p>
            <a:pPr>
              <a:lnSpc>
                <a:spcPct val="150000"/>
              </a:lnSpc>
              <a:buNone/>
            </a:pPr>
            <a:r>
              <a:rPr lang="en-US" sz="2000" dirty="0" smtClean="0"/>
              <a:t>(1)</a:t>
            </a:r>
            <a:r>
              <a:rPr lang="zh-CN" altLang="en-US" sz="2000" dirty="0" smtClean="0"/>
              <a:t>多媒体制作软件。    </a:t>
            </a:r>
            <a:r>
              <a:rPr lang="en-US" sz="2000" dirty="0" smtClean="0"/>
              <a:t>(2)</a:t>
            </a:r>
            <a:r>
              <a:rPr lang="zh-CN" altLang="en-US" sz="2000" dirty="0" smtClean="0"/>
              <a:t>多媒体播放软件。</a:t>
            </a:r>
            <a:endParaRPr lang="zh-CN" altLang="en-US" sz="2000" dirty="0" smtClean="0"/>
          </a:p>
          <a:p>
            <a:pPr>
              <a:lnSpc>
                <a:spcPct val="150000"/>
              </a:lnSpc>
              <a:buFont typeface="Wingdings" panose="05000000000000000000" pitchFamily="2" charset="2"/>
              <a:buChar char="Ø"/>
            </a:pPr>
            <a:r>
              <a:rPr lang="en-US" sz="2000" dirty="0" smtClean="0"/>
              <a:t>4.</a:t>
            </a:r>
            <a:r>
              <a:rPr lang="zh-CN" altLang="en-US" sz="2000" dirty="0" smtClean="0"/>
              <a:t>多媒体设备与接口</a:t>
            </a:r>
            <a:endParaRPr lang="zh-CN" altLang="en-US" sz="2000" dirty="0" smtClean="0"/>
          </a:p>
          <a:p>
            <a:pPr>
              <a:lnSpc>
                <a:spcPct val="150000"/>
              </a:lnSpc>
              <a:buNone/>
            </a:pPr>
            <a:r>
              <a:rPr lang="en-US" sz="2000" dirty="0" smtClean="0"/>
              <a:t>(1)</a:t>
            </a:r>
            <a:r>
              <a:rPr lang="zh-CN" altLang="en-US" sz="2000" dirty="0" smtClean="0"/>
              <a:t>音频设备及接口。</a:t>
            </a:r>
            <a:r>
              <a:rPr lang="en-US" sz="2000" dirty="0" smtClean="0"/>
              <a:t>(2)</a:t>
            </a:r>
            <a:r>
              <a:rPr lang="zh-CN" altLang="en-US" sz="2000" dirty="0" smtClean="0"/>
              <a:t>数字图像设备及接口。</a:t>
            </a:r>
            <a:r>
              <a:rPr lang="en-US" sz="2000" dirty="0" smtClean="0"/>
              <a:t>(3)</a:t>
            </a:r>
            <a:r>
              <a:rPr lang="zh-CN" altLang="en-US" sz="2000" dirty="0" smtClean="0"/>
              <a:t>视频设备及接口。</a:t>
            </a:r>
            <a:endParaRPr lang="zh-CN" alt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9.2</a:t>
            </a:r>
            <a:r>
              <a:rPr lang="zh-CN" altLang="en-US" dirty="0" smtClean="0"/>
              <a:t>　常用多媒体工具及数码设备</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dirty="0" smtClean="0"/>
              <a:t>※ </a:t>
            </a:r>
            <a:r>
              <a:rPr lang="zh-CN" altLang="en-US" dirty="0" smtClean="0"/>
              <a:t>掌握</a:t>
            </a:r>
            <a:r>
              <a:rPr lang="en-US" dirty="0" smtClean="0"/>
              <a:t>Windows</a:t>
            </a:r>
            <a:r>
              <a:rPr lang="zh-CN" altLang="en-US" dirty="0" smtClean="0"/>
              <a:t>画图工具的基本操作</a:t>
            </a:r>
            <a:r>
              <a:rPr lang="en-US" dirty="0" smtClean="0"/>
              <a:t>;</a:t>
            </a:r>
            <a:endParaRPr lang="zh-CN" altLang="en-US" dirty="0" smtClean="0"/>
          </a:p>
          <a:p>
            <a:pPr>
              <a:lnSpc>
                <a:spcPct val="150000"/>
              </a:lnSpc>
              <a:buNone/>
            </a:pPr>
            <a:r>
              <a:rPr lang="en-US" dirty="0" smtClean="0"/>
              <a:t>※ </a:t>
            </a:r>
            <a:r>
              <a:rPr lang="zh-CN" altLang="en-US" dirty="0" smtClean="0"/>
              <a:t>掌握</a:t>
            </a:r>
            <a:r>
              <a:rPr lang="en-US" dirty="0" smtClean="0"/>
              <a:t>Windows</a:t>
            </a:r>
            <a:r>
              <a:rPr lang="zh-CN" altLang="en-US" dirty="0" smtClean="0"/>
              <a:t>音频工具的基本操作</a:t>
            </a:r>
            <a:r>
              <a:rPr lang="en-US" dirty="0" smtClean="0"/>
              <a:t>;</a:t>
            </a:r>
            <a:endParaRPr lang="zh-CN" altLang="en-US" dirty="0" smtClean="0"/>
          </a:p>
          <a:p>
            <a:pPr>
              <a:lnSpc>
                <a:spcPct val="150000"/>
              </a:lnSpc>
              <a:buNone/>
            </a:pPr>
            <a:r>
              <a:rPr lang="en-US" dirty="0" smtClean="0"/>
              <a:t>※ </a:t>
            </a:r>
            <a:r>
              <a:rPr lang="zh-CN" altLang="en-US" dirty="0" smtClean="0"/>
              <a:t>掌握</a:t>
            </a:r>
            <a:r>
              <a:rPr lang="en-US" dirty="0" smtClean="0"/>
              <a:t>Windows </a:t>
            </a:r>
            <a:r>
              <a:rPr lang="zh-CN" altLang="en-US" dirty="0" smtClean="0"/>
              <a:t>视频工具的基本操作。</a:t>
            </a:r>
            <a:endParaRPr lang="zh-CN" altLang="en-US" dirty="0"/>
          </a:p>
        </p:txBody>
      </p:sp>
      <p:pic>
        <p:nvPicPr>
          <p:cNvPr id="6" name="学习目标.EPS" descr="id:2147498198;FounderCES"/>
          <p:cNvPicPr/>
          <p:nvPr/>
        </p:nvPicPr>
        <p:blipFill>
          <a:blip r:embed="rId4"/>
          <a:stretch>
            <a:fillRect/>
          </a:stretch>
        </p:blipFill>
        <p:spPr>
          <a:xfrm>
            <a:off x="2238348" y="2428868"/>
            <a:ext cx="1928826" cy="5715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9.2.1</a:t>
            </a:r>
            <a:r>
              <a:rPr lang="zh-CN" altLang="en-US" sz="2000" dirty="0" smtClean="0"/>
              <a:t>　</a:t>
            </a:r>
            <a:r>
              <a:rPr lang="en-US" sz="2000" dirty="0" smtClean="0"/>
              <a:t>Windows</a:t>
            </a:r>
            <a:r>
              <a:rPr lang="zh-CN" altLang="en-US" sz="2000" dirty="0" smtClean="0"/>
              <a:t>画图工具</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画图工具窗口</a:t>
            </a:r>
            <a:endParaRPr lang="zh-CN" altLang="en-US" sz="2000" dirty="0"/>
          </a:p>
        </p:txBody>
      </p:sp>
      <p:pic>
        <p:nvPicPr>
          <p:cNvPr id="6" name="9a2.jpg" descr="id:2147498221;FounderCES"/>
          <p:cNvPicPr/>
          <p:nvPr/>
        </p:nvPicPr>
        <p:blipFill>
          <a:blip r:embed="rId4" cstate="print"/>
          <a:stretch>
            <a:fillRect/>
          </a:stretch>
        </p:blipFill>
        <p:spPr>
          <a:xfrm>
            <a:off x="3809984" y="2786058"/>
            <a:ext cx="3857652" cy="2857520"/>
          </a:xfrm>
          <a:prstGeom prst="rect">
            <a:avLst/>
          </a:prstGeom>
        </p:spPr>
      </p:pic>
      <p:sp>
        <p:nvSpPr>
          <p:cNvPr id="7" name="矩形 6"/>
          <p:cNvSpPr/>
          <p:nvPr/>
        </p:nvSpPr>
        <p:spPr>
          <a:xfrm>
            <a:off x="5024430" y="6000768"/>
            <a:ext cx="1385570" cy="337185"/>
          </a:xfrm>
          <a:prstGeom prst="rect">
            <a:avLst/>
          </a:prstGeom>
        </p:spPr>
        <p:txBody>
          <a:bodyPr wrap="none">
            <a:spAutoFit/>
          </a:bodyPr>
          <a:lstStyle/>
          <a:p>
            <a:r>
              <a:rPr lang="zh-CN" altLang="en-US" sz="1600" dirty="0" smtClean="0"/>
              <a:t>图</a:t>
            </a:r>
            <a:r>
              <a:rPr lang="en-US" sz="1600" dirty="0" smtClean="0"/>
              <a:t>9—1</a:t>
            </a:r>
            <a:r>
              <a:rPr lang="zh-CN" altLang="en-US" sz="1600" dirty="0" smtClean="0"/>
              <a:t>　画图</a:t>
            </a:r>
            <a:endParaRPr lang="zh-CN"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8" name="内容占位符 7"/>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0" name="组合 9"/>
          <p:cNvGrpSpPr/>
          <p:nvPr/>
        </p:nvGrpSpPr>
        <p:grpSpPr>
          <a:xfrm>
            <a:off x="2666976" y="4614728"/>
            <a:ext cx="1780505" cy="885974"/>
            <a:chOff x="5301386" y="860552"/>
            <a:chExt cx="1780505" cy="1878164"/>
          </a:xfrm>
        </p:grpSpPr>
        <p:sp>
          <p:nvSpPr>
            <p:cNvPr id="23" name="矩形 22"/>
            <p:cNvSpPr/>
            <p:nvPr/>
          </p:nvSpPr>
          <p:spPr>
            <a:xfrm>
              <a:off x="5301386" y="860552"/>
              <a:ext cx="1780505" cy="1120962"/>
            </a:xfrm>
            <a:prstGeom prst="rect">
              <a:avLst/>
            </a:pr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矩形 23"/>
            <p:cNvSpPr/>
            <p:nvPr/>
          </p:nvSpPr>
          <p:spPr>
            <a:xfrm>
              <a:off x="5301386" y="1617754"/>
              <a:ext cx="1780505" cy="1120962"/>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t>(7) </a:t>
              </a:r>
              <a:r>
                <a:rPr lang="zh-CN" sz="1600" kern="1200" dirty="0" smtClean="0"/>
                <a:t>曲线工具。</a:t>
              </a:r>
              <a:endParaRPr lang="zh-CN" sz="1600" kern="1200" dirty="0"/>
            </a:p>
          </p:txBody>
        </p:sp>
      </p:grpSp>
      <p:grpSp>
        <p:nvGrpSpPr>
          <p:cNvPr id="11" name="组合 10"/>
          <p:cNvGrpSpPr/>
          <p:nvPr/>
        </p:nvGrpSpPr>
        <p:grpSpPr>
          <a:xfrm>
            <a:off x="2595538" y="4170081"/>
            <a:ext cx="4357718" cy="616241"/>
            <a:chOff x="2664622" y="2532249"/>
            <a:chExt cx="4417269" cy="1306361"/>
          </a:xfrm>
        </p:grpSpPr>
        <p:sp>
          <p:nvSpPr>
            <p:cNvPr id="21" name="矩形 20"/>
            <p:cNvSpPr/>
            <p:nvPr/>
          </p:nvSpPr>
          <p:spPr>
            <a:xfrm>
              <a:off x="5301386" y="2532249"/>
              <a:ext cx="1780505" cy="1252554"/>
            </a:xfrm>
            <a:prstGeom prst="rect">
              <a:avLst/>
            </a:pr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矩形 21"/>
            <p:cNvSpPr/>
            <p:nvPr/>
          </p:nvSpPr>
          <p:spPr>
            <a:xfrm>
              <a:off x="2664622" y="2586056"/>
              <a:ext cx="1780505" cy="1252554"/>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t>(8) </a:t>
              </a:r>
              <a:r>
                <a:rPr lang="zh-CN" sz="1600" kern="1200" dirty="0" smtClean="0"/>
                <a:t>矩形工具、</a:t>
              </a:r>
              <a:r>
                <a:rPr lang="en-US" sz="1600" kern="1200" dirty="0" smtClean="0"/>
                <a:t> </a:t>
              </a:r>
              <a:r>
                <a:rPr lang="zh-CN" sz="1600" kern="1200" dirty="0" smtClean="0"/>
                <a:t>多边形工具、</a:t>
              </a:r>
              <a:r>
                <a:rPr lang="en-US" sz="1600" kern="1200" dirty="0" smtClean="0"/>
                <a:t> </a:t>
              </a:r>
              <a:r>
                <a:rPr lang="zh-CN" sz="1600" kern="1200" dirty="0" smtClean="0"/>
                <a:t>椭圆工具、</a:t>
              </a:r>
              <a:r>
                <a:rPr lang="en-US" sz="1600" kern="1200" dirty="0" smtClean="0"/>
                <a:t> </a:t>
              </a:r>
              <a:r>
                <a:rPr lang="zh-CN" sz="1600" kern="1200" dirty="0" smtClean="0"/>
                <a:t>圆角矩形</a:t>
              </a:r>
              <a:endParaRPr lang="zh-CN" sz="1600" kern="1200" dirty="0"/>
            </a:p>
          </p:txBody>
        </p:sp>
      </p:grpSp>
      <p:grpSp>
        <p:nvGrpSpPr>
          <p:cNvPr id="12" name="组合 11"/>
          <p:cNvGrpSpPr/>
          <p:nvPr/>
        </p:nvGrpSpPr>
        <p:grpSpPr>
          <a:xfrm>
            <a:off x="3167042" y="3214686"/>
            <a:ext cx="1878831" cy="482803"/>
            <a:chOff x="3011091" y="3736065"/>
            <a:chExt cx="1878831" cy="1023487"/>
          </a:xfrm>
        </p:grpSpPr>
        <p:sp>
          <p:nvSpPr>
            <p:cNvPr id="19" name="矩形 18"/>
            <p:cNvSpPr/>
            <p:nvPr/>
          </p:nvSpPr>
          <p:spPr>
            <a:xfrm>
              <a:off x="3011091" y="3736065"/>
              <a:ext cx="1878831" cy="1023487"/>
            </a:xfrm>
            <a:prstGeom prst="rect">
              <a:avLst/>
            </a:pr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矩形 19"/>
            <p:cNvSpPr/>
            <p:nvPr/>
          </p:nvSpPr>
          <p:spPr>
            <a:xfrm>
              <a:off x="3011091" y="3736065"/>
              <a:ext cx="1878831" cy="1023487"/>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t>(9) </a:t>
              </a:r>
              <a:r>
                <a:rPr lang="zh-CN" sz="1600" kern="1200" dirty="0" smtClean="0"/>
                <a:t>矩形选择工具、</a:t>
              </a:r>
              <a:r>
                <a:rPr lang="en-US" sz="1600" kern="1200" dirty="0" smtClean="0"/>
                <a:t> </a:t>
              </a:r>
              <a:r>
                <a:rPr lang="zh-CN" sz="1600" kern="1200" dirty="0" smtClean="0"/>
                <a:t>任意型选择工具。</a:t>
              </a:r>
              <a:endParaRPr lang="zh-CN" sz="1600" kern="1200" dirty="0"/>
            </a:p>
          </p:txBody>
        </p:sp>
      </p:grpSp>
      <p:grpSp>
        <p:nvGrpSpPr>
          <p:cNvPr id="13" name="组合 12"/>
          <p:cNvGrpSpPr/>
          <p:nvPr/>
        </p:nvGrpSpPr>
        <p:grpSpPr>
          <a:xfrm>
            <a:off x="3815429" y="2552389"/>
            <a:ext cx="1780505" cy="590859"/>
            <a:chOff x="819121" y="2532249"/>
            <a:chExt cx="1780505" cy="1252554"/>
          </a:xfrm>
        </p:grpSpPr>
        <p:sp>
          <p:nvSpPr>
            <p:cNvPr id="17" name="矩形 16"/>
            <p:cNvSpPr/>
            <p:nvPr/>
          </p:nvSpPr>
          <p:spPr>
            <a:xfrm>
              <a:off x="819121" y="2532249"/>
              <a:ext cx="1780505" cy="1252554"/>
            </a:xfrm>
            <a:prstGeom prst="rect">
              <a:avLst/>
            </a:pr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18" name="矩形 17"/>
            <p:cNvSpPr/>
            <p:nvPr/>
          </p:nvSpPr>
          <p:spPr>
            <a:xfrm>
              <a:off x="819121" y="2532249"/>
              <a:ext cx="1780505" cy="1252554"/>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t>(10) </a:t>
              </a:r>
              <a:r>
                <a:rPr lang="zh-CN" sz="1600" kern="1200" dirty="0" smtClean="0"/>
                <a:t>取色器工具。</a:t>
              </a:r>
              <a:endParaRPr lang="zh-CN" sz="1600" kern="1200" dirty="0"/>
            </a:p>
          </p:txBody>
        </p:sp>
      </p:grpSp>
      <p:grpSp>
        <p:nvGrpSpPr>
          <p:cNvPr id="14" name="组合 13"/>
          <p:cNvGrpSpPr/>
          <p:nvPr/>
        </p:nvGrpSpPr>
        <p:grpSpPr>
          <a:xfrm>
            <a:off x="5458503" y="2409513"/>
            <a:ext cx="1780505" cy="590859"/>
            <a:chOff x="819121" y="860552"/>
            <a:chExt cx="1780505" cy="1252554"/>
          </a:xfrm>
        </p:grpSpPr>
        <p:sp>
          <p:nvSpPr>
            <p:cNvPr id="15" name="矩形 14"/>
            <p:cNvSpPr/>
            <p:nvPr/>
          </p:nvSpPr>
          <p:spPr>
            <a:xfrm>
              <a:off x="819121" y="860552"/>
              <a:ext cx="1780505" cy="1252554"/>
            </a:xfrm>
            <a:prstGeom prst="rect">
              <a:avLst/>
            </a:pr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矩形 15"/>
            <p:cNvSpPr/>
            <p:nvPr/>
          </p:nvSpPr>
          <p:spPr>
            <a:xfrm>
              <a:off x="819121" y="860552"/>
              <a:ext cx="1780505" cy="1252554"/>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t>(11) </a:t>
              </a:r>
              <a:r>
                <a:rPr lang="zh-CN" sz="1600" kern="1200" dirty="0" smtClean="0"/>
                <a:t>是放大镜</a:t>
              </a:r>
              <a:endParaRPr lang="zh-CN" sz="1600" kern="12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画图工具的颜色配置 </a:t>
            </a:r>
            <a:endParaRPr lang="zh-CN" altLang="en-US" sz="2000" dirty="0" smtClean="0"/>
          </a:p>
          <a:p>
            <a:pPr>
              <a:lnSpc>
                <a:spcPct val="150000"/>
              </a:lnSpc>
              <a:buNone/>
            </a:pPr>
            <a:r>
              <a:rPr lang="zh-CN" altLang="en-US" sz="2000" dirty="0" smtClean="0"/>
              <a:t>       在图</a:t>
            </a:r>
            <a:r>
              <a:rPr lang="en-US" sz="2000" dirty="0" smtClean="0"/>
              <a:t>9—1</a:t>
            </a:r>
            <a:r>
              <a:rPr lang="zh-CN" altLang="en-US" sz="2000" dirty="0" smtClean="0"/>
              <a:t>所示的</a:t>
            </a:r>
            <a:r>
              <a:rPr lang="en-US" sz="2000" dirty="0" smtClean="0"/>
              <a:t>“</a:t>
            </a:r>
            <a:r>
              <a:rPr lang="zh-CN" altLang="en-US" sz="2000" dirty="0" smtClean="0"/>
              <a:t>画图</a:t>
            </a:r>
            <a:r>
              <a:rPr lang="en-US" sz="2000" dirty="0" smtClean="0"/>
              <a:t>”</a:t>
            </a:r>
            <a:r>
              <a:rPr lang="zh-CN" altLang="en-US" sz="2000" dirty="0" smtClean="0"/>
              <a:t>窗口</a:t>
            </a:r>
            <a:r>
              <a:rPr lang="en-US" sz="2000" dirty="0" smtClean="0"/>
              <a:t>,</a:t>
            </a:r>
            <a:r>
              <a:rPr lang="zh-CN" altLang="en-US" sz="2000" dirty="0" smtClean="0"/>
              <a:t>在颜色功能区双击鼠标</a:t>
            </a:r>
            <a:r>
              <a:rPr lang="en-US" sz="2000" dirty="0" smtClean="0"/>
              <a:t>,</a:t>
            </a:r>
            <a:r>
              <a:rPr lang="zh-CN" altLang="en-US" sz="2000" dirty="0" smtClean="0"/>
              <a:t>会出现如图</a:t>
            </a:r>
            <a:r>
              <a:rPr lang="en-US" sz="2000" dirty="0" smtClean="0"/>
              <a:t>9—2</a:t>
            </a:r>
            <a:r>
              <a:rPr lang="zh-CN" altLang="en-US" sz="2000" dirty="0" smtClean="0"/>
              <a:t>所示的</a:t>
            </a:r>
            <a:r>
              <a:rPr lang="en-US" sz="2000" dirty="0" smtClean="0"/>
              <a:t>“</a:t>
            </a:r>
            <a:r>
              <a:rPr lang="zh-CN" altLang="en-US" sz="2000" dirty="0" smtClean="0"/>
              <a:t>调色板</a:t>
            </a:r>
            <a:r>
              <a:rPr lang="en-US" sz="2000" dirty="0" smtClean="0"/>
              <a:t>”,</a:t>
            </a:r>
            <a:r>
              <a:rPr lang="zh-CN" altLang="en-US" sz="2000" dirty="0" smtClean="0"/>
              <a:t>可以设置自己需要的颜色。</a:t>
            </a:r>
            <a:endParaRPr lang="zh-CN" altLang="en-US" sz="2000" dirty="0"/>
          </a:p>
        </p:txBody>
      </p:sp>
      <p:pic>
        <p:nvPicPr>
          <p:cNvPr id="6" name="9a3.jpg" descr="id:2147498349;FounderCES"/>
          <p:cNvPicPr/>
          <p:nvPr/>
        </p:nvPicPr>
        <p:blipFill>
          <a:blip r:embed="rId4"/>
          <a:stretch>
            <a:fillRect/>
          </a:stretch>
        </p:blipFill>
        <p:spPr>
          <a:xfrm>
            <a:off x="3381356" y="3143248"/>
            <a:ext cx="4357718" cy="3000396"/>
          </a:xfrm>
          <a:prstGeom prst="rect">
            <a:avLst/>
          </a:prstGeom>
        </p:spPr>
      </p:pic>
      <p:sp>
        <p:nvSpPr>
          <p:cNvPr id="7" name="矩形 6"/>
          <p:cNvSpPr/>
          <p:nvPr/>
        </p:nvSpPr>
        <p:spPr>
          <a:xfrm>
            <a:off x="4810116" y="6305156"/>
            <a:ext cx="1588770" cy="337185"/>
          </a:xfrm>
          <a:prstGeom prst="rect">
            <a:avLst/>
          </a:prstGeom>
        </p:spPr>
        <p:txBody>
          <a:bodyPr wrap="none">
            <a:spAutoFit/>
          </a:bodyPr>
          <a:lstStyle/>
          <a:p>
            <a:r>
              <a:rPr lang="zh-CN" altLang="en-US" sz="1600" dirty="0" smtClean="0"/>
              <a:t>图</a:t>
            </a:r>
            <a:r>
              <a:rPr lang="en-US" sz="1600" dirty="0" smtClean="0"/>
              <a:t>9—2</a:t>
            </a:r>
            <a:r>
              <a:rPr lang="zh-CN" altLang="en-US" sz="1600" dirty="0" smtClean="0"/>
              <a:t>　调色板</a:t>
            </a:r>
            <a:endParaRPr lang="zh-CN" alt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10" name="内容占位符 9"/>
          <p:cNvGraphicFramePr>
            <a:graphicFrameLocks noGrp="1"/>
          </p:cNvGraphicFramePr>
          <p:nvPr>
            <p:ph sz="quarter" idx="1"/>
          </p:nvPr>
        </p:nvGraphicFramePr>
        <p:xfrm>
          <a:off x="1981200" y="1428736"/>
          <a:ext cx="7901014" cy="50452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9.2.2</a:t>
            </a:r>
            <a:r>
              <a:rPr lang="zh-CN" altLang="en-US" sz="2000" dirty="0" smtClean="0"/>
              <a:t>　</a:t>
            </a:r>
            <a:r>
              <a:rPr lang="en-US" sz="2000" dirty="0" smtClean="0"/>
              <a:t>Windows</a:t>
            </a:r>
            <a:r>
              <a:rPr lang="zh-CN" altLang="en-US" sz="2000" dirty="0" smtClean="0"/>
              <a:t>音频工具</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麦克风</a:t>
            </a:r>
            <a:r>
              <a:rPr lang="en-US" altLang="zh-CN" sz="2000" dirty="0" smtClean="0"/>
              <a:t>:</a:t>
            </a:r>
            <a:r>
              <a:rPr lang="zh-CN" altLang="en-US" sz="2000" dirty="0" smtClean="0"/>
              <a:t>首先在桌面右下角的</a:t>
            </a:r>
            <a:r>
              <a:rPr lang="en-US" sz="2000" dirty="0" smtClean="0"/>
              <a:t>    </a:t>
            </a:r>
            <a:r>
              <a:rPr lang="zh-CN" altLang="en-US" sz="2000" dirty="0" smtClean="0"/>
              <a:t>上单击右键</a:t>
            </a:r>
            <a:r>
              <a:rPr lang="en-US" sz="2000" dirty="0" smtClean="0"/>
              <a:t>,</a:t>
            </a:r>
            <a:r>
              <a:rPr lang="zh-CN" altLang="en-US" sz="2000" dirty="0" smtClean="0"/>
              <a:t>选择</a:t>
            </a:r>
            <a:r>
              <a:rPr lang="en-US" sz="2000" dirty="0" smtClean="0"/>
              <a:t>“</a:t>
            </a:r>
            <a:r>
              <a:rPr lang="zh-CN" altLang="en-US" sz="2000" dirty="0" smtClean="0"/>
              <a:t>录音设备</a:t>
            </a:r>
            <a:r>
              <a:rPr lang="en-US" sz="2000" dirty="0" smtClean="0"/>
              <a:t>”</a:t>
            </a:r>
            <a:r>
              <a:rPr lang="zh-CN" altLang="en-US" sz="2000" dirty="0" smtClean="0"/>
              <a:t>选项。</a:t>
            </a:r>
            <a:endParaRPr lang="zh-CN" altLang="en-US" sz="2000" dirty="0"/>
          </a:p>
        </p:txBody>
      </p:sp>
      <p:pic>
        <p:nvPicPr>
          <p:cNvPr id="6" name="9a3d.jpg" descr="id:2147498443;FounderCES"/>
          <p:cNvPicPr/>
          <p:nvPr/>
        </p:nvPicPr>
        <p:blipFill>
          <a:blip r:embed="rId4" cstate="print"/>
          <a:stretch>
            <a:fillRect/>
          </a:stretch>
        </p:blipFill>
        <p:spPr>
          <a:xfrm>
            <a:off x="5929310" y="2274193"/>
            <a:ext cx="309566" cy="297551"/>
          </a:xfrm>
          <a:prstGeom prst="rect">
            <a:avLst/>
          </a:prstGeom>
        </p:spPr>
      </p:pic>
      <p:pic>
        <p:nvPicPr>
          <p:cNvPr id="7" name="9a4.jpg" descr="id:2147498450;FounderCES"/>
          <p:cNvPicPr/>
          <p:nvPr/>
        </p:nvPicPr>
        <p:blipFill>
          <a:blip r:embed="rId5" cstate="print"/>
          <a:stretch>
            <a:fillRect/>
          </a:stretch>
        </p:blipFill>
        <p:spPr>
          <a:xfrm>
            <a:off x="2738414" y="3214686"/>
            <a:ext cx="2441649" cy="2544840"/>
          </a:xfrm>
          <a:prstGeom prst="rect">
            <a:avLst/>
          </a:prstGeom>
        </p:spPr>
      </p:pic>
      <p:sp>
        <p:nvSpPr>
          <p:cNvPr id="8" name="矩形 7"/>
          <p:cNvSpPr/>
          <p:nvPr/>
        </p:nvSpPr>
        <p:spPr>
          <a:xfrm>
            <a:off x="3095604" y="6305156"/>
            <a:ext cx="1751330" cy="306705"/>
          </a:xfrm>
          <a:prstGeom prst="rect">
            <a:avLst/>
          </a:prstGeom>
        </p:spPr>
        <p:txBody>
          <a:bodyPr wrap="none">
            <a:spAutoFit/>
          </a:bodyPr>
          <a:lstStyle/>
          <a:p>
            <a:r>
              <a:rPr lang="zh-CN" altLang="en-US" sz="1400" dirty="0" smtClean="0"/>
              <a:t>图</a:t>
            </a:r>
            <a:r>
              <a:rPr lang="en-US" sz="1400" dirty="0" smtClean="0"/>
              <a:t>9—3</a:t>
            </a:r>
            <a:r>
              <a:rPr lang="zh-CN" altLang="en-US" sz="1400" dirty="0" smtClean="0"/>
              <a:t>　声音</a:t>
            </a:r>
            <a:r>
              <a:rPr lang="en-US" sz="1400" dirty="0" smtClean="0"/>
              <a:t>—</a:t>
            </a:r>
            <a:r>
              <a:rPr lang="zh-CN" altLang="en-US" sz="1400" dirty="0" smtClean="0"/>
              <a:t>录制</a:t>
            </a:r>
            <a:endParaRPr lang="zh-CN" altLang="en-US" sz="1400" dirty="0"/>
          </a:p>
        </p:txBody>
      </p:sp>
      <p:pic>
        <p:nvPicPr>
          <p:cNvPr id="10" name="9a5.jpg" descr="id:2147498457;FounderCES"/>
          <p:cNvPicPr/>
          <p:nvPr/>
        </p:nvPicPr>
        <p:blipFill>
          <a:blip r:embed="rId6" cstate="print"/>
          <a:stretch>
            <a:fillRect/>
          </a:stretch>
        </p:blipFill>
        <p:spPr>
          <a:xfrm>
            <a:off x="6881818" y="3286124"/>
            <a:ext cx="2357454" cy="2542320"/>
          </a:xfrm>
          <a:prstGeom prst="rect">
            <a:avLst/>
          </a:prstGeom>
        </p:spPr>
      </p:pic>
      <p:sp>
        <p:nvSpPr>
          <p:cNvPr id="11" name="矩形 10"/>
          <p:cNvSpPr/>
          <p:nvPr/>
        </p:nvSpPr>
        <p:spPr>
          <a:xfrm>
            <a:off x="6953256" y="6305156"/>
            <a:ext cx="2267585" cy="306705"/>
          </a:xfrm>
          <a:prstGeom prst="rect">
            <a:avLst/>
          </a:prstGeom>
        </p:spPr>
        <p:txBody>
          <a:bodyPr wrap="none">
            <a:spAutoFit/>
          </a:bodyPr>
          <a:lstStyle/>
          <a:p>
            <a:r>
              <a:rPr lang="zh-CN" altLang="en-US" sz="1400" dirty="0" smtClean="0"/>
              <a:t>图</a:t>
            </a:r>
            <a:r>
              <a:rPr lang="en-US" sz="1400" dirty="0" smtClean="0"/>
              <a:t>9—4</a:t>
            </a:r>
            <a:r>
              <a:rPr lang="zh-CN" altLang="en-US" sz="1400" dirty="0" smtClean="0"/>
              <a:t>　声音</a:t>
            </a:r>
            <a:r>
              <a:rPr lang="en-US" sz="1400" dirty="0" smtClean="0"/>
              <a:t>—</a:t>
            </a:r>
            <a:r>
              <a:rPr lang="zh-CN" altLang="en-US" sz="1400" dirty="0" smtClean="0"/>
              <a:t>录制</a:t>
            </a:r>
            <a:r>
              <a:rPr lang="en-US" sz="1400" dirty="0" smtClean="0"/>
              <a:t>—</a:t>
            </a:r>
            <a:r>
              <a:rPr lang="zh-CN" altLang="en-US" sz="1400" dirty="0" smtClean="0"/>
              <a:t>设置</a:t>
            </a:r>
            <a:endParaRPr lang="zh-CN" alt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9.2.2</a:t>
            </a:r>
            <a:r>
              <a:rPr lang="zh-CN" altLang="en-US" sz="2000" dirty="0" smtClean="0"/>
              <a:t>　</a:t>
            </a:r>
            <a:r>
              <a:rPr lang="en-US" sz="2000" dirty="0" smtClean="0"/>
              <a:t>Windows</a:t>
            </a:r>
            <a:r>
              <a:rPr lang="zh-CN" altLang="en-US" sz="2000" dirty="0" smtClean="0"/>
              <a:t>音频工具</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麦克风</a:t>
            </a:r>
            <a:r>
              <a:rPr lang="en-US" altLang="zh-CN" sz="2000" dirty="0" smtClean="0"/>
              <a:t>:</a:t>
            </a:r>
            <a:r>
              <a:rPr lang="zh-CN" altLang="en-US" sz="2000" dirty="0" smtClean="0"/>
              <a:t>首先在桌面右下角的</a:t>
            </a:r>
            <a:r>
              <a:rPr lang="en-US" sz="2000" dirty="0" smtClean="0"/>
              <a:t>    </a:t>
            </a:r>
            <a:r>
              <a:rPr lang="zh-CN" altLang="en-US" sz="2000" dirty="0" smtClean="0"/>
              <a:t>上单击右键</a:t>
            </a:r>
            <a:r>
              <a:rPr lang="en-US" sz="2000" dirty="0" smtClean="0"/>
              <a:t>,</a:t>
            </a:r>
            <a:r>
              <a:rPr lang="zh-CN" altLang="en-US" sz="2000" dirty="0" smtClean="0"/>
              <a:t>选择</a:t>
            </a:r>
            <a:r>
              <a:rPr lang="en-US" sz="2000" dirty="0" smtClean="0"/>
              <a:t>“</a:t>
            </a:r>
            <a:r>
              <a:rPr lang="zh-CN" altLang="en-US" sz="2000" dirty="0" smtClean="0"/>
              <a:t>录音设备</a:t>
            </a:r>
            <a:r>
              <a:rPr lang="en-US" sz="2000" dirty="0" smtClean="0"/>
              <a:t>”</a:t>
            </a:r>
            <a:r>
              <a:rPr lang="zh-CN" altLang="en-US" sz="2000" dirty="0" smtClean="0"/>
              <a:t>选项。</a:t>
            </a:r>
            <a:endParaRPr lang="zh-CN" altLang="en-US" sz="2000" dirty="0"/>
          </a:p>
        </p:txBody>
      </p:sp>
      <p:pic>
        <p:nvPicPr>
          <p:cNvPr id="6" name="9a3d.jpg" descr="id:2147498443;FounderCES"/>
          <p:cNvPicPr/>
          <p:nvPr/>
        </p:nvPicPr>
        <p:blipFill>
          <a:blip r:embed="rId4" cstate="print"/>
          <a:stretch>
            <a:fillRect/>
          </a:stretch>
        </p:blipFill>
        <p:spPr>
          <a:xfrm>
            <a:off x="5929310" y="2274193"/>
            <a:ext cx="309566" cy="297551"/>
          </a:xfrm>
          <a:prstGeom prst="rect">
            <a:avLst/>
          </a:prstGeom>
        </p:spPr>
      </p:pic>
      <p:pic>
        <p:nvPicPr>
          <p:cNvPr id="12" name="9a6.jpg" descr="id:2147498464;FounderCES"/>
          <p:cNvPicPr/>
          <p:nvPr/>
        </p:nvPicPr>
        <p:blipFill>
          <a:blip r:embed="rId5" cstate="print"/>
          <a:stretch>
            <a:fillRect/>
          </a:stretch>
        </p:blipFill>
        <p:spPr>
          <a:xfrm>
            <a:off x="2666976" y="3357562"/>
            <a:ext cx="2770588" cy="2530080"/>
          </a:xfrm>
          <a:prstGeom prst="rect">
            <a:avLst/>
          </a:prstGeom>
        </p:spPr>
      </p:pic>
      <p:pic>
        <p:nvPicPr>
          <p:cNvPr id="13" name="9a7.jpg" descr="id:2147498471;FounderCES"/>
          <p:cNvPicPr/>
          <p:nvPr/>
        </p:nvPicPr>
        <p:blipFill>
          <a:blip r:embed="rId6" cstate="print"/>
          <a:stretch>
            <a:fillRect/>
          </a:stretch>
        </p:blipFill>
        <p:spPr>
          <a:xfrm>
            <a:off x="6524628" y="3357562"/>
            <a:ext cx="2661538" cy="2509200"/>
          </a:xfrm>
          <a:prstGeom prst="rect">
            <a:avLst/>
          </a:prstGeom>
        </p:spPr>
      </p:pic>
      <p:sp>
        <p:nvSpPr>
          <p:cNvPr id="14" name="矩形 13"/>
          <p:cNvSpPr/>
          <p:nvPr/>
        </p:nvSpPr>
        <p:spPr>
          <a:xfrm>
            <a:off x="2738414" y="6286520"/>
            <a:ext cx="2445385" cy="306705"/>
          </a:xfrm>
          <a:prstGeom prst="rect">
            <a:avLst/>
          </a:prstGeom>
        </p:spPr>
        <p:txBody>
          <a:bodyPr wrap="none">
            <a:spAutoFit/>
          </a:bodyPr>
          <a:lstStyle/>
          <a:p>
            <a:r>
              <a:rPr lang="zh-CN" altLang="en-US" sz="1400" dirty="0" smtClean="0"/>
              <a:t>图</a:t>
            </a:r>
            <a:r>
              <a:rPr lang="en-US" sz="1400" dirty="0" smtClean="0"/>
              <a:t>9—5</a:t>
            </a:r>
            <a:r>
              <a:rPr lang="zh-CN" altLang="en-US" sz="1400" dirty="0" smtClean="0"/>
              <a:t>　麦克风</a:t>
            </a:r>
            <a:r>
              <a:rPr lang="en-US" sz="1400" dirty="0" smtClean="0"/>
              <a:t>—</a:t>
            </a:r>
            <a:r>
              <a:rPr lang="zh-CN" altLang="en-US" sz="1400" dirty="0" smtClean="0"/>
              <a:t>属性</a:t>
            </a:r>
            <a:r>
              <a:rPr lang="en-US" sz="1400" dirty="0" smtClean="0"/>
              <a:t>—</a:t>
            </a:r>
            <a:r>
              <a:rPr lang="zh-CN" altLang="en-US" sz="1400" dirty="0" smtClean="0"/>
              <a:t>级别</a:t>
            </a:r>
            <a:endParaRPr lang="zh-CN" altLang="en-US" sz="1400" dirty="0"/>
          </a:p>
        </p:txBody>
      </p:sp>
      <p:sp>
        <p:nvSpPr>
          <p:cNvPr id="15" name="矩形 14"/>
          <p:cNvSpPr/>
          <p:nvPr/>
        </p:nvSpPr>
        <p:spPr>
          <a:xfrm>
            <a:off x="6649196" y="6335933"/>
            <a:ext cx="2445385" cy="306705"/>
          </a:xfrm>
          <a:prstGeom prst="rect">
            <a:avLst/>
          </a:prstGeom>
        </p:spPr>
        <p:txBody>
          <a:bodyPr wrap="none">
            <a:spAutoFit/>
          </a:bodyPr>
          <a:lstStyle/>
          <a:p>
            <a:r>
              <a:rPr lang="zh-CN" altLang="en-US" sz="1400" dirty="0" smtClean="0"/>
              <a:t>图</a:t>
            </a:r>
            <a:r>
              <a:rPr lang="en-US" sz="1400" dirty="0" smtClean="0"/>
              <a:t>9—6</a:t>
            </a:r>
            <a:r>
              <a:rPr lang="zh-CN" altLang="en-US" sz="1400" dirty="0" smtClean="0"/>
              <a:t>　麦克风</a:t>
            </a:r>
            <a:r>
              <a:rPr lang="en-US" sz="1400" dirty="0" smtClean="0"/>
              <a:t>—</a:t>
            </a:r>
            <a:r>
              <a:rPr lang="zh-CN" altLang="en-US" sz="1400" dirty="0" smtClean="0"/>
              <a:t>属性</a:t>
            </a:r>
            <a:r>
              <a:rPr lang="en-US" sz="1400" dirty="0" smtClean="0"/>
              <a:t>—</a:t>
            </a:r>
            <a:r>
              <a:rPr lang="zh-CN" altLang="en-US" sz="1400" dirty="0" smtClean="0"/>
              <a:t>侦听</a:t>
            </a:r>
            <a:endParaRPr lang="zh-CN" alt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9.2.2</a:t>
            </a:r>
            <a:r>
              <a:rPr lang="zh-CN" altLang="en-US" sz="2000" dirty="0" smtClean="0"/>
              <a:t>　</a:t>
            </a:r>
            <a:r>
              <a:rPr lang="en-US" sz="2000" dirty="0" smtClean="0"/>
              <a:t>Windows</a:t>
            </a:r>
            <a:r>
              <a:rPr lang="zh-CN" altLang="en-US" sz="2000" dirty="0" smtClean="0"/>
              <a:t>音频工具</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麦克风</a:t>
            </a:r>
            <a:r>
              <a:rPr lang="en-US" altLang="zh-CN" sz="2000" dirty="0" smtClean="0"/>
              <a:t>:</a:t>
            </a:r>
            <a:r>
              <a:rPr lang="zh-CN" altLang="en-US" sz="2000" dirty="0" smtClean="0"/>
              <a:t>首先在桌面右下角的</a:t>
            </a:r>
            <a:r>
              <a:rPr lang="en-US" sz="2000" dirty="0" smtClean="0"/>
              <a:t>    </a:t>
            </a:r>
            <a:r>
              <a:rPr lang="zh-CN" altLang="en-US" sz="2000" dirty="0" smtClean="0"/>
              <a:t>上单击右键</a:t>
            </a:r>
            <a:r>
              <a:rPr lang="en-US" sz="2000" dirty="0" smtClean="0"/>
              <a:t>,</a:t>
            </a:r>
            <a:r>
              <a:rPr lang="zh-CN" altLang="en-US" sz="2000" dirty="0" smtClean="0"/>
              <a:t>选择</a:t>
            </a:r>
            <a:r>
              <a:rPr lang="en-US" sz="2000" dirty="0" smtClean="0"/>
              <a:t>“</a:t>
            </a:r>
            <a:r>
              <a:rPr lang="zh-CN" altLang="en-US" sz="2000" dirty="0" smtClean="0"/>
              <a:t>录音设备</a:t>
            </a:r>
            <a:r>
              <a:rPr lang="en-US" sz="2000" dirty="0" smtClean="0"/>
              <a:t>”</a:t>
            </a:r>
            <a:r>
              <a:rPr lang="zh-CN" altLang="en-US" sz="2000" dirty="0" smtClean="0"/>
              <a:t>选项。</a:t>
            </a:r>
            <a:endParaRPr lang="zh-CN" altLang="en-US" sz="2000" dirty="0"/>
          </a:p>
        </p:txBody>
      </p:sp>
      <p:pic>
        <p:nvPicPr>
          <p:cNvPr id="6" name="9a3d.jpg" descr="id:2147498443;FounderCES"/>
          <p:cNvPicPr/>
          <p:nvPr/>
        </p:nvPicPr>
        <p:blipFill>
          <a:blip r:embed="rId4" cstate="print"/>
          <a:stretch>
            <a:fillRect/>
          </a:stretch>
        </p:blipFill>
        <p:spPr>
          <a:xfrm>
            <a:off x="5929310" y="2274193"/>
            <a:ext cx="309566" cy="297551"/>
          </a:xfrm>
          <a:prstGeom prst="rect">
            <a:avLst/>
          </a:prstGeom>
        </p:spPr>
      </p:pic>
      <p:sp>
        <p:nvSpPr>
          <p:cNvPr id="14" name="矩形 13"/>
          <p:cNvSpPr/>
          <p:nvPr/>
        </p:nvSpPr>
        <p:spPr>
          <a:xfrm>
            <a:off x="4434618" y="6286520"/>
            <a:ext cx="2445385" cy="306705"/>
          </a:xfrm>
          <a:prstGeom prst="rect">
            <a:avLst/>
          </a:prstGeom>
        </p:spPr>
        <p:txBody>
          <a:bodyPr wrap="none">
            <a:spAutoFit/>
          </a:bodyPr>
          <a:lstStyle/>
          <a:p>
            <a:r>
              <a:rPr lang="zh-CN" altLang="en-US" sz="1400" dirty="0" smtClean="0"/>
              <a:t>图</a:t>
            </a:r>
            <a:r>
              <a:rPr lang="en-US" sz="1400" dirty="0" smtClean="0"/>
              <a:t>9—7</a:t>
            </a:r>
            <a:r>
              <a:rPr lang="zh-CN" altLang="en-US" sz="1400" dirty="0" smtClean="0"/>
              <a:t>　麦克风</a:t>
            </a:r>
            <a:r>
              <a:rPr lang="en-US" sz="1400" dirty="0" smtClean="0"/>
              <a:t>—</a:t>
            </a:r>
            <a:r>
              <a:rPr lang="zh-CN" altLang="en-US" sz="1400" dirty="0" smtClean="0"/>
              <a:t>属性</a:t>
            </a:r>
            <a:r>
              <a:rPr lang="en-US" sz="1400" dirty="0" smtClean="0"/>
              <a:t>—</a:t>
            </a:r>
            <a:r>
              <a:rPr lang="zh-CN" altLang="en-US" sz="1400" dirty="0" smtClean="0"/>
              <a:t>增强</a:t>
            </a:r>
            <a:endParaRPr lang="zh-CN" altLang="en-US" sz="1400" dirty="0"/>
          </a:p>
        </p:txBody>
      </p:sp>
      <p:pic>
        <p:nvPicPr>
          <p:cNvPr id="11" name="9a8.jpg" descr="id:2147498478;FounderCES"/>
          <p:cNvPicPr/>
          <p:nvPr/>
        </p:nvPicPr>
        <p:blipFill>
          <a:blip r:embed="rId5" cstate="print"/>
          <a:stretch>
            <a:fillRect/>
          </a:stretch>
        </p:blipFill>
        <p:spPr>
          <a:xfrm>
            <a:off x="4452926" y="2714620"/>
            <a:ext cx="2428892" cy="30718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录音机</a:t>
            </a:r>
            <a:endParaRPr lang="zh-CN" altLang="en-US" sz="2000" dirty="0" smtClean="0"/>
          </a:p>
          <a:p>
            <a:pPr>
              <a:lnSpc>
                <a:spcPct val="150000"/>
              </a:lnSpc>
              <a:buNone/>
            </a:pP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单击</a:t>
            </a:r>
            <a:r>
              <a:rPr lang="en-US" sz="2000" dirty="0" smtClean="0"/>
              <a:t>“</a:t>
            </a:r>
            <a:r>
              <a:rPr lang="zh-CN" altLang="en-US" sz="2000" dirty="0" smtClean="0"/>
              <a:t>开始</a:t>
            </a:r>
            <a:r>
              <a:rPr lang="en-US" sz="2000" dirty="0" smtClean="0"/>
              <a:t>—</a:t>
            </a:r>
            <a:r>
              <a:rPr lang="zh-CN" altLang="en-US" sz="2000" dirty="0" smtClean="0"/>
              <a:t>所有程序</a:t>
            </a:r>
            <a:r>
              <a:rPr lang="en-US" sz="2000" dirty="0" smtClean="0"/>
              <a:t>—</a:t>
            </a:r>
            <a:r>
              <a:rPr lang="zh-CN" altLang="en-US" sz="2000" dirty="0" smtClean="0"/>
              <a:t>附件</a:t>
            </a:r>
            <a:r>
              <a:rPr lang="en-US" sz="2000" dirty="0" smtClean="0"/>
              <a:t>—</a:t>
            </a:r>
            <a:r>
              <a:rPr lang="zh-CN" altLang="en-US" sz="2000" dirty="0" smtClean="0"/>
              <a:t>录音机</a:t>
            </a:r>
            <a:r>
              <a:rPr lang="en-US" sz="2000" dirty="0" smtClean="0"/>
              <a:t>”,</a:t>
            </a:r>
            <a:r>
              <a:rPr lang="zh-CN" altLang="en-US" sz="2000" dirty="0" smtClean="0"/>
              <a:t>出现如图</a:t>
            </a:r>
            <a:r>
              <a:rPr lang="en-US" sz="2000" dirty="0" smtClean="0"/>
              <a:t>9—8</a:t>
            </a:r>
            <a:r>
              <a:rPr lang="zh-CN" altLang="en-US" sz="2000" dirty="0" smtClean="0"/>
              <a:t>所示的</a:t>
            </a:r>
            <a:r>
              <a:rPr lang="en-US" sz="2000" dirty="0" smtClean="0"/>
              <a:t>“</a:t>
            </a:r>
            <a:r>
              <a:rPr lang="zh-CN" altLang="en-US" sz="2000" dirty="0" smtClean="0"/>
              <a:t>录音机</a:t>
            </a:r>
            <a:r>
              <a:rPr lang="en-US" sz="2000" dirty="0" smtClean="0"/>
              <a:t>”</a:t>
            </a:r>
            <a:r>
              <a:rPr lang="zh-CN" altLang="en-US" sz="2000" dirty="0" smtClean="0"/>
              <a:t>界面</a:t>
            </a:r>
            <a:r>
              <a:rPr lang="en-US" sz="2000" dirty="0" smtClean="0"/>
              <a:t>,</a:t>
            </a:r>
            <a:r>
              <a:rPr lang="zh-CN" altLang="en-US" sz="2000" dirty="0" smtClean="0"/>
              <a:t>点击</a:t>
            </a:r>
            <a:r>
              <a:rPr lang="en-US" sz="2000" dirty="0" smtClean="0"/>
              <a:t> </a:t>
            </a:r>
            <a:r>
              <a:rPr lang="zh-CN" altLang="en-US" sz="2000" dirty="0" smtClean="0"/>
              <a:t>按钮</a:t>
            </a:r>
            <a:r>
              <a:rPr lang="en-US" sz="2000" dirty="0" smtClean="0"/>
              <a:t>,</a:t>
            </a:r>
            <a:r>
              <a:rPr lang="zh-CN" altLang="en-US" sz="2000" dirty="0" smtClean="0"/>
              <a:t>此时录音机开始录音。录制完毕后</a:t>
            </a:r>
            <a:r>
              <a:rPr lang="en-US" sz="2000" dirty="0" smtClean="0"/>
              <a:t>,</a:t>
            </a:r>
            <a:r>
              <a:rPr lang="zh-CN" altLang="en-US" sz="2000" dirty="0" smtClean="0"/>
              <a:t>单击</a:t>
            </a:r>
            <a:r>
              <a:rPr lang="en-US" sz="2000" dirty="0" smtClean="0"/>
              <a:t> </a:t>
            </a:r>
            <a:r>
              <a:rPr lang="zh-CN" altLang="en-US" sz="2000" dirty="0" smtClean="0"/>
              <a:t>按钮</a:t>
            </a:r>
            <a:r>
              <a:rPr lang="en-US" sz="2000" dirty="0" smtClean="0"/>
              <a:t>,</a:t>
            </a:r>
            <a:r>
              <a:rPr lang="zh-CN" altLang="en-US" sz="2000" dirty="0" smtClean="0"/>
              <a:t>就会弹出</a:t>
            </a:r>
            <a:r>
              <a:rPr lang="en-US" sz="2000" dirty="0" smtClean="0"/>
              <a:t>“</a:t>
            </a:r>
            <a:r>
              <a:rPr lang="zh-CN" altLang="en-US" sz="2000" dirty="0" smtClean="0"/>
              <a:t>另存为</a:t>
            </a:r>
            <a:r>
              <a:rPr lang="en-US" sz="2000" dirty="0" smtClean="0"/>
              <a:t>”</a:t>
            </a:r>
            <a:r>
              <a:rPr lang="zh-CN" altLang="en-US" sz="2000" dirty="0" smtClean="0"/>
              <a:t>对话框</a:t>
            </a:r>
            <a:r>
              <a:rPr lang="en-US" sz="2000" dirty="0" smtClean="0"/>
              <a:t>,</a:t>
            </a:r>
            <a:r>
              <a:rPr lang="zh-CN" altLang="en-US" sz="2000" dirty="0" smtClean="0"/>
              <a:t>输入录音文件名</a:t>
            </a:r>
            <a:r>
              <a:rPr lang="en-US" sz="2000" dirty="0" smtClean="0"/>
              <a:t>,</a:t>
            </a:r>
            <a:r>
              <a:rPr lang="zh-CN" altLang="en-US" sz="2000" dirty="0" smtClean="0"/>
              <a:t>即可保存录音文件。</a:t>
            </a:r>
            <a:r>
              <a:rPr lang="en-US" sz="2000" dirty="0" smtClean="0"/>
              <a:t>Win7</a:t>
            </a:r>
            <a:r>
              <a:rPr lang="zh-CN" altLang="en-US" sz="2000" dirty="0" smtClean="0"/>
              <a:t>系统的录音机只能生成</a:t>
            </a:r>
            <a:r>
              <a:rPr lang="en-US" sz="2000" dirty="0" smtClean="0"/>
              <a:t>WMA</a:t>
            </a:r>
            <a:r>
              <a:rPr lang="zh-CN" altLang="en-US" sz="2000" dirty="0" smtClean="0"/>
              <a:t>格式的声音文件</a:t>
            </a:r>
            <a:r>
              <a:rPr lang="en-US" sz="2000" dirty="0" smtClean="0"/>
              <a:t>,</a:t>
            </a:r>
            <a:r>
              <a:rPr lang="zh-CN" altLang="en-US" sz="2000" dirty="0" smtClean="0"/>
              <a:t>不能对其进行加工。</a:t>
            </a:r>
            <a:endParaRPr lang="zh-CN" altLang="en-US" sz="2000" dirty="0"/>
          </a:p>
        </p:txBody>
      </p:sp>
      <p:pic>
        <p:nvPicPr>
          <p:cNvPr id="6" name="9a9.jpg" descr="id:2147498507;FounderCES"/>
          <p:cNvPicPr/>
          <p:nvPr/>
        </p:nvPicPr>
        <p:blipFill>
          <a:blip r:embed="rId4" cstate="print"/>
          <a:stretch>
            <a:fillRect/>
          </a:stretch>
        </p:blipFill>
        <p:spPr>
          <a:xfrm>
            <a:off x="3309918" y="4572008"/>
            <a:ext cx="5357850" cy="1285884"/>
          </a:xfrm>
          <a:prstGeom prst="rect">
            <a:avLst/>
          </a:prstGeom>
        </p:spPr>
      </p:pic>
      <p:sp>
        <p:nvSpPr>
          <p:cNvPr id="7" name="矩形 6"/>
          <p:cNvSpPr/>
          <p:nvPr/>
        </p:nvSpPr>
        <p:spPr>
          <a:xfrm>
            <a:off x="5024430" y="6233718"/>
            <a:ext cx="1588770" cy="337185"/>
          </a:xfrm>
          <a:prstGeom prst="rect">
            <a:avLst/>
          </a:prstGeom>
        </p:spPr>
        <p:txBody>
          <a:bodyPr wrap="none">
            <a:spAutoFit/>
          </a:bodyPr>
          <a:lstStyle/>
          <a:p>
            <a:r>
              <a:rPr lang="zh-CN" altLang="en-US" sz="1600" dirty="0" smtClean="0"/>
              <a:t>图</a:t>
            </a:r>
            <a:r>
              <a:rPr lang="en-US" sz="1600" dirty="0" smtClean="0"/>
              <a:t>9—8</a:t>
            </a:r>
            <a:r>
              <a:rPr lang="zh-CN" altLang="en-US" sz="1600" dirty="0" smtClean="0"/>
              <a:t>　录音机</a:t>
            </a:r>
            <a:endParaRPr lang="zh-CN" alt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9.2.3</a:t>
            </a:r>
            <a:r>
              <a:rPr lang="zh-CN" altLang="en-US" sz="2000" dirty="0" smtClean="0"/>
              <a:t>　</a:t>
            </a:r>
            <a:r>
              <a:rPr lang="en-US" sz="2000" dirty="0" smtClean="0"/>
              <a:t>Windows</a:t>
            </a:r>
            <a:r>
              <a:rPr lang="zh-CN" altLang="en-US" sz="2000" dirty="0" smtClean="0"/>
              <a:t>视频工具</a:t>
            </a:r>
            <a:endParaRPr lang="zh-CN" altLang="en-US" sz="2000" dirty="0" smtClean="0"/>
          </a:p>
          <a:p>
            <a:pPr>
              <a:lnSpc>
                <a:spcPct val="150000"/>
              </a:lnSpc>
              <a:buNone/>
            </a:pPr>
            <a:r>
              <a:rPr lang="en-US" sz="2000" dirty="0" smtClean="0"/>
              <a:t>      Windows Media Player</a:t>
            </a:r>
            <a:r>
              <a:rPr lang="zh-CN" altLang="en-US" sz="2000" dirty="0" smtClean="0"/>
              <a:t>是一款</a:t>
            </a:r>
            <a:r>
              <a:rPr lang="en-US" sz="2000" dirty="0" smtClean="0"/>
              <a:t>Windows</a:t>
            </a:r>
            <a:r>
              <a:rPr lang="zh-CN" altLang="en-US" sz="2000" dirty="0" smtClean="0"/>
              <a:t>系统自带的播放器</a:t>
            </a:r>
            <a:r>
              <a:rPr lang="en-US" sz="2000" dirty="0" smtClean="0"/>
              <a:t>,</a:t>
            </a:r>
            <a:r>
              <a:rPr lang="zh-CN" altLang="en-US" sz="2000" dirty="0" smtClean="0"/>
              <a:t>支持通过插件增强功能</a:t>
            </a:r>
            <a:r>
              <a:rPr lang="en-US" sz="2000" dirty="0" smtClean="0"/>
              <a:t>,Win7</a:t>
            </a:r>
            <a:r>
              <a:rPr lang="zh-CN" altLang="en-US" sz="2000" dirty="0" smtClean="0"/>
              <a:t>及以后的版本支持换肤、刻录、翻录、同步、流媒体传送、观看、倾听等操作。</a:t>
            </a:r>
            <a:endParaRPr lang="zh-CN" altLang="en-US" sz="2000" dirty="0"/>
          </a:p>
        </p:txBody>
      </p:sp>
      <p:pic>
        <p:nvPicPr>
          <p:cNvPr id="6" name="9a10.jpg" descr="id:2147498522;FounderCES"/>
          <p:cNvPicPr/>
          <p:nvPr/>
        </p:nvPicPr>
        <p:blipFill>
          <a:blip r:embed="rId4" cstate="print"/>
          <a:stretch>
            <a:fillRect/>
          </a:stretch>
        </p:blipFill>
        <p:spPr>
          <a:xfrm>
            <a:off x="4095736" y="3500438"/>
            <a:ext cx="3429024" cy="2500330"/>
          </a:xfrm>
          <a:prstGeom prst="rect">
            <a:avLst/>
          </a:prstGeom>
        </p:spPr>
      </p:pic>
      <p:sp>
        <p:nvSpPr>
          <p:cNvPr id="7" name="矩形 6"/>
          <p:cNvSpPr/>
          <p:nvPr/>
        </p:nvSpPr>
        <p:spPr>
          <a:xfrm>
            <a:off x="4024298" y="6233718"/>
            <a:ext cx="3481070" cy="337185"/>
          </a:xfrm>
          <a:prstGeom prst="rect">
            <a:avLst/>
          </a:prstGeom>
        </p:spPr>
        <p:txBody>
          <a:bodyPr wrap="none">
            <a:spAutoFit/>
          </a:bodyPr>
          <a:lstStyle/>
          <a:p>
            <a:r>
              <a:rPr lang="zh-CN" altLang="en-US" sz="1600" dirty="0" smtClean="0"/>
              <a:t>图</a:t>
            </a:r>
            <a:r>
              <a:rPr lang="en-US" sz="1600" dirty="0" smtClean="0"/>
              <a:t>9—9</a:t>
            </a:r>
            <a:r>
              <a:rPr lang="zh-CN" altLang="en-US" sz="1600" dirty="0" smtClean="0"/>
              <a:t>　</a:t>
            </a:r>
            <a:r>
              <a:rPr lang="en-US" sz="1600" dirty="0" smtClean="0"/>
              <a:t>Windows Media Player</a:t>
            </a:r>
            <a:r>
              <a:rPr lang="zh-CN" altLang="en-US" sz="1600" dirty="0" smtClean="0"/>
              <a:t>播放器</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9.3</a:t>
            </a:r>
            <a:r>
              <a:rPr lang="zh-CN" altLang="en-US" dirty="0" smtClean="0"/>
              <a:t>　多媒体信息处理</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dirty="0" smtClean="0"/>
              <a:t>※ </a:t>
            </a:r>
            <a:r>
              <a:rPr lang="zh-CN" altLang="en-US" dirty="0" smtClean="0"/>
              <a:t>了解文件压缩和解压缩的基本知识</a:t>
            </a:r>
            <a:r>
              <a:rPr lang="en-US" dirty="0" smtClean="0"/>
              <a:t>;</a:t>
            </a:r>
            <a:endParaRPr lang="zh-CN" altLang="en-US" dirty="0" smtClean="0"/>
          </a:p>
          <a:p>
            <a:pPr>
              <a:lnSpc>
                <a:spcPct val="150000"/>
              </a:lnSpc>
              <a:buNone/>
            </a:pPr>
            <a:r>
              <a:rPr lang="en-US" dirty="0" smtClean="0"/>
              <a:t>※ </a:t>
            </a:r>
            <a:r>
              <a:rPr lang="zh-CN" altLang="en-US" dirty="0" smtClean="0"/>
              <a:t>了解常见多媒体文件的类别和文件格式</a:t>
            </a:r>
            <a:r>
              <a:rPr lang="en-US" dirty="0" smtClean="0"/>
              <a:t>;</a:t>
            </a:r>
            <a:endParaRPr lang="zh-CN" altLang="en-US" dirty="0" smtClean="0"/>
          </a:p>
          <a:p>
            <a:pPr>
              <a:lnSpc>
                <a:spcPct val="150000"/>
              </a:lnSpc>
              <a:buNone/>
            </a:pPr>
            <a:r>
              <a:rPr lang="en-US" dirty="0" smtClean="0"/>
              <a:t>※ </a:t>
            </a:r>
            <a:r>
              <a:rPr lang="zh-CN" altLang="en-US" dirty="0" smtClean="0"/>
              <a:t>掌握压缩工具</a:t>
            </a:r>
            <a:r>
              <a:rPr lang="en-US" dirty="0" smtClean="0"/>
              <a:t>WinRAR</a:t>
            </a:r>
            <a:r>
              <a:rPr lang="zh-CN" altLang="en-US" dirty="0" smtClean="0"/>
              <a:t>的基本操作。</a:t>
            </a:r>
            <a:endParaRPr lang="zh-CN" altLang="en-US" dirty="0"/>
          </a:p>
        </p:txBody>
      </p:sp>
      <p:pic>
        <p:nvPicPr>
          <p:cNvPr id="8" name="学习目标.EPS" descr="id:2147498537;FounderCES"/>
          <p:cNvPicPr/>
          <p:nvPr/>
        </p:nvPicPr>
        <p:blipFill>
          <a:blip r:embed="rId4"/>
          <a:stretch>
            <a:fillRect/>
          </a:stretch>
        </p:blipFill>
        <p:spPr>
          <a:xfrm>
            <a:off x="2381224" y="2500306"/>
            <a:ext cx="1857388" cy="5000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9.3.1</a:t>
            </a:r>
            <a:r>
              <a:rPr lang="zh-CN" altLang="en-US" dirty="0" smtClean="0"/>
              <a:t>　多媒体信息处理概述</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数字量和模拟量</a:t>
            </a:r>
            <a:endParaRPr lang="zh-CN" altLang="en-US" sz="2000" dirty="0" smtClean="0"/>
          </a:p>
          <a:p>
            <a:pPr>
              <a:lnSpc>
                <a:spcPct val="150000"/>
              </a:lnSpc>
              <a:buNone/>
            </a:pPr>
            <a:r>
              <a:rPr lang="zh-CN" altLang="en-US" sz="2000" dirty="0" smtClean="0"/>
              <a:t>       计算机内部采用二进制编码存储的信息称作数字量。计算机只能处理数字信号</a:t>
            </a:r>
            <a:r>
              <a:rPr lang="en-US" sz="2000" dirty="0" smtClean="0"/>
              <a:t>,</a:t>
            </a:r>
            <a:r>
              <a:rPr lang="zh-CN" altLang="en-US" sz="2000" dirty="0" smtClean="0"/>
              <a:t>要让计算机处理模拟信号</a:t>
            </a:r>
            <a:r>
              <a:rPr lang="en-US" sz="2000" dirty="0" smtClean="0"/>
              <a:t>,</a:t>
            </a:r>
            <a:r>
              <a:rPr lang="zh-CN" altLang="en-US" sz="2000" dirty="0" smtClean="0"/>
              <a:t>必须先将模拟量通过</a:t>
            </a:r>
            <a:r>
              <a:rPr lang="en-US" sz="2000" dirty="0" smtClean="0"/>
              <a:t>A/D(</a:t>
            </a:r>
            <a:r>
              <a:rPr lang="zh-CN" altLang="en-US" sz="2000" dirty="0" smtClean="0"/>
              <a:t>模</a:t>
            </a:r>
            <a:r>
              <a:rPr lang="en-US" sz="2000" dirty="0" smtClean="0"/>
              <a:t>/</a:t>
            </a:r>
            <a:r>
              <a:rPr lang="zh-CN" altLang="en-US" sz="2000" dirty="0" smtClean="0"/>
              <a:t>数</a:t>
            </a:r>
            <a:r>
              <a:rPr lang="en-US" sz="2000" dirty="0" smtClean="0"/>
              <a:t>)</a:t>
            </a:r>
            <a:r>
              <a:rPr lang="zh-CN" altLang="en-US" sz="2000" dirty="0" smtClean="0"/>
              <a:t>转换器转换成数字信号</a:t>
            </a:r>
            <a:r>
              <a:rPr lang="en-US" sz="2000" dirty="0" smtClean="0"/>
              <a:t>,</a:t>
            </a:r>
            <a:r>
              <a:rPr lang="zh-CN" altLang="en-US" sz="2000" dirty="0" smtClean="0"/>
              <a:t>这样计算机才能处理。媒体技术是面向文本、图形、图像、声音、动画和视频信息处理的技术</a:t>
            </a:r>
            <a:r>
              <a:rPr lang="en-US" sz="2000" dirty="0" smtClean="0"/>
              <a:t>,</a:t>
            </a:r>
            <a:r>
              <a:rPr lang="zh-CN" altLang="en-US" sz="2000" dirty="0" smtClean="0"/>
              <a:t>其核心是完成信息的模拟量与数字量之间的转换、存储和加工工作。</a:t>
            </a: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6" name="内容占位符 5"/>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8" name="内容占位符 7"/>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6" name="内容占位符 5"/>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7" name="内容占位符 6"/>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6" name="内容占位符 5"/>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6" name="内容占位符 5"/>
          <p:cNvGraphicFramePr>
            <a:graphicFrameLocks noGrp="1"/>
          </p:cNvGraphicFramePr>
          <p:nvPr>
            <p:ph sz="quarter" idx="1"/>
          </p:nvPr>
        </p:nvGraphicFramePr>
        <p:xfrm>
          <a:off x="1981200" y="1600200"/>
          <a:ext cx="7901014" cy="48737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9.3.3</a:t>
            </a:r>
            <a:r>
              <a:rPr lang="zh-CN" altLang="en-US" dirty="0" smtClean="0"/>
              <a:t>　压缩工具</a:t>
            </a:r>
            <a:r>
              <a:rPr lang="en-US" dirty="0" smtClean="0"/>
              <a:t>WinRAR</a:t>
            </a:r>
            <a:endParaRPr lang="zh-CN" altLang="en-US" dirty="0" smtClean="0"/>
          </a:p>
          <a:p>
            <a:pPr>
              <a:lnSpc>
                <a:spcPct val="150000"/>
              </a:lnSpc>
              <a:buNone/>
            </a:pPr>
            <a:r>
              <a:rPr lang="zh-CN" altLang="en-US" sz="2000" dirty="0" smtClean="0"/>
              <a:t>       压缩软件的作用是减少源文件的存储空间。</a:t>
            </a:r>
            <a:r>
              <a:rPr lang="en-US" sz="2000" dirty="0" smtClean="0"/>
              <a:t>WinRAR </a:t>
            </a:r>
            <a:r>
              <a:rPr lang="zh-CN" altLang="en-US" sz="2000" dirty="0" smtClean="0"/>
              <a:t>是在</a:t>
            </a:r>
            <a:r>
              <a:rPr lang="en-US" sz="2000" dirty="0" smtClean="0"/>
              <a:t>Windows</a:t>
            </a:r>
            <a:r>
              <a:rPr lang="zh-CN" altLang="en-US" sz="2000" dirty="0" smtClean="0"/>
              <a:t>环境下对文件和文件夹进行管理和操作的一款压缩软件。</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使用</a:t>
            </a:r>
            <a:r>
              <a:rPr lang="en-US" sz="2000" dirty="0" smtClean="0"/>
              <a:t>WinRAR</a:t>
            </a:r>
            <a:r>
              <a:rPr lang="zh-CN" altLang="en-US" sz="2000" dirty="0" smtClean="0"/>
              <a:t>压缩文件</a:t>
            </a:r>
            <a:endParaRPr lang="zh-CN" altLang="en-US" sz="2000" dirty="0"/>
          </a:p>
        </p:txBody>
      </p:sp>
      <p:pic>
        <p:nvPicPr>
          <p:cNvPr id="6" name="9a11.jpg" descr="id:2147498632;FounderCES"/>
          <p:cNvPicPr/>
          <p:nvPr/>
        </p:nvPicPr>
        <p:blipFill>
          <a:blip r:embed="rId4"/>
          <a:stretch>
            <a:fillRect/>
          </a:stretch>
        </p:blipFill>
        <p:spPr>
          <a:xfrm>
            <a:off x="4952992" y="3214686"/>
            <a:ext cx="2333836" cy="3207714"/>
          </a:xfrm>
          <a:prstGeom prst="rect">
            <a:avLst/>
          </a:prstGeom>
        </p:spPr>
      </p:pic>
      <p:sp>
        <p:nvSpPr>
          <p:cNvPr id="7" name="矩形 6"/>
          <p:cNvSpPr/>
          <p:nvPr/>
        </p:nvSpPr>
        <p:spPr>
          <a:xfrm>
            <a:off x="7667639" y="3682490"/>
            <a:ext cx="428625" cy="2475865"/>
          </a:xfrm>
          <a:prstGeom prst="rect">
            <a:avLst/>
          </a:prstGeom>
        </p:spPr>
        <p:txBody>
          <a:bodyPr vert="eaVert" wrap="none">
            <a:spAutoFit/>
          </a:bodyPr>
          <a:lstStyle/>
          <a:p>
            <a:r>
              <a:rPr lang="zh-CN" altLang="en-US" sz="1600" dirty="0" smtClean="0"/>
              <a:t>图</a:t>
            </a:r>
            <a:r>
              <a:rPr lang="en-US" sz="1600" dirty="0" smtClean="0"/>
              <a:t>9—10</a:t>
            </a:r>
            <a:r>
              <a:rPr lang="zh-CN" altLang="en-US" sz="1600" dirty="0" smtClean="0"/>
              <a:t>　</a:t>
            </a:r>
            <a:r>
              <a:rPr lang="en-US" sz="1600" dirty="0" smtClean="0"/>
              <a:t>WinRAR</a:t>
            </a:r>
            <a:r>
              <a:rPr lang="zh-CN" altLang="en-US" sz="1600" dirty="0" smtClean="0"/>
              <a:t>快捷菜单</a:t>
            </a:r>
            <a:endParaRPr lang="zh-CN" alt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en-US" sz="2000" dirty="0" smtClean="0"/>
              <a:t>(1)</a:t>
            </a:r>
            <a:r>
              <a:rPr lang="zh-CN" altLang="en-US" sz="2000" dirty="0" smtClean="0"/>
              <a:t>压缩文件名。</a:t>
            </a:r>
            <a:endParaRPr lang="zh-CN" altLang="en-US" sz="2000" dirty="0"/>
          </a:p>
        </p:txBody>
      </p:sp>
      <p:pic>
        <p:nvPicPr>
          <p:cNvPr id="8" name="9a12.jpg" descr="id:2147498639;FounderCES"/>
          <p:cNvPicPr/>
          <p:nvPr/>
        </p:nvPicPr>
        <p:blipFill>
          <a:blip r:embed="rId4" cstate="print"/>
          <a:stretch>
            <a:fillRect/>
          </a:stretch>
        </p:blipFill>
        <p:spPr>
          <a:xfrm>
            <a:off x="3595670" y="2143116"/>
            <a:ext cx="4643470" cy="3643338"/>
          </a:xfrm>
          <a:prstGeom prst="rect">
            <a:avLst/>
          </a:prstGeom>
        </p:spPr>
      </p:pic>
      <p:sp>
        <p:nvSpPr>
          <p:cNvPr id="10" name="矩形 9"/>
          <p:cNvSpPr/>
          <p:nvPr/>
        </p:nvSpPr>
        <p:spPr>
          <a:xfrm>
            <a:off x="4560964" y="6019404"/>
            <a:ext cx="2707640" cy="337185"/>
          </a:xfrm>
          <a:prstGeom prst="rect">
            <a:avLst/>
          </a:prstGeom>
        </p:spPr>
        <p:txBody>
          <a:bodyPr wrap="none">
            <a:spAutoFit/>
          </a:bodyPr>
          <a:lstStyle/>
          <a:p>
            <a:r>
              <a:rPr lang="zh-CN" altLang="en-US" sz="1600" dirty="0" smtClean="0"/>
              <a:t>图</a:t>
            </a:r>
            <a:r>
              <a:rPr lang="en-US" sz="1600" dirty="0" smtClean="0"/>
              <a:t>9—11</a:t>
            </a:r>
            <a:r>
              <a:rPr lang="zh-CN" altLang="en-US" sz="1600" dirty="0" smtClean="0"/>
              <a:t>　压缩文件名和参数</a:t>
            </a:r>
            <a:endParaRPr lang="zh-CN" alt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配置。</a:t>
            </a:r>
            <a:endParaRPr lang="zh-CN" altLang="en-US" sz="2000" dirty="0" smtClean="0"/>
          </a:p>
          <a:p>
            <a:pPr>
              <a:lnSpc>
                <a:spcPct val="150000"/>
              </a:lnSpc>
              <a:buNone/>
            </a:pPr>
            <a:r>
              <a:rPr lang="en-US" sz="2000" dirty="0" smtClean="0"/>
              <a:t>(3)</a:t>
            </a:r>
            <a:r>
              <a:rPr lang="zh-CN" altLang="en-US" sz="2000" dirty="0" smtClean="0"/>
              <a:t>压缩文件类型。</a:t>
            </a:r>
            <a:endParaRPr lang="zh-CN" altLang="en-US" sz="2000" dirty="0" smtClean="0"/>
          </a:p>
          <a:p>
            <a:pPr>
              <a:lnSpc>
                <a:spcPct val="150000"/>
              </a:lnSpc>
              <a:buNone/>
            </a:pPr>
            <a:r>
              <a:rPr lang="en-US" sz="2000" dirty="0" smtClean="0"/>
              <a:t>(4)</a:t>
            </a:r>
            <a:r>
              <a:rPr lang="zh-CN" altLang="en-US" sz="2000" dirty="0" smtClean="0"/>
              <a:t>更新方式。</a:t>
            </a:r>
            <a:endParaRPr lang="zh-CN" altLang="en-US" sz="2000" dirty="0" smtClean="0"/>
          </a:p>
          <a:p>
            <a:pPr>
              <a:lnSpc>
                <a:spcPct val="150000"/>
              </a:lnSpc>
              <a:buNone/>
            </a:pPr>
            <a:r>
              <a:rPr lang="en-US" sz="2000" dirty="0" smtClean="0"/>
              <a:t>(5)</a:t>
            </a:r>
            <a:r>
              <a:rPr lang="zh-CN" altLang="en-US" sz="2000" dirty="0" smtClean="0"/>
              <a:t>存档选项。</a:t>
            </a:r>
            <a:endParaRPr lang="zh-CN" altLang="en-US" sz="2000" dirty="0" smtClean="0"/>
          </a:p>
          <a:p>
            <a:pPr>
              <a:lnSpc>
                <a:spcPct val="150000"/>
              </a:lnSpc>
              <a:buNone/>
            </a:pPr>
            <a:r>
              <a:rPr lang="en-US" sz="2000" dirty="0" smtClean="0"/>
              <a:t>(6)</a:t>
            </a:r>
            <a:r>
              <a:rPr lang="zh-CN" altLang="en-US" sz="2000" dirty="0" smtClean="0"/>
              <a:t>压缩方式。</a:t>
            </a:r>
            <a:endParaRPr lang="zh-CN" altLang="en-US" sz="2000" dirty="0" smtClean="0"/>
          </a:p>
          <a:p>
            <a:pPr>
              <a:lnSpc>
                <a:spcPct val="150000"/>
              </a:lnSpc>
              <a:buNone/>
            </a:pPr>
            <a:r>
              <a:rPr lang="en-US" sz="2000" dirty="0" smtClean="0"/>
              <a:t>(7)</a:t>
            </a:r>
            <a:r>
              <a:rPr lang="zh-CN" altLang="en-US" sz="2000" dirty="0" smtClean="0"/>
              <a:t>分卷、字节。</a:t>
            </a:r>
            <a:endParaRPr lang="zh-CN" altLang="en-US" sz="2000" dirty="0"/>
          </a:p>
        </p:txBody>
      </p:sp>
      <p:sp>
        <p:nvSpPr>
          <p:cNvPr id="10" name="矩形 9"/>
          <p:cNvSpPr/>
          <p:nvPr/>
        </p:nvSpPr>
        <p:spPr>
          <a:xfrm>
            <a:off x="6238969" y="6019404"/>
            <a:ext cx="1894840" cy="337185"/>
          </a:xfrm>
          <a:prstGeom prst="rect">
            <a:avLst/>
          </a:prstGeom>
        </p:spPr>
        <p:txBody>
          <a:bodyPr wrap="none">
            <a:spAutoFit/>
          </a:bodyPr>
          <a:lstStyle/>
          <a:p>
            <a:r>
              <a:rPr lang="zh-CN" altLang="en-US" sz="1600" dirty="0" smtClean="0"/>
              <a:t>图</a:t>
            </a:r>
            <a:r>
              <a:rPr lang="en-US" sz="1600" dirty="0" smtClean="0"/>
              <a:t>9—12</a:t>
            </a:r>
            <a:r>
              <a:rPr lang="zh-CN" altLang="en-US" sz="1600" dirty="0" smtClean="0"/>
              <a:t>　管理配置</a:t>
            </a:r>
            <a:endParaRPr lang="zh-CN" altLang="en-US" sz="1600" dirty="0"/>
          </a:p>
        </p:txBody>
      </p:sp>
      <p:pic>
        <p:nvPicPr>
          <p:cNvPr id="11" name="9a13.jpg" descr="id:2147498646;FounderCES"/>
          <p:cNvPicPr/>
          <p:nvPr/>
        </p:nvPicPr>
        <p:blipFill>
          <a:blip r:embed="rId4" cstate="print"/>
          <a:stretch>
            <a:fillRect/>
          </a:stretch>
        </p:blipFill>
        <p:spPr>
          <a:xfrm>
            <a:off x="4524364" y="1714488"/>
            <a:ext cx="5000660" cy="36433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(8)</a:t>
            </a:r>
            <a:r>
              <a:rPr lang="zh-CN" altLang="en-US" sz="2000" dirty="0" smtClean="0"/>
              <a:t>档案文件的密码设置。</a:t>
            </a:r>
            <a:endParaRPr lang="zh-CN" altLang="en-US" sz="2000" dirty="0"/>
          </a:p>
        </p:txBody>
      </p:sp>
      <p:sp>
        <p:nvSpPr>
          <p:cNvPr id="10" name="矩形 9"/>
          <p:cNvSpPr/>
          <p:nvPr/>
        </p:nvSpPr>
        <p:spPr>
          <a:xfrm>
            <a:off x="2952728" y="6019404"/>
            <a:ext cx="1894840" cy="337185"/>
          </a:xfrm>
          <a:prstGeom prst="rect">
            <a:avLst/>
          </a:prstGeom>
        </p:spPr>
        <p:txBody>
          <a:bodyPr wrap="none">
            <a:spAutoFit/>
          </a:bodyPr>
          <a:lstStyle/>
          <a:p>
            <a:r>
              <a:rPr lang="zh-CN" altLang="en-US" sz="1600" dirty="0" smtClean="0"/>
              <a:t>图</a:t>
            </a:r>
            <a:r>
              <a:rPr lang="en-US" sz="1600" dirty="0" smtClean="0"/>
              <a:t>9—13</a:t>
            </a:r>
            <a:r>
              <a:rPr lang="zh-CN" altLang="en-US" sz="1600" dirty="0" smtClean="0"/>
              <a:t>　高级设置</a:t>
            </a:r>
            <a:endParaRPr lang="zh-CN" altLang="en-US" sz="1600" dirty="0"/>
          </a:p>
        </p:txBody>
      </p:sp>
      <p:pic>
        <p:nvPicPr>
          <p:cNvPr id="8" name="9a14.jpg" descr="id:2147498653;FounderCES"/>
          <p:cNvPicPr/>
          <p:nvPr/>
        </p:nvPicPr>
        <p:blipFill>
          <a:blip r:embed="rId4" cstate="print"/>
          <a:stretch>
            <a:fillRect/>
          </a:stretch>
        </p:blipFill>
        <p:spPr>
          <a:xfrm>
            <a:off x="2095472" y="2643182"/>
            <a:ext cx="3357586" cy="2857520"/>
          </a:xfrm>
          <a:prstGeom prst="rect">
            <a:avLst/>
          </a:prstGeom>
        </p:spPr>
      </p:pic>
      <p:pic>
        <p:nvPicPr>
          <p:cNvPr id="12" name="9a15.jpg" descr="id:2147498660;FounderCES"/>
          <p:cNvPicPr/>
          <p:nvPr/>
        </p:nvPicPr>
        <p:blipFill>
          <a:blip r:embed="rId5" cstate="print"/>
          <a:stretch>
            <a:fillRect/>
          </a:stretch>
        </p:blipFill>
        <p:spPr>
          <a:xfrm>
            <a:off x="6310314" y="2643182"/>
            <a:ext cx="3571900" cy="2857520"/>
          </a:xfrm>
          <a:prstGeom prst="rect">
            <a:avLst/>
          </a:prstGeom>
        </p:spPr>
      </p:pic>
      <p:sp>
        <p:nvSpPr>
          <p:cNvPr id="13" name="矩形 12"/>
          <p:cNvSpPr/>
          <p:nvPr/>
        </p:nvSpPr>
        <p:spPr>
          <a:xfrm>
            <a:off x="6988056" y="5988626"/>
            <a:ext cx="2301240" cy="337185"/>
          </a:xfrm>
          <a:prstGeom prst="rect">
            <a:avLst/>
          </a:prstGeom>
        </p:spPr>
        <p:txBody>
          <a:bodyPr wrap="none">
            <a:spAutoFit/>
          </a:bodyPr>
          <a:lstStyle/>
          <a:p>
            <a:r>
              <a:rPr lang="zh-CN" altLang="en-US" sz="1600" dirty="0" smtClean="0"/>
              <a:t>图</a:t>
            </a:r>
            <a:r>
              <a:rPr lang="en-US" sz="1600" dirty="0" smtClean="0"/>
              <a:t>9—14</a:t>
            </a:r>
            <a:r>
              <a:rPr lang="zh-CN" altLang="en-US" sz="1600" dirty="0" smtClean="0"/>
              <a:t>　设置压缩密码</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使用</a:t>
            </a:r>
            <a:r>
              <a:rPr lang="en-US" sz="2000" dirty="0" smtClean="0"/>
              <a:t>WinRAR</a:t>
            </a:r>
            <a:r>
              <a:rPr lang="zh-CN" altLang="en-US" sz="2000" dirty="0" smtClean="0"/>
              <a:t>解压缩文件</a:t>
            </a:r>
            <a:endParaRPr lang="zh-CN" altLang="en-US" sz="2000" dirty="0" smtClean="0"/>
          </a:p>
          <a:p>
            <a:pPr>
              <a:lnSpc>
                <a:spcPct val="150000"/>
              </a:lnSpc>
              <a:buNone/>
            </a:pPr>
            <a:r>
              <a:rPr lang="en-US" sz="2000" dirty="0" smtClean="0"/>
              <a:t>(1)</a:t>
            </a:r>
            <a:r>
              <a:rPr lang="zh-CN" altLang="en-US" sz="2000" dirty="0" smtClean="0"/>
              <a:t>方法一。</a:t>
            </a:r>
            <a:endParaRPr lang="zh-CN" altLang="en-US" sz="2000" dirty="0"/>
          </a:p>
        </p:txBody>
      </p:sp>
      <p:sp>
        <p:nvSpPr>
          <p:cNvPr id="10" name="矩形 9"/>
          <p:cNvSpPr/>
          <p:nvPr/>
        </p:nvSpPr>
        <p:spPr>
          <a:xfrm>
            <a:off x="4418099" y="6019404"/>
            <a:ext cx="2770505" cy="337185"/>
          </a:xfrm>
          <a:prstGeom prst="rect">
            <a:avLst/>
          </a:prstGeom>
        </p:spPr>
        <p:txBody>
          <a:bodyPr wrap="none">
            <a:spAutoFit/>
          </a:bodyPr>
          <a:lstStyle/>
          <a:p>
            <a:r>
              <a:rPr lang="zh-CN" altLang="en-US" sz="1600" dirty="0" smtClean="0"/>
              <a:t>图</a:t>
            </a:r>
            <a:r>
              <a:rPr lang="en-US" sz="1600" dirty="0" smtClean="0"/>
              <a:t>9—15</a:t>
            </a:r>
            <a:r>
              <a:rPr lang="zh-CN" altLang="en-US" sz="1600" dirty="0" smtClean="0"/>
              <a:t>　</a:t>
            </a:r>
            <a:r>
              <a:rPr lang="en-US" sz="1600" dirty="0" smtClean="0"/>
              <a:t>WinRAR</a:t>
            </a:r>
            <a:r>
              <a:rPr lang="zh-CN" altLang="en-US" sz="1600" dirty="0" smtClean="0"/>
              <a:t>解压缩界面</a:t>
            </a:r>
            <a:endParaRPr lang="zh-CN" altLang="en-US" sz="1600" dirty="0"/>
          </a:p>
        </p:txBody>
      </p:sp>
      <p:pic>
        <p:nvPicPr>
          <p:cNvPr id="11" name="9a16.jpg" descr="id:2147498675;FounderCES"/>
          <p:cNvPicPr/>
          <p:nvPr/>
        </p:nvPicPr>
        <p:blipFill>
          <a:blip r:embed="rId4" cstate="print"/>
          <a:stretch>
            <a:fillRect/>
          </a:stretch>
        </p:blipFill>
        <p:spPr>
          <a:xfrm>
            <a:off x="3881422" y="2214554"/>
            <a:ext cx="4071966" cy="342902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方法二。</a:t>
            </a:r>
            <a:endParaRPr lang="zh-CN" altLang="en-US" sz="2000" dirty="0"/>
          </a:p>
        </p:txBody>
      </p:sp>
      <p:sp>
        <p:nvSpPr>
          <p:cNvPr id="10" name="矩形 9"/>
          <p:cNvSpPr/>
          <p:nvPr/>
        </p:nvSpPr>
        <p:spPr>
          <a:xfrm>
            <a:off x="4418099" y="6019404"/>
            <a:ext cx="2613025" cy="337185"/>
          </a:xfrm>
          <a:prstGeom prst="rect">
            <a:avLst/>
          </a:prstGeom>
        </p:spPr>
        <p:txBody>
          <a:bodyPr wrap="none">
            <a:spAutoFit/>
          </a:bodyPr>
          <a:lstStyle/>
          <a:p>
            <a:r>
              <a:rPr lang="zh-CN" altLang="en-US" sz="1600" dirty="0" smtClean="0"/>
              <a:t>图</a:t>
            </a:r>
            <a:r>
              <a:rPr lang="en-US" sz="1600" dirty="0" smtClean="0"/>
              <a:t>9—16</a:t>
            </a:r>
            <a:r>
              <a:rPr lang="zh-CN" altLang="en-US" sz="1600" dirty="0" smtClean="0"/>
              <a:t>　</a:t>
            </a:r>
            <a:r>
              <a:rPr lang="en-US" sz="1600" dirty="0" smtClean="0"/>
              <a:t>WinRAR</a:t>
            </a:r>
            <a:r>
              <a:rPr lang="zh-CN" altLang="en-US" sz="1600" dirty="0" smtClean="0"/>
              <a:t>解压文件 </a:t>
            </a:r>
            <a:endParaRPr lang="zh-CN" altLang="en-US" sz="1600" dirty="0"/>
          </a:p>
        </p:txBody>
      </p:sp>
      <p:pic>
        <p:nvPicPr>
          <p:cNvPr id="8" name="9a17.jpg" descr="id:2147498682;FounderCES"/>
          <p:cNvPicPr/>
          <p:nvPr/>
        </p:nvPicPr>
        <p:blipFill>
          <a:blip r:embed="rId4" cstate="print"/>
          <a:stretch>
            <a:fillRect/>
          </a:stretch>
        </p:blipFill>
        <p:spPr>
          <a:xfrm>
            <a:off x="3524232" y="2143116"/>
            <a:ext cx="4500594" cy="342902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什么是多媒体技术</a:t>
            </a:r>
            <a:r>
              <a:rPr lang="en-US" sz="2000" dirty="0" smtClean="0"/>
              <a:t>?</a:t>
            </a:r>
            <a:endParaRPr lang="zh-CN" altLang="en-US" sz="2000" dirty="0" smtClean="0"/>
          </a:p>
          <a:p>
            <a:pPr>
              <a:lnSpc>
                <a:spcPct val="150000"/>
              </a:lnSpc>
              <a:buNone/>
            </a:pPr>
            <a:r>
              <a:rPr lang="en-US" sz="2000" dirty="0" smtClean="0"/>
              <a:t>2.</a:t>
            </a:r>
            <a:r>
              <a:rPr lang="zh-CN" altLang="en-US" sz="2000" dirty="0" smtClean="0"/>
              <a:t>多媒体技术有哪些应用领域</a:t>
            </a:r>
            <a:r>
              <a:rPr lang="en-US" sz="2000" dirty="0" smtClean="0"/>
              <a:t>?</a:t>
            </a:r>
            <a:endParaRPr lang="zh-CN" altLang="en-US" sz="2000" dirty="0" smtClean="0"/>
          </a:p>
          <a:p>
            <a:pPr>
              <a:lnSpc>
                <a:spcPct val="150000"/>
              </a:lnSpc>
              <a:buNone/>
            </a:pPr>
            <a:r>
              <a:rPr lang="en-US" sz="2000" dirty="0" smtClean="0"/>
              <a:t>3.</a:t>
            </a:r>
            <a:r>
              <a:rPr lang="zh-CN" altLang="en-US" sz="2000" dirty="0" smtClean="0"/>
              <a:t>说明多媒体计算机系统的层次结构。</a:t>
            </a:r>
            <a:endParaRPr lang="zh-CN" altLang="en-US" sz="2000" dirty="0" smtClean="0"/>
          </a:p>
          <a:p>
            <a:pPr>
              <a:lnSpc>
                <a:spcPct val="150000"/>
              </a:lnSpc>
              <a:buNone/>
            </a:pPr>
            <a:r>
              <a:rPr lang="en-US" sz="2000" dirty="0" smtClean="0"/>
              <a:t>4.</a:t>
            </a:r>
            <a:r>
              <a:rPr lang="zh-CN" altLang="en-US" sz="2000" dirty="0" smtClean="0"/>
              <a:t>简述多媒体播放软件和多媒体制作软件。</a:t>
            </a:r>
            <a:endParaRPr lang="zh-CN" altLang="en-US" sz="2000" dirty="0" smtClean="0"/>
          </a:p>
          <a:p>
            <a:pPr>
              <a:lnSpc>
                <a:spcPct val="150000"/>
              </a:lnSpc>
              <a:buNone/>
            </a:pPr>
            <a:r>
              <a:rPr lang="en-US" sz="2000" dirty="0" smtClean="0"/>
              <a:t>5.</a:t>
            </a:r>
            <a:r>
              <a:rPr lang="zh-CN" altLang="en-US" sz="2000" dirty="0" smtClean="0"/>
              <a:t>说明文字、图片、声音、动画数字化的计算机方法。</a:t>
            </a:r>
            <a:endParaRPr lang="zh-CN"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Font typeface="Wingdings" panose="05000000000000000000" pitchFamily="2" charset="2"/>
              <a:buChar char="Ø"/>
            </a:pPr>
            <a:r>
              <a:rPr lang="zh-CN" altLang="en-US" sz="2000" dirty="0" smtClean="0"/>
              <a:t>二、操作题</a:t>
            </a:r>
            <a:endParaRPr lang="zh-CN" altLang="en-US" sz="2000" dirty="0" smtClean="0"/>
          </a:p>
          <a:p>
            <a:pPr>
              <a:buNone/>
            </a:pPr>
            <a:r>
              <a:rPr lang="en-US" sz="2000" dirty="0" smtClean="0"/>
              <a:t>1.</a:t>
            </a:r>
            <a:r>
              <a:rPr lang="zh-CN" altLang="en-US" sz="2000" dirty="0" smtClean="0"/>
              <a:t>利用</a:t>
            </a:r>
            <a:r>
              <a:rPr lang="en-US" sz="2000" dirty="0" smtClean="0"/>
              <a:t>Windows</a:t>
            </a:r>
            <a:r>
              <a:rPr lang="zh-CN" altLang="en-US" sz="2000" dirty="0" smtClean="0"/>
              <a:t>的</a:t>
            </a:r>
            <a:r>
              <a:rPr lang="en-US" sz="2000" dirty="0" smtClean="0"/>
              <a:t>“</a:t>
            </a:r>
            <a:r>
              <a:rPr lang="zh-CN" altLang="en-US" sz="2000" dirty="0" smtClean="0"/>
              <a:t>画图</a:t>
            </a:r>
            <a:r>
              <a:rPr lang="en-US" sz="2000" dirty="0" smtClean="0"/>
              <a:t>”</a:t>
            </a:r>
            <a:r>
              <a:rPr lang="zh-CN" altLang="en-US" sz="2000" dirty="0" smtClean="0"/>
              <a:t>程序</a:t>
            </a:r>
            <a:r>
              <a:rPr lang="en-US" sz="2000" dirty="0" smtClean="0"/>
              <a:t>,</a:t>
            </a:r>
            <a:r>
              <a:rPr lang="zh-CN" altLang="en-US" sz="2000" dirty="0" smtClean="0"/>
              <a:t>在</a:t>
            </a:r>
            <a:r>
              <a:rPr lang="en-US" sz="2000" dirty="0" smtClean="0"/>
              <a:t>“d:\myfile\bmp”</a:t>
            </a:r>
            <a:r>
              <a:rPr lang="zh-CN" altLang="en-US" sz="2000" dirty="0" smtClean="0"/>
              <a:t>文件夹建立一个文件名为</a:t>
            </a:r>
            <a:r>
              <a:rPr lang="en-US" sz="2000" dirty="0" smtClean="0"/>
              <a:t>“my_bmp.bmp”</a:t>
            </a:r>
            <a:r>
              <a:rPr lang="zh-CN" altLang="en-US" sz="2000" dirty="0" smtClean="0"/>
              <a:t>的图片文件</a:t>
            </a:r>
            <a:r>
              <a:rPr lang="en-US" sz="2000" dirty="0" smtClean="0"/>
              <a:t>,</a:t>
            </a:r>
            <a:r>
              <a:rPr lang="zh-CN" altLang="en-US" sz="2000" dirty="0" smtClean="0"/>
              <a:t>图片出现</a:t>
            </a:r>
            <a:r>
              <a:rPr lang="en-US" sz="2000" dirty="0" smtClean="0"/>
              <a:t>5</a:t>
            </a:r>
            <a:r>
              <a:rPr lang="zh-CN" altLang="en-US" sz="2000" dirty="0" smtClean="0"/>
              <a:t>颗大小不同、颜色不同的五角星图案。</a:t>
            </a:r>
            <a:endParaRPr lang="zh-CN" altLang="en-US" sz="2000" dirty="0" smtClean="0"/>
          </a:p>
          <a:p>
            <a:pPr>
              <a:buNone/>
            </a:pPr>
            <a:r>
              <a:rPr lang="en-US" sz="2000" dirty="0" smtClean="0"/>
              <a:t>2.</a:t>
            </a:r>
            <a:r>
              <a:rPr lang="zh-CN" altLang="en-US" sz="2000" dirty="0" smtClean="0"/>
              <a:t>利用</a:t>
            </a:r>
            <a:r>
              <a:rPr lang="en-US" sz="2000" dirty="0" smtClean="0"/>
              <a:t>Windows</a:t>
            </a:r>
            <a:r>
              <a:rPr lang="zh-CN" altLang="en-US" sz="2000" dirty="0" smtClean="0"/>
              <a:t>的</a:t>
            </a:r>
            <a:r>
              <a:rPr lang="en-US" sz="2000" dirty="0" smtClean="0"/>
              <a:t>“</a:t>
            </a:r>
            <a:r>
              <a:rPr lang="zh-CN" altLang="en-US" sz="2000" dirty="0" smtClean="0"/>
              <a:t>录音机</a:t>
            </a:r>
            <a:r>
              <a:rPr lang="en-US" sz="2000" dirty="0" smtClean="0"/>
              <a:t>”,</a:t>
            </a:r>
            <a:r>
              <a:rPr lang="zh-CN" altLang="en-US" sz="2000" dirty="0" smtClean="0"/>
              <a:t>在</a:t>
            </a:r>
            <a:r>
              <a:rPr lang="en-US" sz="2000" dirty="0" smtClean="0"/>
              <a:t>“d:\myfile\mus”</a:t>
            </a:r>
            <a:r>
              <a:rPr lang="zh-CN" altLang="en-US" sz="2000" dirty="0" smtClean="0"/>
              <a:t>文件夹建立一个文件名为</a:t>
            </a:r>
            <a:r>
              <a:rPr lang="en-US" sz="2000" dirty="0" smtClean="0"/>
              <a:t>“my_mus.wam”</a:t>
            </a:r>
            <a:r>
              <a:rPr lang="zh-CN" altLang="en-US" sz="2000" dirty="0" smtClean="0"/>
              <a:t>的声音文件</a:t>
            </a:r>
            <a:r>
              <a:rPr lang="en-US" sz="2000" dirty="0" smtClean="0"/>
              <a:t>,</a:t>
            </a:r>
            <a:r>
              <a:rPr lang="zh-CN" altLang="en-US" sz="2000" dirty="0" smtClean="0"/>
              <a:t>任意录音</a:t>
            </a:r>
            <a:r>
              <a:rPr lang="en-US" sz="2000" dirty="0" smtClean="0"/>
              <a:t>30</a:t>
            </a:r>
            <a:r>
              <a:rPr lang="zh-CN" altLang="en-US" sz="2000" dirty="0" smtClean="0"/>
              <a:t>秒。</a:t>
            </a:r>
            <a:endParaRPr lang="zh-CN" altLang="en-US" sz="2000" dirty="0" smtClean="0"/>
          </a:p>
          <a:p>
            <a:pPr>
              <a:buNone/>
            </a:pPr>
            <a:r>
              <a:rPr lang="en-US" sz="2000" dirty="0" smtClean="0"/>
              <a:t>3.</a:t>
            </a:r>
            <a:r>
              <a:rPr lang="zh-CN" altLang="en-US" sz="2000" dirty="0" smtClean="0"/>
              <a:t>利用</a:t>
            </a:r>
            <a:r>
              <a:rPr lang="en-US" sz="2000" dirty="0" smtClean="0"/>
              <a:t>Windows</a:t>
            </a:r>
            <a:r>
              <a:rPr lang="zh-CN" altLang="en-US" sz="2000" dirty="0" smtClean="0"/>
              <a:t>的</a:t>
            </a:r>
            <a:r>
              <a:rPr lang="en-US" sz="2000" dirty="0" smtClean="0"/>
              <a:t>“WinRAR”</a:t>
            </a:r>
            <a:r>
              <a:rPr lang="zh-CN" altLang="en-US" sz="2000" dirty="0" smtClean="0"/>
              <a:t>程序</a:t>
            </a:r>
            <a:r>
              <a:rPr lang="en-US" sz="2000" dirty="0" smtClean="0"/>
              <a:t>,</a:t>
            </a:r>
            <a:r>
              <a:rPr lang="zh-CN" altLang="en-US" sz="2000" dirty="0" smtClean="0"/>
              <a:t>在</a:t>
            </a:r>
            <a:r>
              <a:rPr lang="en-US" sz="2000" dirty="0" smtClean="0"/>
              <a:t>“d:\myfile”</a:t>
            </a:r>
            <a:r>
              <a:rPr lang="zh-CN" altLang="en-US" sz="2000" dirty="0" smtClean="0"/>
              <a:t>文件夹建立一个文件名为</a:t>
            </a:r>
            <a:r>
              <a:rPr lang="en-US" sz="2000" dirty="0" smtClean="0"/>
              <a:t>“my_rar.rar”</a:t>
            </a:r>
            <a:r>
              <a:rPr lang="zh-CN" altLang="en-US" sz="2000" dirty="0" smtClean="0"/>
              <a:t>的压缩文件</a:t>
            </a:r>
            <a:r>
              <a:rPr lang="en-US" sz="2000" dirty="0" smtClean="0"/>
              <a:t>,</a:t>
            </a:r>
            <a:r>
              <a:rPr lang="zh-CN" altLang="en-US" sz="2000" dirty="0" smtClean="0"/>
              <a:t>将</a:t>
            </a:r>
            <a:r>
              <a:rPr lang="en-US" sz="2000" dirty="0" smtClean="0"/>
              <a:t>“d:\myfile”</a:t>
            </a:r>
            <a:r>
              <a:rPr lang="zh-CN" altLang="en-US" sz="2000" dirty="0" smtClean="0"/>
              <a:t>文件夹以下的所有文件进行压缩。</a:t>
            </a:r>
            <a:endParaRPr lang="zh-CN" altLang="en-US" sz="2000" dirty="0" smtClean="0"/>
          </a:p>
          <a:p>
            <a:pPr>
              <a:buNone/>
            </a:pPr>
            <a:r>
              <a:rPr lang="en-US" sz="2000" dirty="0" smtClean="0"/>
              <a:t>4.</a:t>
            </a:r>
            <a:r>
              <a:rPr lang="zh-CN" altLang="en-US" sz="2000" dirty="0" smtClean="0"/>
              <a:t>利用</a:t>
            </a:r>
            <a:r>
              <a:rPr lang="en-US" sz="2000" dirty="0" smtClean="0"/>
              <a:t>Windows</a:t>
            </a:r>
            <a:r>
              <a:rPr lang="zh-CN" altLang="en-US" sz="2000" dirty="0" smtClean="0"/>
              <a:t>的</a:t>
            </a:r>
            <a:r>
              <a:rPr lang="en-US" sz="2000" dirty="0" smtClean="0"/>
              <a:t>“WinRAR”</a:t>
            </a:r>
            <a:r>
              <a:rPr lang="zh-CN" altLang="en-US" sz="2000" dirty="0" smtClean="0"/>
              <a:t>程序</a:t>
            </a:r>
            <a:r>
              <a:rPr lang="en-US" sz="2000" dirty="0" smtClean="0"/>
              <a:t>,</a:t>
            </a:r>
            <a:r>
              <a:rPr lang="zh-CN" altLang="en-US" sz="2000" dirty="0" smtClean="0"/>
              <a:t>将</a:t>
            </a:r>
            <a:r>
              <a:rPr lang="en-US" sz="2000" dirty="0" smtClean="0"/>
              <a:t>“d:\myfile\my_rar.rar”</a:t>
            </a:r>
            <a:r>
              <a:rPr lang="zh-CN" altLang="en-US" sz="2000" dirty="0" smtClean="0"/>
              <a:t>压缩文件</a:t>
            </a:r>
            <a:r>
              <a:rPr lang="en-US" sz="2000" dirty="0" smtClean="0"/>
              <a:t>,</a:t>
            </a:r>
            <a:r>
              <a:rPr lang="zh-CN" altLang="en-US" sz="2000" dirty="0" smtClean="0"/>
              <a:t>解压缩到</a:t>
            </a:r>
            <a:r>
              <a:rPr lang="en-US" sz="2000" dirty="0" smtClean="0"/>
              <a:t>“d:\myfile”</a:t>
            </a:r>
            <a:r>
              <a:rPr lang="zh-CN" altLang="en-US" sz="2000" dirty="0" smtClean="0"/>
              <a:t>文件夹下。</a:t>
            </a:r>
            <a:endParaRPr lang="zh-CN" altLang="en-US" sz="2000" dirty="0" smtClean="0"/>
          </a:p>
          <a:p>
            <a:pPr>
              <a:buNone/>
            </a:pPr>
            <a:r>
              <a:rPr lang="en-US" sz="2000" dirty="0" smtClean="0"/>
              <a:t>5.</a:t>
            </a:r>
            <a:r>
              <a:rPr lang="zh-CN" altLang="en-US" sz="2000" dirty="0" smtClean="0"/>
              <a:t>利用百度搜索歌曲</a:t>
            </a:r>
            <a:r>
              <a:rPr lang="en-US" sz="2000" dirty="0" smtClean="0"/>
              <a:t>“</a:t>
            </a:r>
            <a:r>
              <a:rPr lang="zh-CN" altLang="en-US" sz="2000" dirty="0" smtClean="0"/>
              <a:t>同一首歌</a:t>
            </a:r>
            <a:r>
              <a:rPr lang="en-US" sz="2000" dirty="0" smtClean="0"/>
              <a:t>.mp3”,</a:t>
            </a:r>
            <a:r>
              <a:rPr lang="zh-CN" altLang="en-US" sz="2000" dirty="0" smtClean="0"/>
              <a:t>将其下载到</a:t>
            </a:r>
            <a:r>
              <a:rPr lang="en-US" sz="2000" dirty="0" smtClean="0"/>
              <a:t>“d:\myfile\mus”</a:t>
            </a:r>
            <a:r>
              <a:rPr lang="zh-CN" altLang="en-US" sz="2000" dirty="0" smtClean="0"/>
              <a:t>文件夹</a:t>
            </a:r>
            <a:r>
              <a:rPr lang="en-US" sz="2000" dirty="0" smtClean="0"/>
              <a:t>,</a:t>
            </a:r>
            <a:r>
              <a:rPr lang="zh-CN" altLang="en-US" sz="2000" dirty="0" smtClean="0"/>
              <a:t>利用</a:t>
            </a:r>
            <a:r>
              <a:rPr lang="en-US" sz="2000" dirty="0" smtClean="0"/>
              <a:t>“Windows Media Player”</a:t>
            </a:r>
            <a:r>
              <a:rPr lang="zh-CN" altLang="en-US" sz="2000" dirty="0" smtClean="0"/>
              <a:t>软件播放该歌曲。</a:t>
            </a:r>
            <a:endParaRPr lang="zh-CN"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9</a:t>
            </a:r>
            <a:r>
              <a:rPr lang="zh-CN" altLang="en-US" sz="2800" dirty="0" smtClean="0">
                <a:solidFill>
                  <a:schemeClr val="accent1">
                    <a:lumMod val="75000"/>
                  </a:schemeClr>
                </a:solidFill>
                <a:latin typeface="方正姚体" pitchFamily="2" charset="-122"/>
                <a:ea typeface="方正姚体" pitchFamily="2" charset="-122"/>
              </a:rPr>
              <a:t>章    计算机多媒体技术</a:t>
            </a:r>
            <a:br>
              <a:rPr lang="en-US" altLang="zh-CN" sz="2800" dirty="0" smtClean="0"/>
            </a:b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10000"/>
              </a:lnSpc>
              <a:buFont typeface="Wingdings" panose="05000000000000000000" pitchFamily="2" charset="2"/>
              <a:buChar char="Ø"/>
            </a:pPr>
            <a:r>
              <a:rPr lang="zh-CN" altLang="en-US" sz="2000" dirty="0" smtClean="0"/>
              <a:t>三、单选题</a:t>
            </a:r>
            <a:endParaRPr lang="zh-CN" altLang="en-US" sz="2000" dirty="0" smtClean="0"/>
          </a:p>
          <a:p>
            <a:pPr>
              <a:lnSpc>
                <a:spcPct val="110000"/>
              </a:lnSpc>
              <a:buNone/>
            </a:pPr>
            <a:r>
              <a:rPr lang="en-US" sz="2000" dirty="0" smtClean="0"/>
              <a:t>1.</a:t>
            </a:r>
            <a:r>
              <a:rPr lang="zh-CN" altLang="en-US" sz="2000" dirty="0" smtClean="0"/>
              <a:t>以下关于多媒体技术的描述正确的是</a:t>
            </a:r>
            <a:r>
              <a:rPr lang="zh-CN" altLang="en-US" sz="2000" u="sng" dirty="0" smtClean="0"/>
              <a:t>　　</a:t>
            </a:r>
            <a:r>
              <a:rPr lang="zh-CN" altLang="en-US" sz="2000" dirty="0" smtClean="0"/>
              <a:t>。</a:t>
            </a:r>
            <a:r>
              <a:rPr lang="en-US" sz="2000" dirty="0" smtClean="0"/>
              <a:t> </a:t>
            </a:r>
            <a:endParaRPr lang="zh-CN" altLang="en-US" sz="2000" dirty="0" smtClean="0"/>
          </a:p>
          <a:p>
            <a:pPr>
              <a:lnSpc>
                <a:spcPct val="110000"/>
              </a:lnSpc>
              <a:buNone/>
            </a:pPr>
            <a:r>
              <a:rPr lang="en-US" sz="2000" dirty="0" smtClean="0"/>
              <a:t>A.</a:t>
            </a:r>
            <a:r>
              <a:rPr lang="zh-CN" altLang="en-US" sz="2000" dirty="0" smtClean="0"/>
              <a:t>多媒体技术中的</a:t>
            </a:r>
            <a:r>
              <a:rPr lang="en-US" sz="2000" dirty="0" smtClean="0"/>
              <a:t>“</a:t>
            </a:r>
            <a:r>
              <a:rPr lang="zh-CN" altLang="en-US" sz="2000" dirty="0" smtClean="0"/>
              <a:t>媒体</a:t>
            </a:r>
            <a:r>
              <a:rPr lang="en-US" sz="2000" dirty="0" smtClean="0"/>
              <a:t>”</a:t>
            </a:r>
            <a:r>
              <a:rPr lang="zh-CN" altLang="en-US" sz="2000" dirty="0" smtClean="0"/>
              <a:t>概念特指音频和视频</a:t>
            </a:r>
            <a:endParaRPr lang="zh-CN" altLang="en-US" sz="2000" dirty="0" smtClean="0"/>
          </a:p>
          <a:p>
            <a:pPr>
              <a:lnSpc>
                <a:spcPct val="110000"/>
              </a:lnSpc>
              <a:buNone/>
            </a:pPr>
            <a:r>
              <a:rPr lang="en-US" sz="2000" dirty="0" smtClean="0"/>
              <a:t>B.</a:t>
            </a:r>
            <a:r>
              <a:rPr lang="zh-CN" altLang="en-US" sz="2000" dirty="0" smtClean="0"/>
              <a:t>多媒体技术就是能用来观看的数字电影技术</a:t>
            </a:r>
            <a:endParaRPr lang="zh-CN" altLang="en-US" sz="2000" dirty="0" smtClean="0"/>
          </a:p>
          <a:p>
            <a:pPr>
              <a:lnSpc>
                <a:spcPct val="110000"/>
              </a:lnSpc>
              <a:buNone/>
            </a:pPr>
            <a:r>
              <a:rPr lang="en-US" sz="2000" dirty="0" smtClean="0"/>
              <a:t>C.</a:t>
            </a:r>
            <a:r>
              <a:rPr lang="zh-CN" altLang="en-US" sz="2000" dirty="0" smtClean="0"/>
              <a:t>多媒体技术是指将多种媒体进行有机组合而成的一种新的媒体应用系统</a:t>
            </a:r>
            <a:endParaRPr lang="zh-CN" altLang="en-US" sz="2000" dirty="0" smtClean="0"/>
          </a:p>
          <a:p>
            <a:pPr>
              <a:lnSpc>
                <a:spcPct val="110000"/>
              </a:lnSpc>
              <a:buNone/>
            </a:pPr>
            <a:r>
              <a:rPr lang="en-US" sz="2000" dirty="0" smtClean="0"/>
              <a:t>D.</a:t>
            </a:r>
            <a:r>
              <a:rPr lang="zh-CN" altLang="en-US" sz="2000" dirty="0" smtClean="0"/>
              <a:t>多媒体技术中的</a:t>
            </a:r>
            <a:r>
              <a:rPr lang="en-US" sz="2000" dirty="0" smtClean="0"/>
              <a:t>“</a:t>
            </a:r>
            <a:r>
              <a:rPr lang="zh-CN" altLang="en-US" sz="2000" dirty="0" smtClean="0"/>
              <a:t>媒体</a:t>
            </a:r>
            <a:r>
              <a:rPr lang="en-US" sz="2000" dirty="0" smtClean="0"/>
              <a:t>”</a:t>
            </a:r>
            <a:r>
              <a:rPr lang="zh-CN" altLang="en-US" sz="2000" dirty="0" smtClean="0"/>
              <a:t>概念不包括文本</a:t>
            </a:r>
            <a:endParaRPr lang="zh-CN" altLang="en-US" sz="2000" dirty="0" smtClean="0"/>
          </a:p>
          <a:p>
            <a:pPr>
              <a:lnSpc>
                <a:spcPct val="110000"/>
              </a:lnSpc>
              <a:buNone/>
            </a:pPr>
            <a:r>
              <a:rPr lang="en-US" sz="2000" dirty="0" smtClean="0"/>
              <a:t>2.</a:t>
            </a:r>
            <a:r>
              <a:rPr lang="zh-CN" altLang="en-US" sz="2000" dirty="0" smtClean="0"/>
              <a:t>以下不能用于连接扫描仪的接口是</a:t>
            </a:r>
            <a:r>
              <a:rPr lang="zh-CN" altLang="en-US" sz="2000" u="sng" dirty="0" smtClean="0"/>
              <a:t>　　</a:t>
            </a:r>
            <a:r>
              <a:rPr lang="zh-CN" altLang="en-US" sz="2000" dirty="0" smtClean="0"/>
              <a:t>。</a:t>
            </a:r>
            <a:r>
              <a:rPr lang="en-US" sz="2000" dirty="0" smtClean="0"/>
              <a:t> </a:t>
            </a:r>
            <a:endParaRPr lang="zh-CN" altLang="en-US" sz="2000" dirty="0" smtClean="0"/>
          </a:p>
          <a:p>
            <a:pPr>
              <a:lnSpc>
                <a:spcPct val="110000"/>
              </a:lnSpc>
              <a:buNone/>
            </a:pPr>
            <a:r>
              <a:rPr lang="en-US" sz="2000" dirty="0" smtClean="0"/>
              <a:t>A. USB	B. SCSI	C.</a:t>
            </a:r>
            <a:r>
              <a:rPr lang="zh-CN" altLang="en-US" sz="2000" dirty="0" smtClean="0"/>
              <a:t>并行接口</a:t>
            </a:r>
            <a:r>
              <a:rPr lang="en-US" sz="2000" dirty="0" smtClean="0"/>
              <a:t>	D. VGA</a:t>
            </a:r>
            <a:r>
              <a:rPr lang="zh-CN" altLang="en-US" sz="2000" dirty="0" smtClean="0"/>
              <a:t>接口</a:t>
            </a:r>
            <a:endParaRPr lang="zh-CN" altLang="en-US" sz="2000" dirty="0" smtClean="0"/>
          </a:p>
          <a:p>
            <a:pPr>
              <a:lnSpc>
                <a:spcPct val="110000"/>
              </a:lnSpc>
              <a:buNone/>
            </a:pPr>
            <a:r>
              <a:rPr lang="en-US" sz="2000" dirty="0" smtClean="0"/>
              <a:t>3.</a:t>
            </a:r>
            <a:r>
              <a:rPr lang="zh-CN" altLang="en-US" sz="2000" dirty="0" smtClean="0"/>
              <a:t>以下用于获取视频信息的设备是</a:t>
            </a:r>
            <a:r>
              <a:rPr lang="zh-CN" altLang="en-US" sz="2000" u="sng" dirty="0" smtClean="0"/>
              <a:t>　　</a:t>
            </a:r>
            <a:r>
              <a:rPr lang="zh-CN" altLang="en-US" sz="2000" dirty="0" smtClean="0"/>
              <a:t>。</a:t>
            </a:r>
            <a:r>
              <a:rPr lang="en-US" sz="2000" dirty="0" smtClean="0"/>
              <a:t> </a:t>
            </a:r>
            <a:endParaRPr lang="zh-CN" altLang="en-US" sz="2000" dirty="0" smtClean="0"/>
          </a:p>
          <a:p>
            <a:pPr>
              <a:lnSpc>
                <a:spcPct val="110000"/>
              </a:lnSpc>
              <a:buNone/>
            </a:pPr>
            <a:r>
              <a:rPr lang="en-US" sz="2000" dirty="0" smtClean="0"/>
              <a:t>A.</a:t>
            </a:r>
            <a:r>
              <a:rPr lang="zh-CN" altLang="en-US" sz="2000" dirty="0" smtClean="0"/>
              <a:t>声卡</a:t>
            </a:r>
            <a:r>
              <a:rPr lang="en-US" sz="2000" dirty="0" smtClean="0"/>
              <a:t>	B.</a:t>
            </a:r>
            <a:r>
              <a:rPr lang="zh-CN" altLang="en-US" sz="2000" dirty="0" smtClean="0"/>
              <a:t>彩色扫描仪   </a:t>
            </a:r>
            <a:r>
              <a:rPr lang="en-US" sz="2000" dirty="0" smtClean="0"/>
              <a:t>C.</a:t>
            </a:r>
            <a:r>
              <a:rPr lang="zh-CN" altLang="en-US" sz="2000" dirty="0" smtClean="0"/>
              <a:t>数码摄像机</a:t>
            </a:r>
            <a:r>
              <a:rPr lang="en-US" sz="2000" dirty="0" smtClean="0"/>
              <a:t>	D.</a:t>
            </a:r>
            <a:r>
              <a:rPr lang="zh-CN" altLang="en-US" sz="2000" dirty="0" smtClean="0"/>
              <a:t>条码读写器</a:t>
            </a:r>
            <a:endParaRPr lang="en-US" altLang="zh-CN" sz="2000" dirty="0" smtClean="0"/>
          </a:p>
          <a:p>
            <a:pPr>
              <a:lnSpc>
                <a:spcPct val="110000"/>
              </a:lnSpc>
              <a:buNone/>
            </a:pPr>
            <a:r>
              <a:rPr lang="en-US" altLang="zh-CN" sz="2000" dirty="0" smtClean="0"/>
              <a:t>……</a:t>
            </a:r>
            <a:endParaRPr lang="zh-CN" altLang="en-US" sz="2000" dirty="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3209</Words>
  <Application>WPS 演示</Application>
  <PresentationFormat>宽屏</PresentationFormat>
  <Paragraphs>238</Paragraphs>
  <Slides>33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33</vt:i4>
      </vt:variant>
    </vt:vector>
  </HeadingPairs>
  <TitlesOfParts>
    <vt:vector size="45" baseType="lpstr">
      <vt:lpstr>Arial</vt:lpstr>
      <vt:lpstr>宋体</vt:lpstr>
      <vt:lpstr>Wingdings</vt:lpstr>
      <vt:lpstr>Arial Unicode MS</vt:lpstr>
      <vt:lpstr>Calibri</vt:lpstr>
      <vt:lpstr>微软雅黑</vt:lpstr>
      <vt:lpstr>方正姚体</vt:lpstr>
      <vt:lpstr>NEU-BZ</vt:lpstr>
      <vt:lpstr>方正书宋_GBK</vt:lpstr>
      <vt:lpstr>Times New Roman</vt:lpstr>
      <vt:lpstr>Segoe Print</vt:lpstr>
      <vt:lpstr>WPS</vt:lpstr>
      <vt:lpstr>PowerPoint 演示文稿</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lpstr>第9章    计算机多媒体技术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4</cp:revision>
  <dcterms:created xsi:type="dcterms:W3CDTF">2023-08-09T12:44:00Z</dcterms:created>
  <dcterms:modified xsi:type="dcterms:W3CDTF">2025-02-12T15:36:49Z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